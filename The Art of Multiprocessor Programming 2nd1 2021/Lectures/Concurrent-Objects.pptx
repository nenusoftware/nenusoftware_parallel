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48" r:id="rId1"/>
  </p:sldMasterIdLst>
  <p:notesMasterIdLst>
    <p:notesMasterId r:id="rId109"/>
  </p:notesMasterIdLst>
  <p:handoutMasterIdLst>
    <p:handoutMasterId r:id="rId110"/>
  </p:handoutMasterIdLst>
  <p:sldIdLst>
    <p:sldId id="257" r:id="rId2"/>
    <p:sldId id="669" r:id="rId3"/>
    <p:sldId id="705" r:id="rId4"/>
    <p:sldId id="256" r:id="rId5"/>
    <p:sldId id="276" r:id="rId6"/>
    <p:sldId id="336" r:id="rId7"/>
    <p:sldId id="337" r:id="rId8"/>
    <p:sldId id="338" r:id="rId9"/>
    <p:sldId id="339" r:id="rId10"/>
    <p:sldId id="340" r:id="rId11"/>
    <p:sldId id="341" r:id="rId12"/>
    <p:sldId id="342" r:id="rId13"/>
    <p:sldId id="343" r:id="rId14"/>
    <p:sldId id="595" r:id="rId15"/>
    <p:sldId id="344" r:id="rId16"/>
    <p:sldId id="345" r:id="rId17"/>
    <p:sldId id="346" r:id="rId18"/>
    <p:sldId id="347" r:id="rId19"/>
    <p:sldId id="728" r:id="rId20"/>
    <p:sldId id="475" r:id="rId21"/>
    <p:sldId id="349" r:id="rId22"/>
    <p:sldId id="476" r:id="rId23"/>
    <p:sldId id="350" r:id="rId24"/>
    <p:sldId id="477" r:id="rId25"/>
    <p:sldId id="351" r:id="rId26"/>
    <p:sldId id="668" r:id="rId27"/>
    <p:sldId id="313" r:id="rId28"/>
    <p:sldId id="479" r:id="rId29"/>
    <p:sldId id="480" r:id="rId30"/>
    <p:sldId id="314" r:id="rId31"/>
    <p:sldId id="639" r:id="rId32"/>
    <p:sldId id="640" r:id="rId33"/>
    <p:sldId id="642" r:id="rId34"/>
    <p:sldId id="452" r:id="rId35"/>
    <p:sldId id="453" r:id="rId36"/>
    <p:sldId id="454" r:id="rId37"/>
    <p:sldId id="596" r:id="rId38"/>
    <p:sldId id="597" r:id="rId39"/>
    <p:sldId id="433" r:id="rId40"/>
    <p:sldId id="460" r:id="rId41"/>
    <p:sldId id="284" r:id="rId42"/>
    <p:sldId id="283" r:id="rId43"/>
    <p:sldId id="670" r:id="rId44"/>
    <p:sldId id="710" r:id="rId45"/>
    <p:sldId id="711" r:id="rId46"/>
    <p:sldId id="709" r:id="rId47"/>
    <p:sldId id="708" r:id="rId48"/>
    <p:sldId id="600" r:id="rId49"/>
    <p:sldId id="599" r:id="rId50"/>
    <p:sldId id="481" r:id="rId51"/>
    <p:sldId id="601" r:id="rId52"/>
    <p:sldId id="487" r:id="rId53"/>
    <p:sldId id="488" r:id="rId54"/>
    <p:sldId id="491" r:id="rId55"/>
    <p:sldId id="492" r:id="rId56"/>
    <p:sldId id="494" r:id="rId57"/>
    <p:sldId id="495" r:id="rId58"/>
    <p:sldId id="272" r:id="rId59"/>
    <p:sldId id="273" r:id="rId60"/>
    <p:sldId id="448" r:id="rId61"/>
    <p:sldId id="449" r:id="rId62"/>
    <p:sldId id="450" r:id="rId63"/>
    <p:sldId id="275" r:id="rId64"/>
    <p:sldId id="274" r:id="rId65"/>
    <p:sldId id="497" r:id="rId66"/>
    <p:sldId id="500" r:id="rId67"/>
    <p:sldId id="499" r:id="rId68"/>
    <p:sldId id="498" r:id="rId69"/>
    <p:sldId id="712" r:id="rId70"/>
    <p:sldId id="713" r:id="rId71"/>
    <p:sldId id="714" r:id="rId72"/>
    <p:sldId id="715" r:id="rId73"/>
    <p:sldId id="727" r:id="rId74"/>
    <p:sldId id="726" r:id="rId75"/>
    <p:sldId id="716" r:id="rId76"/>
    <p:sldId id="717" r:id="rId77"/>
    <p:sldId id="725" r:id="rId78"/>
    <p:sldId id="319" r:id="rId79"/>
    <p:sldId id="320" r:id="rId80"/>
    <p:sldId id="739" r:id="rId81"/>
    <p:sldId id="738" r:id="rId82"/>
    <p:sldId id="682" r:id="rId83"/>
    <p:sldId id="674" r:id="rId84"/>
    <p:sldId id="702" r:id="rId85"/>
    <p:sldId id="512" r:id="rId86"/>
    <p:sldId id="675" r:id="rId87"/>
    <p:sldId id="676" r:id="rId88"/>
    <p:sldId id="677" r:id="rId89"/>
    <p:sldId id="678" r:id="rId90"/>
    <p:sldId id="524" r:id="rId91"/>
    <p:sldId id="325" r:id="rId92"/>
    <p:sldId id="679" r:id="rId93"/>
    <p:sldId id="326" r:id="rId94"/>
    <p:sldId id="327" r:id="rId95"/>
    <p:sldId id="329" r:id="rId96"/>
    <p:sldId id="330" r:id="rId97"/>
    <p:sldId id="604" r:id="rId98"/>
    <p:sldId id="605" r:id="rId99"/>
    <p:sldId id="514" r:id="rId100"/>
    <p:sldId id="680" r:id="rId101"/>
    <p:sldId id="370" r:id="rId102"/>
    <p:sldId id="410" r:id="rId103"/>
    <p:sldId id="615" r:id="rId104"/>
    <p:sldId id="563" r:id="rId105"/>
    <p:sldId id="698" r:id="rId106"/>
    <p:sldId id="700" r:id="rId107"/>
    <p:sldId id="704" r:id="rId108"/>
  </p:sldIdLst>
  <p:sldSz cx="9144000" cy="6858000" type="overhead"/>
  <p:notesSz cx="7099300" cy="10234613"/>
  <p:defaultTextStyle>
    <a:defPPr>
      <a:defRPr lang="en-US"/>
    </a:defPPr>
    <a:lvl1pPr algn="l" rtl="0" fontAlgn="base">
      <a:spcBef>
        <a:spcPct val="0"/>
      </a:spcBef>
      <a:spcAft>
        <a:spcPct val="0"/>
      </a:spcAft>
      <a:defRPr sz="4400" b="1" kern="1200">
        <a:solidFill>
          <a:srgbClr val="0000FF"/>
        </a:solidFill>
        <a:latin typeface="Comic Sans MS" charset="0"/>
        <a:ea typeface="ＭＳ Ｐゴシック" charset="0"/>
        <a:cs typeface="ＭＳ Ｐゴシック" charset="0"/>
      </a:defRPr>
    </a:lvl1pPr>
    <a:lvl2pPr marL="457200" algn="l" rtl="0" fontAlgn="base">
      <a:spcBef>
        <a:spcPct val="0"/>
      </a:spcBef>
      <a:spcAft>
        <a:spcPct val="0"/>
      </a:spcAft>
      <a:defRPr sz="4400" b="1" kern="1200">
        <a:solidFill>
          <a:srgbClr val="0000FF"/>
        </a:solidFill>
        <a:latin typeface="Comic Sans MS" charset="0"/>
        <a:ea typeface="ＭＳ Ｐゴシック" charset="0"/>
        <a:cs typeface="ＭＳ Ｐゴシック" charset="0"/>
      </a:defRPr>
    </a:lvl2pPr>
    <a:lvl3pPr marL="914400" algn="l" rtl="0" fontAlgn="base">
      <a:spcBef>
        <a:spcPct val="0"/>
      </a:spcBef>
      <a:spcAft>
        <a:spcPct val="0"/>
      </a:spcAft>
      <a:defRPr sz="4400" b="1" kern="1200">
        <a:solidFill>
          <a:srgbClr val="0000FF"/>
        </a:solidFill>
        <a:latin typeface="Comic Sans MS" charset="0"/>
        <a:ea typeface="ＭＳ Ｐゴシック" charset="0"/>
        <a:cs typeface="ＭＳ Ｐゴシック" charset="0"/>
      </a:defRPr>
    </a:lvl3pPr>
    <a:lvl4pPr marL="1371600" algn="l" rtl="0" fontAlgn="base">
      <a:spcBef>
        <a:spcPct val="0"/>
      </a:spcBef>
      <a:spcAft>
        <a:spcPct val="0"/>
      </a:spcAft>
      <a:defRPr sz="4400" b="1" kern="1200">
        <a:solidFill>
          <a:srgbClr val="0000FF"/>
        </a:solidFill>
        <a:latin typeface="Comic Sans MS" charset="0"/>
        <a:ea typeface="ＭＳ Ｐゴシック" charset="0"/>
        <a:cs typeface="ＭＳ Ｐゴシック" charset="0"/>
      </a:defRPr>
    </a:lvl4pPr>
    <a:lvl5pPr marL="1828800" algn="l" rtl="0" fontAlgn="base">
      <a:spcBef>
        <a:spcPct val="0"/>
      </a:spcBef>
      <a:spcAft>
        <a:spcPct val="0"/>
      </a:spcAft>
      <a:defRPr sz="4400" b="1" kern="1200">
        <a:solidFill>
          <a:srgbClr val="0000FF"/>
        </a:solidFill>
        <a:latin typeface="Comic Sans MS" charset="0"/>
        <a:ea typeface="ＭＳ Ｐゴシック" charset="0"/>
        <a:cs typeface="ＭＳ Ｐゴシック" charset="0"/>
      </a:defRPr>
    </a:lvl5pPr>
    <a:lvl6pPr marL="2286000" algn="l" defTabSz="457200" rtl="0" eaLnBrk="1" latinLnBrk="0" hangingPunct="1">
      <a:defRPr sz="4400" b="1" kern="1200">
        <a:solidFill>
          <a:srgbClr val="0000FF"/>
        </a:solidFill>
        <a:latin typeface="Comic Sans MS" charset="0"/>
        <a:ea typeface="ＭＳ Ｐゴシック" charset="0"/>
        <a:cs typeface="ＭＳ Ｐゴシック" charset="0"/>
      </a:defRPr>
    </a:lvl6pPr>
    <a:lvl7pPr marL="2743200" algn="l" defTabSz="457200" rtl="0" eaLnBrk="1" latinLnBrk="0" hangingPunct="1">
      <a:defRPr sz="4400" b="1" kern="1200">
        <a:solidFill>
          <a:srgbClr val="0000FF"/>
        </a:solidFill>
        <a:latin typeface="Comic Sans MS" charset="0"/>
        <a:ea typeface="ＭＳ Ｐゴシック" charset="0"/>
        <a:cs typeface="ＭＳ Ｐゴシック" charset="0"/>
      </a:defRPr>
    </a:lvl7pPr>
    <a:lvl8pPr marL="3200400" algn="l" defTabSz="457200" rtl="0" eaLnBrk="1" latinLnBrk="0" hangingPunct="1">
      <a:defRPr sz="4400" b="1" kern="1200">
        <a:solidFill>
          <a:srgbClr val="0000FF"/>
        </a:solidFill>
        <a:latin typeface="Comic Sans MS" charset="0"/>
        <a:ea typeface="ＭＳ Ｐゴシック" charset="0"/>
        <a:cs typeface="ＭＳ Ｐゴシック" charset="0"/>
      </a:defRPr>
    </a:lvl8pPr>
    <a:lvl9pPr marL="3657600" algn="l" defTabSz="457200" rtl="0" eaLnBrk="1" latinLnBrk="0" hangingPunct="1">
      <a:defRPr sz="4400" b="1" kern="1200">
        <a:solidFill>
          <a:srgbClr val="0000FF"/>
        </a:solidFill>
        <a:latin typeface="Comic Sans MS"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3566">
          <p15:clr>
            <a:srgbClr val="A4A3A4"/>
          </p15:clr>
        </p15:guide>
        <p15:guide id="2" pos="2937">
          <p15:clr>
            <a:srgbClr val="A4A3A4"/>
          </p15:clr>
        </p15:guide>
      </p15:sldGuideLst>
    </p:ext>
    <p:ext uri="{2D200454-40CA-4A62-9FC3-DE9A4176ACB9}">
      <p15:notesGuideLst xmlns:p15="http://schemas.microsoft.com/office/powerpoint/2012/main">
        <p15:guide id="1" orient="horz" pos="3224">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FF00"/>
    <a:srgbClr val="FF9900"/>
    <a:srgbClr val="FFFF00"/>
    <a:srgbClr val="FF7C80"/>
    <a:srgbClr val="0066FF"/>
    <a:srgbClr val="FF3300"/>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1374" y="34"/>
      </p:cViewPr>
      <p:guideLst>
        <p:guide orient="horz" pos="3566"/>
        <p:guide pos="2937"/>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60" d="100"/>
          <a:sy n="60" d="100"/>
        </p:scale>
        <p:origin x="-1632" y="-90"/>
      </p:cViewPr>
      <p:guideLst>
        <p:guide orient="horz" pos="3224"/>
        <p:guide pos="2236"/>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viewProps" Target="view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notesMaster" Target="notesMasters/notesMaster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handoutMaster" Target="handoutMasters/handout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62"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none" lIns="99041" tIns="49521" rIns="99041" bIns="49521" numCol="1" anchor="ctr" anchorCtr="0" compatLnSpc="1">
            <a:prstTxWarp prst="textNoShape">
              <a:avLst/>
            </a:prstTxWarp>
          </a:bodyPr>
          <a:lstStyle>
            <a:lvl1pPr defTabSz="990600" eaLnBrk="0" hangingPunct="0">
              <a:defRPr sz="1300" b="0">
                <a:latin typeface="Arial" charset="0"/>
                <a:cs typeface="+mn-cs"/>
              </a:defRPr>
            </a:lvl1pPr>
          </a:lstStyle>
          <a:p>
            <a:pPr>
              <a:defRPr/>
            </a:pPr>
            <a:r>
              <a:rPr lang="en-US"/>
              <a:t>© 2003 Herlihy and Shavit</a:t>
            </a:r>
          </a:p>
        </p:txBody>
      </p:sp>
      <p:sp>
        <p:nvSpPr>
          <p:cNvPr id="40963" name="Rectangle 3"/>
          <p:cNvSpPr>
            <a:spLocks noGrp="1" noChangeArrowheads="1"/>
          </p:cNvSpPr>
          <p:nvPr>
            <p:ph type="dt" sz="quarter" idx="1"/>
          </p:nvPr>
        </p:nvSpPr>
        <p:spPr bwMode="auto">
          <a:xfrm>
            <a:off x="4022725" y="0"/>
            <a:ext cx="3076575" cy="511175"/>
          </a:xfrm>
          <a:prstGeom prst="rect">
            <a:avLst/>
          </a:prstGeom>
          <a:noFill/>
          <a:ln w="9525">
            <a:noFill/>
            <a:miter lim="800000"/>
            <a:headEnd/>
            <a:tailEnd/>
          </a:ln>
          <a:effectLst/>
        </p:spPr>
        <p:txBody>
          <a:bodyPr vert="horz" wrap="none" lIns="99041" tIns="49521" rIns="99041" bIns="49521" numCol="1" anchor="ctr" anchorCtr="0" compatLnSpc="1">
            <a:prstTxWarp prst="textNoShape">
              <a:avLst/>
            </a:prstTxWarp>
          </a:bodyPr>
          <a:lstStyle>
            <a:lvl1pPr algn="r" defTabSz="990600" eaLnBrk="0" hangingPunct="0">
              <a:defRPr sz="1300" b="0">
                <a:latin typeface="Arial" pitchFamily="34" charset="0"/>
                <a:ea typeface="+mn-ea"/>
                <a:cs typeface="+mn-cs"/>
              </a:defRPr>
            </a:lvl1pPr>
          </a:lstStyle>
          <a:p>
            <a:pPr>
              <a:defRPr/>
            </a:pPr>
            <a:endParaRPr lang="en-US"/>
          </a:p>
        </p:txBody>
      </p:sp>
      <p:sp>
        <p:nvSpPr>
          <p:cNvPr id="40964" name="Rectangle 4"/>
          <p:cNvSpPr>
            <a:spLocks noGrp="1" noChangeArrowheads="1"/>
          </p:cNvSpPr>
          <p:nvPr>
            <p:ph type="ftr" sz="quarter" idx="2"/>
          </p:nvPr>
        </p:nvSpPr>
        <p:spPr bwMode="auto">
          <a:xfrm>
            <a:off x="0" y="9723438"/>
            <a:ext cx="3076575" cy="511175"/>
          </a:xfrm>
          <a:prstGeom prst="rect">
            <a:avLst/>
          </a:prstGeom>
          <a:noFill/>
          <a:ln w="9525">
            <a:noFill/>
            <a:miter lim="800000"/>
            <a:headEnd/>
            <a:tailEnd/>
          </a:ln>
          <a:effectLst/>
        </p:spPr>
        <p:txBody>
          <a:bodyPr vert="horz" wrap="none" lIns="99041" tIns="49521" rIns="99041" bIns="49521" numCol="1" anchor="b" anchorCtr="0" compatLnSpc="1">
            <a:prstTxWarp prst="textNoShape">
              <a:avLst/>
            </a:prstTxWarp>
          </a:bodyPr>
          <a:lstStyle>
            <a:lvl1pPr defTabSz="990600" eaLnBrk="0" hangingPunct="0">
              <a:defRPr sz="1300" b="0">
                <a:latin typeface="Arial" pitchFamily="34" charset="0"/>
                <a:ea typeface="+mn-ea"/>
                <a:cs typeface="+mn-cs"/>
              </a:defRPr>
            </a:lvl1pPr>
          </a:lstStyle>
          <a:p>
            <a:pPr>
              <a:defRPr/>
            </a:pPr>
            <a:endParaRPr lang="en-US"/>
          </a:p>
        </p:txBody>
      </p:sp>
      <p:sp>
        <p:nvSpPr>
          <p:cNvPr id="40965" name="Rectangle 5"/>
          <p:cNvSpPr>
            <a:spLocks noGrp="1" noChangeArrowheads="1"/>
          </p:cNvSpPr>
          <p:nvPr>
            <p:ph type="sldNum" sz="quarter" idx="3"/>
          </p:nvPr>
        </p:nvSpPr>
        <p:spPr bwMode="auto">
          <a:xfrm>
            <a:off x="4022725" y="9723438"/>
            <a:ext cx="3076575" cy="511175"/>
          </a:xfrm>
          <a:prstGeom prst="rect">
            <a:avLst/>
          </a:prstGeom>
          <a:noFill/>
          <a:ln w="9525">
            <a:noFill/>
            <a:miter lim="800000"/>
            <a:headEnd/>
            <a:tailEnd/>
          </a:ln>
          <a:effectLst/>
        </p:spPr>
        <p:txBody>
          <a:bodyPr vert="horz" wrap="none" lIns="99041" tIns="49521" rIns="99041" bIns="49521" numCol="1" anchor="b" anchorCtr="0" compatLnSpc="1">
            <a:prstTxWarp prst="textNoShape">
              <a:avLst/>
            </a:prstTxWarp>
          </a:bodyPr>
          <a:lstStyle>
            <a:lvl1pPr algn="r" defTabSz="990600" eaLnBrk="0" hangingPunct="0">
              <a:defRPr sz="1300" b="0">
                <a:latin typeface="Arial" charset="0"/>
                <a:cs typeface="Arial" charset="0"/>
              </a:defRPr>
            </a:lvl1pPr>
          </a:lstStyle>
          <a:p>
            <a:pPr>
              <a:defRPr/>
            </a:pPr>
            <a:fld id="{12F28CF9-7D52-4948-86B7-A60B85EE54B8}" type="slidenum">
              <a:rPr lang="ar-SA"/>
              <a:pPr>
                <a:defRPr/>
              </a:pPr>
              <a:t>‹#›</a:t>
            </a:fld>
            <a:endParaRPr lang="en-US">
              <a:cs typeface="+mn-cs"/>
            </a:endParaRPr>
          </a:p>
        </p:txBody>
      </p:sp>
    </p:spTree>
    <p:extLst>
      <p:ext uri="{BB962C8B-B14F-4D97-AF65-F5344CB8AC3E}">
        <p14:creationId xmlns:p14="http://schemas.microsoft.com/office/powerpoint/2010/main" val="345755348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9041" tIns="49521" rIns="99041" bIns="49521" numCol="1" anchor="t" anchorCtr="0" compatLnSpc="1">
            <a:prstTxWarp prst="textNoShape">
              <a:avLst/>
            </a:prstTxWarp>
          </a:bodyPr>
          <a:lstStyle>
            <a:lvl1pPr defTabSz="990600" eaLnBrk="0" hangingPunct="0">
              <a:defRPr sz="1300" b="0">
                <a:latin typeface="Marlett" charset="0"/>
                <a:cs typeface="+mn-cs"/>
              </a:defRPr>
            </a:lvl1pPr>
          </a:lstStyle>
          <a:p>
            <a:pPr>
              <a:defRPr/>
            </a:pPr>
            <a:r>
              <a:rPr lang="en-US"/>
              <a:t>© 2003 Herlihy and Shavit</a:t>
            </a:r>
          </a:p>
        </p:txBody>
      </p:sp>
      <p:sp>
        <p:nvSpPr>
          <p:cNvPr id="6147" name="Rectangle 3"/>
          <p:cNvSpPr>
            <a:spLocks noGrp="1" noChangeArrowheads="1"/>
          </p:cNvSpPr>
          <p:nvPr>
            <p:ph type="dt" idx="1"/>
          </p:nvPr>
        </p:nvSpPr>
        <p:spPr bwMode="auto">
          <a:xfrm>
            <a:off x="4022725" y="0"/>
            <a:ext cx="3076575" cy="511175"/>
          </a:xfrm>
          <a:prstGeom prst="rect">
            <a:avLst/>
          </a:prstGeom>
          <a:noFill/>
          <a:ln w="9525">
            <a:noFill/>
            <a:miter lim="800000"/>
            <a:headEnd/>
            <a:tailEnd/>
          </a:ln>
          <a:effectLst/>
        </p:spPr>
        <p:txBody>
          <a:bodyPr vert="horz" wrap="square" lIns="99041" tIns="49521" rIns="99041" bIns="49521" numCol="1" anchor="t" anchorCtr="0" compatLnSpc="1">
            <a:prstTxWarp prst="textNoShape">
              <a:avLst/>
            </a:prstTxWarp>
          </a:bodyPr>
          <a:lstStyle>
            <a:lvl1pPr algn="r" defTabSz="990600" eaLnBrk="0" hangingPunct="0">
              <a:defRPr sz="1300" b="0">
                <a:latin typeface="Marlett" pitchFamily="2" charset="2"/>
                <a:ea typeface="+mn-ea"/>
                <a:cs typeface="+mn-cs"/>
              </a:defRPr>
            </a:lvl1pPr>
          </a:lstStyle>
          <a:p>
            <a:pPr>
              <a:defRPr/>
            </a:pPr>
            <a:endParaRPr lang="en-US"/>
          </a:p>
        </p:txBody>
      </p:sp>
      <p:sp>
        <p:nvSpPr>
          <p:cNvPr id="14340" name="Rectangle 4"/>
          <p:cNvSpPr>
            <a:spLocks noGrp="1" noRot="1" noChangeAspect="1" noChangeArrowheads="1" noTextEdit="1"/>
          </p:cNvSpPr>
          <p:nvPr>
            <p:ph type="sldImg" idx="2"/>
          </p:nvPr>
        </p:nvSpPr>
        <p:spPr bwMode="auto">
          <a:xfrm>
            <a:off x="990600" y="768350"/>
            <a:ext cx="5118100" cy="38385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6149" name="Rectangle 5"/>
          <p:cNvSpPr>
            <a:spLocks noGrp="1" noChangeArrowheads="1"/>
          </p:cNvSpPr>
          <p:nvPr>
            <p:ph type="body" sz="quarter" idx="3"/>
          </p:nvPr>
        </p:nvSpPr>
        <p:spPr bwMode="auto">
          <a:xfrm>
            <a:off x="947738" y="4862513"/>
            <a:ext cx="5203825" cy="4603750"/>
          </a:xfrm>
          <a:prstGeom prst="rect">
            <a:avLst/>
          </a:prstGeom>
          <a:noFill/>
          <a:ln w="9525">
            <a:noFill/>
            <a:miter lim="800000"/>
            <a:headEnd/>
            <a:tailEnd/>
          </a:ln>
          <a:effectLst/>
        </p:spPr>
        <p:txBody>
          <a:bodyPr vert="horz" wrap="square" lIns="99041" tIns="49521" rIns="99041" bIns="49521" numCol="1" anchor="t" anchorCtr="0" compatLnSpc="1">
            <a:prstTxWarp prst="textNoShape">
              <a:avLst/>
            </a:prstTxWarp>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150" name="Rectangle 6"/>
          <p:cNvSpPr>
            <a:spLocks noGrp="1" noChangeArrowheads="1"/>
          </p:cNvSpPr>
          <p:nvPr>
            <p:ph type="ftr" sz="quarter" idx="4"/>
          </p:nvPr>
        </p:nvSpPr>
        <p:spPr bwMode="auto">
          <a:xfrm>
            <a:off x="0" y="9723438"/>
            <a:ext cx="3076575" cy="511175"/>
          </a:xfrm>
          <a:prstGeom prst="rect">
            <a:avLst/>
          </a:prstGeom>
          <a:noFill/>
          <a:ln w="9525">
            <a:noFill/>
            <a:miter lim="800000"/>
            <a:headEnd/>
            <a:tailEnd/>
          </a:ln>
          <a:effectLst/>
        </p:spPr>
        <p:txBody>
          <a:bodyPr vert="horz" wrap="square" lIns="99041" tIns="49521" rIns="99041" bIns="49521" numCol="1" anchor="b" anchorCtr="0" compatLnSpc="1">
            <a:prstTxWarp prst="textNoShape">
              <a:avLst/>
            </a:prstTxWarp>
          </a:bodyPr>
          <a:lstStyle>
            <a:lvl1pPr defTabSz="990600" eaLnBrk="0" hangingPunct="0">
              <a:defRPr sz="1300" b="0">
                <a:latin typeface="Marlett" pitchFamily="2" charset="2"/>
                <a:ea typeface="+mn-ea"/>
                <a:cs typeface="+mn-cs"/>
              </a:defRPr>
            </a:lvl1pPr>
          </a:lstStyle>
          <a:p>
            <a:pPr>
              <a:defRPr/>
            </a:pPr>
            <a:endParaRPr lang="en-US"/>
          </a:p>
        </p:txBody>
      </p:sp>
      <p:sp>
        <p:nvSpPr>
          <p:cNvPr id="6151" name="Rectangle 7"/>
          <p:cNvSpPr>
            <a:spLocks noGrp="1" noChangeArrowheads="1"/>
          </p:cNvSpPr>
          <p:nvPr>
            <p:ph type="sldNum" sz="quarter" idx="5"/>
          </p:nvPr>
        </p:nvSpPr>
        <p:spPr bwMode="auto">
          <a:xfrm>
            <a:off x="4022725" y="9723438"/>
            <a:ext cx="3076575" cy="511175"/>
          </a:xfrm>
          <a:prstGeom prst="rect">
            <a:avLst/>
          </a:prstGeom>
          <a:noFill/>
          <a:ln w="9525">
            <a:noFill/>
            <a:miter lim="800000"/>
            <a:headEnd/>
            <a:tailEnd/>
          </a:ln>
          <a:effectLst/>
        </p:spPr>
        <p:txBody>
          <a:bodyPr vert="horz" wrap="square" lIns="99041" tIns="49521" rIns="99041" bIns="49521" numCol="1" anchor="b" anchorCtr="0" compatLnSpc="1">
            <a:prstTxWarp prst="textNoShape">
              <a:avLst/>
            </a:prstTxWarp>
          </a:bodyPr>
          <a:lstStyle>
            <a:lvl1pPr algn="r" defTabSz="990600" eaLnBrk="0" hangingPunct="0">
              <a:defRPr sz="1300" b="0">
                <a:latin typeface="Marlett" charset="0"/>
                <a:cs typeface="Arial" charset="0"/>
              </a:defRPr>
            </a:lvl1pPr>
          </a:lstStyle>
          <a:p>
            <a:pPr>
              <a:defRPr/>
            </a:pPr>
            <a:fld id="{E7870A5D-C1B2-3C40-9F55-7589E88193D9}" type="slidenum">
              <a:rPr lang="ar-SA"/>
              <a:pPr>
                <a:defRPr/>
              </a:pPr>
              <a:t>‹#›</a:t>
            </a:fld>
            <a:endParaRPr lang="en-US">
              <a:cs typeface="+mn-cs"/>
            </a:endParaRPr>
          </a:p>
        </p:txBody>
      </p:sp>
    </p:spTree>
    <p:extLst>
      <p:ext uri="{BB962C8B-B14F-4D97-AF65-F5344CB8AC3E}">
        <p14:creationId xmlns:p14="http://schemas.microsoft.com/office/powerpoint/2010/main" val="580654783"/>
      </p:ext>
    </p:extLst>
  </p:cSld>
  <p:clrMap bg1="lt1" tx1="dk1" bg2="lt2" tx2="dk2" accent1="accent1" accent2="accent2" accent3="accent3" accent4="accent4" accent5="accent5" accent6="accent6" hlink="hlink" folHlink="folHlink"/>
  <p:hf ftr="0" dt="0"/>
  <p:notesStyle>
    <a:lvl1pPr algn="l" rtl="0" eaLnBrk="0" fontAlgn="base" hangingPunct="0">
      <a:spcBef>
        <a:spcPct val="30000"/>
      </a:spcBef>
      <a:spcAft>
        <a:spcPct val="0"/>
      </a:spcAft>
      <a:defRPr sz="1200" kern="1200">
        <a:solidFill>
          <a:schemeClr val="tx1"/>
        </a:solidFill>
        <a:latin typeface="Arial" pitchFamily="34" charset="0"/>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Arial" pitchFamily="34" charset="0"/>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818C608E-EE0F-433D-BFEB-DE265B61B3FA}" type="slidenum">
              <a:rPr lang="en-US"/>
              <a:pPr/>
              <a:t>1</a:t>
            </a:fld>
            <a:endParaRPr lang="en-US"/>
          </a:p>
        </p:txBody>
      </p:sp>
      <p:sp>
        <p:nvSpPr>
          <p:cNvPr id="614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4AF87DD0-A627-4EBD-82BC-B932426052A0}" type="slidenum">
              <a:rPr lang="ar-SA" sz="1200">
                <a:solidFill>
                  <a:srgbClr val="0000FF"/>
                </a:solidFill>
                <a:latin typeface="Marlett" pitchFamily="2" charset="2"/>
              </a:rPr>
              <a:pPr algn="r" eaLnBrk="0" hangingPunct="0"/>
              <a:t>1</a:t>
            </a:fld>
            <a:endParaRPr lang="en-US" sz="1200">
              <a:solidFill>
                <a:srgbClr val="0000FF"/>
              </a:solidFill>
              <a:latin typeface="Marlett" pitchFamily="2" charset="2"/>
            </a:endParaRPr>
          </a:p>
        </p:txBody>
      </p:sp>
      <p:sp>
        <p:nvSpPr>
          <p:cNvPr id="6147" name="Rectangle 2"/>
          <p:cNvSpPr>
            <a:spLocks noGrp="1" noRot="1" noChangeAspect="1" noChangeArrowheads="1" noTextEdit="1"/>
          </p:cNvSpPr>
          <p:nvPr>
            <p:ph type="sldImg"/>
          </p:nvPr>
        </p:nvSpPr>
        <p:spPr>
          <a:xfrm>
            <a:off x="1144588" y="685800"/>
            <a:ext cx="4572000" cy="3429000"/>
          </a:xfrm>
          <a:ln/>
        </p:spPr>
      </p:sp>
      <p:sp>
        <p:nvSpPr>
          <p:cNvPr id="6148"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19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BF6DCEDD-7FFD-C14A-8BF5-E1F4A6914672}" type="slidenum">
              <a:rPr lang="ar-SA" sz="1300" b="0">
                <a:latin typeface="Marlett" charset="0"/>
                <a:cs typeface="Arial" charset="0"/>
              </a:rPr>
              <a:pPr/>
              <a:t>2</a:t>
            </a:fld>
            <a:endParaRPr lang="en-US" sz="1300" b="0">
              <a:latin typeface="Marlett" charset="0"/>
              <a:cs typeface="Arial" charset="0"/>
            </a:endParaRPr>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atin typeface="Arial" charset="0"/>
              </a:rPr>
              <a:t>This lecture covers a number of classical mutual exclusion algorithms that</a:t>
            </a:r>
          </a:p>
          <a:p>
            <a:r>
              <a:rPr lang="en-US">
                <a:latin typeface="Arial" charset="0"/>
              </a:rPr>
              <a:t>work by reading and writing shared memory. Although these algorithms are</a:t>
            </a:r>
          </a:p>
          <a:p>
            <a:r>
              <a:rPr lang="en-US">
                <a:latin typeface="Arial" charset="0"/>
              </a:rPr>
              <a:t>not used in practice, we study them because they provide an ideal introduction</a:t>
            </a:r>
          </a:p>
          <a:p>
            <a:r>
              <a:rPr lang="en-US">
                <a:latin typeface="Arial" charset="0"/>
              </a:rPr>
              <a:t>to the kinds of correctness issues that arise in every area of synchronization.</a:t>
            </a:r>
          </a:p>
          <a:p>
            <a:r>
              <a:rPr lang="en-US">
                <a:latin typeface="Arial" charset="0"/>
              </a:rPr>
              <a:t>These algorithms, simple as they are, display subtle properties that</a:t>
            </a:r>
          </a:p>
          <a:p>
            <a:r>
              <a:rPr lang="en-US">
                <a:latin typeface="Arial" charset="0"/>
              </a:rPr>
              <a:t>students should understand before they are ready to approach the design of truly</a:t>
            </a:r>
          </a:p>
          <a:p>
            <a:r>
              <a:rPr lang="en-US">
                <a:latin typeface="Arial" charset="0"/>
              </a:rPr>
              <a:t>practical techniques.</a:t>
            </a:r>
          </a:p>
        </p:txBody>
      </p:sp>
    </p:spTree>
    <p:extLst>
      <p:ext uri="{BB962C8B-B14F-4D97-AF65-F5344CB8AC3E}">
        <p14:creationId xmlns:p14="http://schemas.microsoft.com/office/powerpoint/2010/main" val="2547257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Image Placeholder 1"/>
          <p:cNvSpPr>
            <a:spLocks noGrp="1" noRot="1" noChangeAspect="1" noTextEdit="1"/>
          </p:cNvSpPr>
          <p:nvPr>
            <p:ph type="sldImg"/>
          </p:nvPr>
        </p:nvSpPr>
        <p:spPr>
          <a:ln/>
        </p:spPr>
      </p:sp>
      <p:sp>
        <p:nvSpPr>
          <p:cNvPr id="21506"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atin typeface="Arial" charset="0"/>
              </a:rPr>
              <a:t>Dijkstra was the first to provide a solution to the mutual exclusion problem. </a:t>
            </a:r>
          </a:p>
        </p:txBody>
      </p:sp>
      <p:sp>
        <p:nvSpPr>
          <p:cNvPr id="21507" name="Header Placeholder 3"/>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21508" name="Slide Number Placeholder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CCB1AC6D-AACB-5D42-9F2A-9D2EF3A0E623}" type="slidenum">
              <a:rPr lang="ar-SA" sz="1300" b="0">
                <a:latin typeface="Marlett" charset="0"/>
                <a:cs typeface="Arial" charset="0"/>
              </a:rPr>
              <a:pPr/>
              <a:t>3</a:t>
            </a:fld>
            <a:endParaRPr lang="en-US" sz="1300" b="0">
              <a:latin typeface="Marlett" charset="0"/>
              <a:cs typeface="Arial" charset="0"/>
            </a:endParaRPr>
          </a:p>
        </p:txBody>
      </p:sp>
    </p:spTree>
    <p:extLst>
      <p:ext uri="{BB962C8B-B14F-4D97-AF65-F5344CB8AC3E}">
        <p14:creationId xmlns:p14="http://schemas.microsoft.com/office/powerpoint/2010/main" val="34738568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235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D06B4A68-9085-4245-9673-470FBE2BF6FC}" type="slidenum">
              <a:rPr lang="ar-SA" sz="1300" b="0">
                <a:latin typeface="Marlett" charset="0"/>
                <a:cs typeface="Arial" charset="0"/>
              </a:rPr>
              <a:pPr/>
              <a:t>4</a:t>
            </a:fld>
            <a:endParaRPr lang="en-US" sz="1300" b="0">
              <a:latin typeface="Marlett" charset="0"/>
              <a:cs typeface="Arial" charset="0"/>
            </a:endParaRPr>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Arial" charset="0"/>
              </a:rPr>
              <a:t>First, we are going to talk about what mutual exclusion means. This might seem simple, almost trivial, but there are tricky aspects that will cause problems if we don</a:t>
            </a:r>
            <a:r>
              <a:rPr lang="fr-FR" altLang="ja-JP" dirty="0">
                <a:latin typeface="Arial" charset="0"/>
              </a:rPr>
              <a:t>'</a:t>
            </a:r>
            <a:r>
              <a:rPr lang="en-US" altLang="ja-JP" dirty="0">
                <a:latin typeface="Arial" charset="0"/>
              </a:rPr>
              <a:t>t understand them.</a:t>
            </a:r>
          </a:p>
          <a:p>
            <a:r>
              <a:rPr lang="en-US" dirty="0">
                <a:latin typeface="Arial" charset="0"/>
              </a:rPr>
              <a:t>Then we discuss 2 process solutions. We like these because they are simpler than general solutions, so we can focus on important issues more clearly. Also the code fits on a slide.</a:t>
            </a:r>
          </a:p>
          <a:p>
            <a:r>
              <a:rPr lang="en-US" dirty="0">
                <a:latin typeface="Arial" charset="0"/>
              </a:rPr>
              <a:t>Then we will be ready to move on to n-process solutions. In the end, we will talk about the inherent costs of doing mutual exclusion in this way, and the implications of those costs.</a:t>
            </a:r>
          </a:p>
        </p:txBody>
      </p:sp>
    </p:spTree>
    <p:extLst>
      <p:ext uri="{BB962C8B-B14F-4D97-AF65-F5344CB8AC3E}">
        <p14:creationId xmlns:p14="http://schemas.microsoft.com/office/powerpoint/2010/main" val="7741993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256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95F63007-4099-F14C-8F17-BBDCDB3D9FF9}" type="slidenum">
              <a:rPr lang="ar-SA" sz="1300" b="0">
                <a:latin typeface="Marlett" charset="0"/>
                <a:cs typeface="Arial" charset="0"/>
              </a:rPr>
              <a:pPr/>
              <a:t>5</a:t>
            </a:fld>
            <a:endParaRPr lang="en-US" sz="1300" b="0">
              <a:latin typeface="Marlett" charset="0"/>
              <a:cs typeface="Arial" charset="0"/>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Arial" charset="0"/>
              </a:rPr>
              <a:t>These particular protocols will never be used in practice. We don</a:t>
            </a:r>
            <a:r>
              <a:rPr lang="fr-FR" altLang="ja-JP" dirty="0">
                <a:latin typeface="Arial" charset="0"/>
              </a:rPr>
              <a:t>'</a:t>
            </a:r>
            <a:r>
              <a:rPr lang="en-US" altLang="ja-JP" dirty="0">
                <a:latin typeface="Arial" charset="0"/>
              </a:rPr>
              <a:t>t care because we are interested in understanding them, not using them. Once we understand how and why they work, and their inherent limitations, only then will we be ready to move on to more practical protocols.</a:t>
            </a:r>
            <a:endParaRPr lang="en-US" dirty="0">
              <a:latin typeface="Arial" charset="0"/>
            </a:endParaRPr>
          </a:p>
        </p:txBody>
      </p:sp>
    </p:spTree>
    <p:extLst>
      <p:ext uri="{BB962C8B-B14F-4D97-AF65-F5344CB8AC3E}">
        <p14:creationId xmlns:p14="http://schemas.microsoft.com/office/powerpoint/2010/main" val="590835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276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09E9EFC1-4363-7245-8D07-B49190E17B70}" type="slidenum">
              <a:rPr lang="ar-SA" sz="1300" b="0">
                <a:latin typeface="Marlett" charset="0"/>
                <a:cs typeface="Arial" charset="0"/>
              </a:rPr>
              <a:pPr/>
              <a:t>6</a:t>
            </a:fld>
            <a:endParaRPr lang="en-US" sz="1300" b="0">
              <a:latin typeface="Marlett" charset="0"/>
              <a:cs typeface="Arial" charset="0"/>
            </a:endParaRPr>
          </a:p>
        </p:txBody>
      </p:sp>
      <p:sp>
        <p:nvSpPr>
          <p:cNvPr id="27651"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35133817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296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7D6068E3-FD05-A749-8E9E-F800DEC80588}" type="slidenum">
              <a:rPr lang="ar-SA" sz="1300" b="0">
                <a:latin typeface="Marlett" charset="0"/>
                <a:cs typeface="Arial" charset="0"/>
              </a:rPr>
              <a:pPr/>
              <a:t>7</a:t>
            </a:fld>
            <a:endParaRPr lang="en-US" sz="1300" b="0">
              <a:latin typeface="Marlett" charset="0"/>
              <a:cs typeface="Arial" charset="0"/>
            </a:endParaRPr>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atin typeface="Arial" charset="0"/>
              </a:rPr>
              <a:t>For the next set of slides, PLEASE READ THE DISCUSSION ABOUT TIME IN THE TEXTBOOK. Do not read this slide out, let the students read it while you talk. Instead, you should explain to them that what we are going to try and do is actually talk about time by understanding that in our systems there will not be time in the sense of a global clock in the sky that all threads can read and use in order to relate to each other, rather, we will think of the world in terms of the ordering among events, and will use time just as a tool for explaining this ordering. In other words, there is a notion of time but it is local and not global. In fact, we already know this from general relativity </a:t>
            </a:r>
            <a:r>
              <a:rPr lang="en-US">
                <a:latin typeface="Arial" charset="0"/>
                <a:sym typeface="Wingdings" charset="0"/>
              </a:rPr>
              <a:t> </a:t>
            </a:r>
            <a:endParaRPr lang="en-US">
              <a:latin typeface="Arial" charset="0"/>
            </a:endParaRPr>
          </a:p>
          <a:p>
            <a:endParaRPr lang="en-US">
              <a:latin typeface="Arial" charset="0"/>
            </a:endParaRPr>
          </a:p>
        </p:txBody>
      </p:sp>
    </p:spTree>
    <p:extLst>
      <p:ext uri="{BB962C8B-B14F-4D97-AF65-F5344CB8AC3E}">
        <p14:creationId xmlns:p14="http://schemas.microsoft.com/office/powerpoint/2010/main" val="38362081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317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40594A1D-8691-B742-8DAB-A757C04FC49B}" type="slidenum">
              <a:rPr lang="ar-SA" sz="1300" b="0">
                <a:latin typeface="Marlett" charset="0"/>
                <a:cs typeface="Arial" charset="0"/>
              </a:rPr>
              <a:pPr/>
              <a:t>8</a:t>
            </a:fld>
            <a:endParaRPr lang="en-US" sz="1300" b="0">
              <a:latin typeface="Marlett" charset="0"/>
              <a:cs typeface="Arial" charset="0"/>
            </a:endParaRPr>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36182146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337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8C443D93-7480-8041-AADA-4F94A67F2EBE}" type="slidenum">
              <a:rPr lang="ar-SA" sz="1300" b="0">
                <a:latin typeface="Marlett" charset="0"/>
                <a:cs typeface="Arial" charset="0"/>
              </a:rPr>
              <a:pPr/>
              <a:t>9</a:t>
            </a:fld>
            <a:endParaRPr lang="en-US" sz="1300" b="0">
              <a:latin typeface="Marlett" charset="0"/>
              <a:cs typeface="Arial" charset="0"/>
            </a:endParaRPr>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27533207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358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B8B5BE75-D25B-3241-B8F2-A7F236A0BCA8}" type="slidenum">
              <a:rPr lang="ar-SA" sz="1300" b="0">
                <a:latin typeface="Marlett" charset="0"/>
                <a:cs typeface="Arial" charset="0"/>
              </a:rPr>
              <a:pPr/>
              <a:t>10</a:t>
            </a:fld>
            <a:endParaRPr lang="en-US" sz="1300" b="0">
              <a:latin typeface="Marlett" charset="0"/>
              <a:cs typeface="Arial" charset="0"/>
            </a:endParaRPr>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33537185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378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CF59922C-95C2-214D-946F-CC8903F8A13C}" type="slidenum">
              <a:rPr lang="ar-SA" sz="1300" b="0">
                <a:latin typeface="Marlett" charset="0"/>
                <a:cs typeface="Arial" charset="0"/>
              </a:rPr>
              <a:pPr/>
              <a:t>11</a:t>
            </a:fld>
            <a:endParaRPr lang="en-US" sz="1300" b="0">
              <a:latin typeface="Marlett" charset="0"/>
              <a:cs typeface="Arial" charset="0"/>
            </a:endParaRPr>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4407999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399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ADD76EA1-ED52-B04F-BFCF-A9E7101C68D3}" type="slidenum">
              <a:rPr lang="ar-SA" sz="1300" b="0">
                <a:latin typeface="Marlett" charset="0"/>
                <a:cs typeface="Arial" charset="0"/>
              </a:rPr>
              <a:pPr/>
              <a:t>12</a:t>
            </a:fld>
            <a:endParaRPr lang="en-US" sz="1300" b="0">
              <a:latin typeface="Marlett" charset="0"/>
              <a:cs typeface="Arial" charset="0"/>
            </a:endParaRPr>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30286143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419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1526E55A-D3DB-5D4D-A6EC-08E95516F9CA}" type="slidenum">
              <a:rPr lang="ar-SA" sz="1300" b="0">
                <a:latin typeface="Marlett" charset="0"/>
                <a:cs typeface="Arial" charset="0"/>
              </a:rPr>
              <a:pPr/>
              <a:t>13</a:t>
            </a:fld>
            <a:endParaRPr lang="en-US" sz="1300" b="0">
              <a:latin typeface="Marlett" charset="0"/>
              <a:cs typeface="Arial" charset="0"/>
            </a:endParaRPr>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14367728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44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281D6308-8BC4-8A4F-A4D1-2F61B1634982}" type="slidenum">
              <a:rPr lang="ar-SA" sz="1300" b="0">
                <a:latin typeface="Marlett" charset="0"/>
                <a:cs typeface="Arial" charset="0"/>
              </a:rPr>
              <a:pPr/>
              <a:t>14</a:t>
            </a:fld>
            <a:endParaRPr lang="en-US" sz="1300" b="0">
              <a:latin typeface="Marlett" charset="0"/>
              <a:cs typeface="Arial" charset="0"/>
            </a:endParaRPr>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33454090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46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729C4E1A-394E-1345-BD19-024F00CEA95B}" type="slidenum">
              <a:rPr lang="ar-SA" sz="1300" b="0">
                <a:latin typeface="Marlett" charset="0"/>
                <a:cs typeface="Arial" charset="0"/>
              </a:rPr>
              <a:pPr/>
              <a:t>15</a:t>
            </a:fld>
            <a:endParaRPr lang="en-US" sz="1300" b="0">
              <a:latin typeface="Marlett" charset="0"/>
              <a:cs typeface="Arial" charset="0"/>
            </a:endParaRPr>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20122023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481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62307179-9236-3B48-9F10-02EF92534021}" type="slidenum">
              <a:rPr lang="ar-SA" sz="1300" b="0">
                <a:latin typeface="Marlett" charset="0"/>
                <a:cs typeface="Arial" charset="0"/>
              </a:rPr>
              <a:pPr/>
              <a:t>16</a:t>
            </a:fld>
            <a:endParaRPr lang="en-US" sz="1300" b="0">
              <a:latin typeface="Marlett" charset="0"/>
              <a:cs typeface="Arial" charset="0"/>
            </a:endParaRPr>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28912819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501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59147E0E-5B37-5047-923A-7964E8E130CA}" type="slidenum">
              <a:rPr lang="ar-SA" sz="1300" b="0">
                <a:latin typeface="Marlett" charset="0"/>
                <a:cs typeface="Arial" charset="0"/>
              </a:rPr>
              <a:pPr/>
              <a:t>17</a:t>
            </a:fld>
            <a:endParaRPr lang="en-US" sz="1300" b="0">
              <a:latin typeface="Marlett" charset="0"/>
              <a:cs typeface="Arial" charset="0"/>
            </a:endParaRPr>
          </a:p>
        </p:txBody>
      </p:sp>
      <p:sp>
        <p:nvSpPr>
          <p:cNvPr id="50179" name="Rectangle 2"/>
          <p:cNvSpPr>
            <a:spLocks noGrp="1" noRot="1" noChangeAspect="1" noChangeArrowheads="1" noTextEdit="1"/>
          </p:cNvSpPr>
          <p:nvPr>
            <p:ph type="sldImg"/>
          </p:nvPr>
        </p:nvSpPr>
        <p:spPr>
          <a:ln/>
        </p:spPr>
      </p:sp>
      <p:sp>
        <p:nvSpPr>
          <p:cNvPr id="501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1015716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522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07CA714F-D8F9-194D-911A-4B3161B26AA4}" type="slidenum">
              <a:rPr lang="ar-SA" sz="1300" b="0">
                <a:latin typeface="Marlett" charset="0"/>
                <a:cs typeface="Arial" charset="0"/>
              </a:rPr>
              <a:pPr/>
              <a:t>18</a:t>
            </a:fld>
            <a:endParaRPr lang="en-US" sz="1300" b="0">
              <a:latin typeface="Marlett" charset="0"/>
              <a:cs typeface="Arial" charset="0"/>
            </a:endParaRP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26964889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54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79F25415-E306-4A4E-A899-37C2B918C5C8}" type="slidenum">
              <a:rPr lang="ar-SA" sz="1300" b="0">
                <a:latin typeface="Marlett" charset="0"/>
                <a:cs typeface="Arial" charset="0"/>
              </a:rPr>
              <a:pPr/>
              <a:t>19</a:t>
            </a:fld>
            <a:endParaRPr lang="en-US" sz="1300" b="0">
              <a:latin typeface="Marlett" charset="0"/>
              <a:cs typeface="Arial" charset="0"/>
            </a:endParaRPr>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19901363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4C573FB8-9417-3342-A478-910CFF3AE614}" type="slidenum">
              <a:rPr lang="ar-SA" sz="1300" b="0">
                <a:latin typeface="Marlett" charset="0"/>
                <a:cs typeface="Arial" charset="0"/>
              </a:rPr>
              <a:pPr/>
              <a:t>20</a:t>
            </a:fld>
            <a:endParaRPr lang="en-US" sz="1300" b="0">
              <a:latin typeface="Marlett" charset="0"/>
              <a:cs typeface="Arial" charset="0"/>
            </a:endParaRPr>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atin typeface="Arial" charset="0"/>
              </a:rPr>
              <a:t>The </a:t>
            </a:r>
            <a:r>
              <a:rPr lang="ja-JP" altLang="en-US">
                <a:latin typeface="Arial" charset="0"/>
              </a:rPr>
              <a:t>“</a:t>
            </a:r>
            <a:r>
              <a:rPr lang="en-US" altLang="ja-JP">
                <a:latin typeface="Arial" charset="0"/>
              </a:rPr>
              <a:t>arrow</a:t>
            </a:r>
            <a:r>
              <a:rPr lang="ja-JP" altLang="en-US">
                <a:latin typeface="Arial" charset="0"/>
              </a:rPr>
              <a:t>”</a:t>
            </a:r>
            <a:r>
              <a:rPr lang="en-US" altLang="ja-JP">
                <a:latin typeface="Arial" charset="0"/>
              </a:rPr>
              <a:t> (HAPPENS BEFORE) notation was introduced by Leslie Lamport, a distributed computing pioneer. </a:t>
            </a:r>
            <a:endParaRPr lang="en-US">
              <a:latin typeface="Arial" charset="0"/>
            </a:endParaRPr>
          </a:p>
        </p:txBody>
      </p:sp>
    </p:spTree>
    <p:extLst>
      <p:ext uri="{BB962C8B-B14F-4D97-AF65-F5344CB8AC3E}">
        <p14:creationId xmlns:p14="http://schemas.microsoft.com/office/powerpoint/2010/main" val="38164621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68C83595-BF8B-934F-84D8-DE047773B39C}" type="slidenum">
              <a:rPr lang="ar-SA" sz="1300" b="0">
                <a:latin typeface="Marlett" charset="0"/>
                <a:cs typeface="Arial" charset="0"/>
              </a:rPr>
              <a:pPr/>
              <a:t>21</a:t>
            </a:fld>
            <a:endParaRPr lang="en-US" sz="1300" b="0">
              <a:latin typeface="Marlett" charset="0"/>
              <a:cs typeface="Arial" charset="0"/>
            </a:endParaRPr>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atin typeface="Arial" charset="0"/>
              </a:rPr>
              <a:t>Week is concurrent with month, leads into next slide</a:t>
            </a:r>
          </a:p>
        </p:txBody>
      </p:sp>
    </p:spTree>
    <p:extLst>
      <p:ext uri="{BB962C8B-B14F-4D97-AF65-F5344CB8AC3E}">
        <p14:creationId xmlns:p14="http://schemas.microsoft.com/office/powerpoint/2010/main" val="14646616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60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7E0DF498-1314-0E48-A884-14D041C86D8A}" type="slidenum">
              <a:rPr lang="ar-SA" sz="1300" b="0">
                <a:latin typeface="Marlett" charset="0"/>
                <a:cs typeface="Arial" charset="0"/>
              </a:rPr>
              <a:pPr/>
              <a:t>22</a:t>
            </a:fld>
            <a:endParaRPr lang="en-US" sz="1300" b="0">
              <a:latin typeface="Marlett" charset="0"/>
              <a:cs typeface="Arial" charset="0"/>
            </a:endParaRPr>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atin typeface="Arial" charset="0"/>
              </a:rPr>
              <a:t>In this slide we deal with concurrent events. </a:t>
            </a:r>
          </a:p>
        </p:txBody>
      </p:sp>
    </p:spTree>
    <p:extLst>
      <p:ext uri="{BB962C8B-B14F-4D97-AF65-F5344CB8AC3E}">
        <p14:creationId xmlns:p14="http://schemas.microsoft.com/office/powerpoint/2010/main" val="17047069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62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BF6AD9F7-8E12-3A47-8E59-026E20A28284}" type="slidenum">
              <a:rPr lang="ar-SA" sz="1300" b="0">
                <a:latin typeface="Marlett" charset="0"/>
                <a:cs typeface="Arial" charset="0"/>
              </a:rPr>
              <a:pPr/>
              <a:t>23</a:t>
            </a:fld>
            <a:endParaRPr lang="en-US" sz="1300" b="0">
              <a:latin typeface="Marlett" charset="0"/>
              <a:cs typeface="Arial" charset="0"/>
            </a:endParaRPr>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Arial" charset="0"/>
              </a:rPr>
              <a:t>Notice that we use a definition of </a:t>
            </a:r>
            <a:r>
              <a:rPr lang="en-US" dirty="0" err="1">
                <a:latin typeface="Arial" charset="0"/>
              </a:rPr>
              <a:t>Antisymmetric</a:t>
            </a:r>
            <a:r>
              <a:rPr lang="en-US" dirty="0">
                <a:latin typeface="Arial" charset="0"/>
              </a:rPr>
              <a:t> that is based on our earlier definition of </a:t>
            </a:r>
            <a:r>
              <a:rPr lang="en-US" dirty="0" err="1">
                <a:latin typeface="Arial" charset="0"/>
              </a:rPr>
              <a:t>irreflexive</a:t>
            </a:r>
            <a:r>
              <a:rPr lang="en-US" dirty="0">
                <a:latin typeface="Arial" charset="0"/>
              </a:rPr>
              <a:t>. Also, notice that it could be that </a:t>
            </a:r>
          </a:p>
          <a:p>
            <a:r>
              <a:rPr lang="en-US" dirty="0">
                <a:latin typeface="Arial" charset="0"/>
              </a:rPr>
              <a:t>both A</a:t>
            </a:r>
            <a:r>
              <a:rPr lang="en-US" dirty="0">
                <a:latin typeface="Arial" charset="0"/>
                <a:sym typeface="Wingdings" charset="0"/>
              </a:rPr>
              <a:t>B and BA don</a:t>
            </a:r>
            <a:r>
              <a:rPr lang="fr-FR" altLang="ja-JP" dirty="0">
                <a:latin typeface="Arial" charset="0"/>
                <a:sym typeface="Wingdings" charset="0"/>
              </a:rPr>
              <a:t>'</a:t>
            </a:r>
            <a:r>
              <a:rPr lang="en-US" altLang="ja-JP" dirty="0">
                <a:latin typeface="Arial" charset="0"/>
                <a:sym typeface="Wingdings" charset="0"/>
              </a:rPr>
              <a:t>t hold. </a:t>
            </a:r>
            <a:endParaRPr lang="en-US" dirty="0">
              <a:latin typeface="Arial" charset="0"/>
            </a:endParaRPr>
          </a:p>
        </p:txBody>
      </p:sp>
    </p:spTree>
    <p:extLst>
      <p:ext uri="{BB962C8B-B14F-4D97-AF65-F5344CB8AC3E}">
        <p14:creationId xmlns:p14="http://schemas.microsoft.com/office/powerpoint/2010/main" val="25732025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178DF9A3-0979-DC44-AA2B-07334080A6C7}" type="slidenum">
              <a:rPr lang="ar-SA" sz="1300" b="0">
                <a:latin typeface="Marlett" charset="0"/>
                <a:cs typeface="Arial" charset="0"/>
              </a:rPr>
              <a:pPr/>
              <a:t>24</a:t>
            </a:fld>
            <a:endParaRPr lang="en-US" sz="1300" b="0">
              <a:latin typeface="Marlett" charset="0"/>
              <a:cs typeface="Arial" charset="0"/>
            </a:endParaRPr>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Arial" charset="0"/>
              </a:rPr>
              <a:t>We strengthen </a:t>
            </a:r>
            <a:r>
              <a:rPr lang="en-US" dirty="0" err="1">
                <a:latin typeface="Arial" charset="0"/>
              </a:rPr>
              <a:t>antisymmetry</a:t>
            </a:r>
            <a:r>
              <a:rPr lang="en-US" dirty="0">
                <a:latin typeface="Arial" charset="0"/>
              </a:rPr>
              <a:t> which allowed that both A</a:t>
            </a:r>
            <a:r>
              <a:rPr lang="en-US" dirty="0">
                <a:latin typeface="Arial" charset="0"/>
                <a:sym typeface="Wingdings" charset="0"/>
              </a:rPr>
              <a:t>B and BA don</a:t>
            </a:r>
            <a:r>
              <a:rPr lang="fr-FR" altLang="ja-JP" dirty="0">
                <a:latin typeface="Arial" charset="0"/>
                <a:sym typeface="Wingdings" charset="0"/>
              </a:rPr>
              <a:t>'</a:t>
            </a:r>
            <a:r>
              <a:rPr lang="en-US" altLang="ja-JP" dirty="0">
                <a:latin typeface="Arial" charset="0"/>
                <a:sym typeface="Wingdings" charset="0"/>
              </a:rPr>
              <a:t>t hold by requiring that one of the two always hold. </a:t>
            </a:r>
            <a:endParaRPr lang="en-US" altLang="ja-JP" dirty="0">
              <a:latin typeface="Arial" charset="0"/>
            </a:endParaRPr>
          </a:p>
          <a:p>
            <a:endParaRPr lang="en-US" dirty="0">
              <a:latin typeface="Arial" charset="0"/>
            </a:endParaRPr>
          </a:p>
        </p:txBody>
      </p:sp>
    </p:spTree>
    <p:extLst>
      <p:ext uri="{BB962C8B-B14F-4D97-AF65-F5344CB8AC3E}">
        <p14:creationId xmlns:p14="http://schemas.microsoft.com/office/powerpoint/2010/main" val="22501404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665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D08FBF55-505B-A248-9877-81427B9F4C18}" type="slidenum">
              <a:rPr lang="ar-SA" sz="1300" b="0">
                <a:latin typeface="Marlett" charset="0"/>
                <a:cs typeface="Arial" charset="0"/>
              </a:rPr>
              <a:pPr/>
              <a:t>25</a:t>
            </a:fld>
            <a:endParaRPr lang="en-US" sz="1300" b="0">
              <a:latin typeface="Marlett" charset="0"/>
              <a:cs typeface="Arial" charset="0"/>
            </a:endParaRPr>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13748480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686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1A999476-B5D0-4140-A0B3-AE9049C2C5E9}" type="slidenum">
              <a:rPr lang="ar-SA" sz="1300" b="0">
                <a:latin typeface="Marlett" charset="0"/>
                <a:cs typeface="Arial" charset="0"/>
              </a:rPr>
              <a:pPr/>
              <a:t>26</a:t>
            </a:fld>
            <a:endParaRPr lang="en-US" sz="1300" b="0">
              <a:latin typeface="Marlett" charset="0"/>
              <a:cs typeface="Arial" charset="0"/>
            </a:endParaRP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xfrm>
            <a:off x="946150" y="4862513"/>
            <a:ext cx="5207000" cy="46037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191431478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706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36C790D0-7414-3B47-B166-6CA556454229}" type="slidenum">
              <a:rPr lang="ar-SA" sz="1300" b="0">
                <a:latin typeface="Marlett" charset="0"/>
                <a:cs typeface="Arial" charset="0"/>
              </a:rPr>
              <a:pPr/>
              <a:t>27</a:t>
            </a:fld>
            <a:endParaRPr lang="en-US" sz="1300" b="0">
              <a:latin typeface="Marlett" charset="0"/>
              <a:cs typeface="Arial" charset="0"/>
            </a:endParaRPr>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atin typeface="Arial" charset="0"/>
              </a:rPr>
              <a:t>This is the formal definition of a mutual exclusion lock object in java. </a:t>
            </a:r>
          </a:p>
        </p:txBody>
      </p:sp>
    </p:spTree>
    <p:extLst>
      <p:ext uri="{BB962C8B-B14F-4D97-AF65-F5344CB8AC3E}">
        <p14:creationId xmlns:p14="http://schemas.microsoft.com/office/powerpoint/2010/main" val="380686487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329EB4D3-230F-E842-A772-C3A9B4C82069}" type="slidenum">
              <a:rPr lang="ar-SA" sz="1300" b="0">
                <a:latin typeface="Marlett" charset="0"/>
                <a:cs typeface="Arial" charset="0"/>
              </a:rPr>
              <a:pPr/>
              <a:t>28</a:t>
            </a:fld>
            <a:endParaRPr lang="en-US" sz="1300" b="0">
              <a:latin typeface="Marlett" charset="0"/>
              <a:cs typeface="Arial"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353988996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747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CCAF2B93-CFAA-8840-BFA9-B9BAF45BD845}" type="slidenum">
              <a:rPr lang="ar-SA" sz="1300" b="0">
                <a:latin typeface="Marlett" charset="0"/>
                <a:cs typeface="Arial" charset="0"/>
              </a:rPr>
              <a:pPr/>
              <a:t>29</a:t>
            </a:fld>
            <a:endParaRPr lang="en-US" sz="1300" b="0">
              <a:latin typeface="Marlett" charset="0"/>
              <a:cs typeface="Arial" charset="0"/>
            </a:endParaRPr>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atin typeface="Arial" charset="0"/>
              </a:rPr>
              <a:t>Threads using the Lock() and Unlock() methods must follow a specific format, first Lock() then Unlock().</a:t>
            </a:r>
          </a:p>
        </p:txBody>
      </p:sp>
    </p:spTree>
    <p:extLst>
      <p:ext uri="{BB962C8B-B14F-4D97-AF65-F5344CB8AC3E}">
        <p14:creationId xmlns:p14="http://schemas.microsoft.com/office/powerpoint/2010/main" val="389846560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F24B7DEF-059E-4D44-854D-BF51AB740DA7}" type="slidenum">
              <a:rPr lang="ar-SA" sz="1300" b="0">
                <a:latin typeface="Marlett" charset="0"/>
                <a:cs typeface="Arial" charset="0"/>
              </a:rPr>
              <a:pPr/>
              <a:t>30</a:t>
            </a:fld>
            <a:endParaRPr lang="en-US" sz="1300" b="0">
              <a:latin typeface="Marlett" charset="0"/>
              <a:cs typeface="Arial"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atin typeface="Arial" charset="0"/>
              </a:rPr>
              <a:t>In Java, these methods should be used in the following structured way.</a:t>
            </a:r>
          </a:p>
          <a:p>
            <a:r>
              <a:rPr lang="en-US">
                <a:latin typeface="Arial" charset="0"/>
              </a:rPr>
              <a:t>mutex.lock();</a:t>
            </a:r>
          </a:p>
          <a:p>
            <a:r>
              <a:rPr lang="en-US">
                <a:latin typeface="Arial" charset="0"/>
              </a:rPr>
              <a:t>try {</a:t>
            </a:r>
          </a:p>
          <a:p>
            <a:r>
              <a:rPr lang="en-US">
                <a:latin typeface="Arial" charset="0"/>
              </a:rPr>
              <a:t>  ...            // body</a:t>
            </a:r>
          </a:p>
          <a:p>
            <a:r>
              <a:rPr lang="en-US">
                <a:latin typeface="Arial" charset="0"/>
              </a:rPr>
              <a:t>  } finally {</a:t>
            </a:r>
          </a:p>
          <a:p>
            <a:r>
              <a:rPr lang="en-US">
                <a:latin typeface="Arial" charset="0"/>
              </a:rPr>
              <a:t>     mutex.unlock();</a:t>
            </a:r>
          </a:p>
          <a:p>
            <a:r>
              <a:rPr lang="en-US">
                <a:latin typeface="Arial" charset="0"/>
              </a:rPr>
              <a:t>  }</a:t>
            </a:r>
          </a:p>
        </p:txBody>
      </p:sp>
    </p:spTree>
    <p:extLst>
      <p:ext uri="{BB962C8B-B14F-4D97-AF65-F5344CB8AC3E}">
        <p14:creationId xmlns:p14="http://schemas.microsoft.com/office/powerpoint/2010/main" val="37893343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788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45FE8D73-EE22-C34D-B624-B2D6290CC10D}" type="slidenum">
              <a:rPr lang="ar-SA" sz="1300" b="0">
                <a:latin typeface="Marlett" charset="0"/>
                <a:cs typeface="Arial" charset="0"/>
              </a:rPr>
              <a:pPr/>
              <a:t>31</a:t>
            </a:fld>
            <a:endParaRPr lang="en-US" sz="1300" b="0">
              <a:latin typeface="Marlett" charset="0"/>
              <a:cs typeface="Arial" charset="0"/>
            </a:endParaRPr>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116581075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61A9501D-2AEB-4943-BE61-6530F37F4ADE}" type="slidenum">
              <a:rPr lang="ar-SA" sz="1300" b="0">
                <a:latin typeface="Marlett" charset="0"/>
                <a:cs typeface="Arial" charset="0"/>
              </a:rPr>
              <a:pPr/>
              <a:t>32</a:t>
            </a:fld>
            <a:endParaRPr lang="en-US" sz="1300" b="0">
              <a:latin typeface="Marlett" charset="0"/>
              <a:cs typeface="Arial" charset="0"/>
            </a:endParaRPr>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279339025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1C102BCC-D339-BC42-A717-431EB464FD72}" type="slidenum">
              <a:rPr lang="ar-SA" sz="1300" b="0">
                <a:latin typeface="Marlett" charset="0"/>
                <a:cs typeface="Arial" charset="0"/>
              </a:rPr>
              <a:pPr/>
              <a:t>33</a:t>
            </a:fld>
            <a:endParaRPr lang="en-US" sz="1300" b="0">
              <a:latin typeface="Marlett" charset="0"/>
              <a:cs typeface="Arial"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87094116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BF3AAB10-5A81-2A47-84E5-41D15C2150F0}" type="slidenum">
              <a:rPr lang="ar-SA" sz="1300" b="0">
                <a:latin typeface="Marlett" charset="0"/>
                <a:cs typeface="Arial" charset="0"/>
              </a:rPr>
              <a:pPr/>
              <a:t>34</a:t>
            </a:fld>
            <a:endParaRPr lang="en-US" sz="1300" b="0">
              <a:latin typeface="Marlett" charset="0"/>
              <a:cs typeface="Arial" charset="0"/>
            </a:endParaRPr>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atin typeface="Arial" charset="0"/>
              </a:rPr>
              <a:t>The interval CS^k_i is denoted by the </a:t>
            </a:r>
            <a:r>
              <a:rPr lang="en-US">
                <a:latin typeface="Arial" charset="0"/>
                <a:sym typeface="Wingdings" charset="0"/>
              </a:rPr>
              <a:t>. </a:t>
            </a:r>
            <a:endParaRPr lang="en-US">
              <a:latin typeface="Arial" charset="0"/>
            </a:endParaRPr>
          </a:p>
        </p:txBody>
      </p:sp>
    </p:spTree>
    <p:extLst>
      <p:ext uri="{BB962C8B-B14F-4D97-AF65-F5344CB8AC3E}">
        <p14:creationId xmlns:p14="http://schemas.microsoft.com/office/powerpoint/2010/main" val="109062142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870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7C0D33B1-D4B4-2543-BC0F-32441B8C6DDF}" type="slidenum">
              <a:rPr lang="ar-SA" sz="1300" b="0">
                <a:latin typeface="Marlett" charset="0"/>
                <a:cs typeface="Arial" charset="0"/>
              </a:rPr>
              <a:pPr/>
              <a:t>35</a:t>
            </a:fld>
            <a:endParaRPr lang="en-US" sz="1300" b="0">
              <a:latin typeface="Marlett" charset="0"/>
              <a:cs typeface="Arial" charset="0"/>
            </a:endParaRPr>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206952125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35424B7B-2063-D54C-BD01-325CE2001353}" type="slidenum">
              <a:rPr lang="ar-SA" sz="1300" b="0">
                <a:latin typeface="Marlett" charset="0"/>
                <a:cs typeface="Arial" charset="0"/>
              </a:rPr>
              <a:pPr/>
              <a:t>36</a:t>
            </a:fld>
            <a:endParaRPr lang="en-US" sz="1300" b="0">
              <a:latin typeface="Marlett" charset="0"/>
              <a:cs typeface="Arial" charset="0"/>
            </a:endParaRPr>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149846944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608FC140-D864-6646-942B-C5BE441B3BF3}" type="slidenum">
              <a:rPr lang="ar-SA" sz="1300" b="0">
                <a:latin typeface="Marlett" charset="0"/>
                <a:cs typeface="Arial" charset="0"/>
              </a:rPr>
              <a:pPr/>
              <a:t>37</a:t>
            </a:fld>
            <a:endParaRPr lang="en-US" sz="1300" b="0">
              <a:latin typeface="Marlett" charset="0"/>
              <a:cs typeface="Arial" charset="0"/>
            </a:endParaRPr>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93536831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931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81FF66DA-1A50-EC4D-BF4F-E346A5746711}" type="slidenum">
              <a:rPr lang="ar-SA" sz="1300" b="0">
                <a:latin typeface="Marlett" charset="0"/>
                <a:cs typeface="Arial" charset="0"/>
              </a:rPr>
              <a:pPr/>
              <a:t>38</a:t>
            </a:fld>
            <a:endParaRPr lang="en-US" sz="1300" b="0">
              <a:latin typeface="Marlett" charset="0"/>
              <a:cs typeface="Arial" charset="0"/>
            </a:endParaRPr>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271060785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B627F845-3632-134F-847F-3F66BE785FCF}" type="slidenum">
              <a:rPr lang="ar-SA" sz="1300" b="0">
                <a:latin typeface="Marlett" charset="0"/>
                <a:cs typeface="Arial" charset="0"/>
              </a:rPr>
              <a:pPr/>
              <a:t>39</a:t>
            </a:fld>
            <a:endParaRPr lang="en-US" sz="1300" b="0">
              <a:latin typeface="Marlett" charset="0"/>
              <a:cs typeface="Arial" charset="0"/>
            </a:endParaRPr>
          </a:p>
        </p:txBody>
      </p:sp>
      <p:sp>
        <p:nvSpPr>
          <p:cNvPr id="95235" name="Rectangle 2"/>
          <p:cNvSpPr>
            <a:spLocks noGrp="1" noRot="1" noChangeAspect="1" noChangeArrowheads="1" noTextEdit="1"/>
          </p:cNvSpPr>
          <p:nvPr>
            <p:ph type="sldImg"/>
          </p:nvPr>
        </p:nvSpPr>
        <p:spPr>
          <a:xfrm>
            <a:off x="990600" y="768350"/>
            <a:ext cx="5119688" cy="3840163"/>
          </a:xfrm>
          <a:ln/>
        </p:spPr>
      </p:sp>
      <p:sp>
        <p:nvSpPr>
          <p:cNvPr id="95236" name="Rectangle 3"/>
          <p:cNvSpPr>
            <a:spLocks noGrp="1" noChangeArrowheads="1"/>
          </p:cNvSpPr>
          <p:nvPr>
            <p:ph type="body" idx="1"/>
          </p:nvPr>
        </p:nvSpPr>
        <p:spPr>
          <a:xfrm>
            <a:off x="946150" y="4862513"/>
            <a:ext cx="5207000" cy="46037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atin typeface="Arial" charset="0"/>
              </a:rPr>
              <a:t>At least one other thread is completing infinitely often, since there are only a finite number of threads. This is a </a:t>
            </a:r>
            <a:r>
              <a:rPr lang="ja-JP" altLang="en-US">
                <a:latin typeface="Arial" charset="0"/>
              </a:rPr>
              <a:t>“</a:t>
            </a:r>
            <a:r>
              <a:rPr lang="en-US" altLang="ja-JP">
                <a:latin typeface="Arial" charset="0"/>
              </a:rPr>
              <a:t>Stalinistic</a:t>
            </a:r>
            <a:r>
              <a:rPr lang="ja-JP" altLang="en-US">
                <a:latin typeface="Arial" charset="0"/>
              </a:rPr>
              <a:t>”</a:t>
            </a:r>
            <a:r>
              <a:rPr lang="en-US" altLang="ja-JP">
                <a:latin typeface="Arial" charset="0"/>
              </a:rPr>
              <a:t> approach. </a:t>
            </a:r>
          </a:p>
          <a:p>
            <a:endParaRPr lang="en-US">
              <a:latin typeface="Arial" charset="0"/>
            </a:endParaRPr>
          </a:p>
        </p:txBody>
      </p:sp>
    </p:spTree>
    <p:extLst>
      <p:ext uri="{BB962C8B-B14F-4D97-AF65-F5344CB8AC3E}">
        <p14:creationId xmlns:p14="http://schemas.microsoft.com/office/powerpoint/2010/main" val="359271898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972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43311A23-12CD-D243-9B79-A600EABA16E9}" type="slidenum">
              <a:rPr lang="ar-SA" sz="1300" b="0">
                <a:latin typeface="Marlett" charset="0"/>
                <a:cs typeface="Arial" charset="0"/>
              </a:rPr>
              <a:pPr/>
              <a:t>40</a:t>
            </a:fld>
            <a:endParaRPr lang="en-US" sz="1300" b="0">
              <a:latin typeface="Marlett" charset="0"/>
              <a:cs typeface="Arial" charset="0"/>
            </a:endParaRPr>
          </a:p>
        </p:txBody>
      </p:sp>
      <p:sp>
        <p:nvSpPr>
          <p:cNvPr id="97283" name="Rectangle 2"/>
          <p:cNvSpPr>
            <a:spLocks noGrp="1" noRot="1" noChangeAspect="1" noChangeArrowheads="1" noTextEdit="1"/>
          </p:cNvSpPr>
          <p:nvPr>
            <p:ph type="sldImg"/>
          </p:nvPr>
        </p:nvSpPr>
        <p:spPr>
          <a:xfrm>
            <a:off x="990600" y="768350"/>
            <a:ext cx="5119688" cy="3840163"/>
          </a:xfrm>
          <a:ln/>
        </p:spPr>
      </p:sp>
      <p:sp>
        <p:nvSpPr>
          <p:cNvPr id="97284" name="Rectangle 3"/>
          <p:cNvSpPr>
            <a:spLocks noGrp="1" noChangeArrowheads="1"/>
          </p:cNvSpPr>
          <p:nvPr>
            <p:ph type="body" idx="1"/>
          </p:nvPr>
        </p:nvSpPr>
        <p:spPr>
          <a:xfrm>
            <a:off x="946150" y="4862513"/>
            <a:ext cx="5207000" cy="46037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atin typeface="Arial" charset="0"/>
              </a:rPr>
              <a:t>This is a more democratic approach, we want every individual to be happy, not just the system as a whole. One can make a note that we must assume that no thread is in the critical section forever. </a:t>
            </a:r>
          </a:p>
          <a:p>
            <a:endParaRPr lang="en-US">
              <a:latin typeface="Arial" charset="0"/>
            </a:endParaRPr>
          </a:p>
        </p:txBody>
      </p:sp>
    </p:spTree>
    <p:extLst>
      <p:ext uri="{BB962C8B-B14F-4D97-AF65-F5344CB8AC3E}">
        <p14:creationId xmlns:p14="http://schemas.microsoft.com/office/powerpoint/2010/main" val="230102259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993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6C679171-7E65-E848-9210-FD5C95AB8695}" type="slidenum">
              <a:rPr lang="ar-SA" sz="1300" b="0">
                <a:latin typeface="Marlett" charset="0"/>
                <a:cs typeface="Arial" charset="0"/>
              </a:rPr>
              <a:pPr/>
              <a:t>41</a:t>
            </a:fld>
            <a:endParaRPr lang="en-US" sz="1300" b="0">
              <a:latin typeface="Marlett" charset="0"/>
              <a:cs typeface="Arial" charset="0"/>
            </a:endParaRPr>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195603770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1E1A8614-E2F0-1C4F-A3FD-B4A6558B9533}" type="slidenum">
              <a:rPr lang="ar-SA" sz="1300" b="0">
                <a:latin typeface="Marlett" charset="0"/>
                <a:cs typeface="Arial" charset="0"/>
              </a:rPr>
              <a:pPr/>
              <a:t>42</a:t>
            </a:fld>
            <a:endParaRPr lang="en-US" sz="1300" b="0">
              <a:latin typeface="Marlett" charset="0"/>
              <a:cs typeface="Arial"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atin typeface="Arial" charset="0"/>
              </a:rPr>
              <a:t>… will be the lock method we use </a:t>
            </a:r>
          </a:p>
        </p:txBody>
      </p:sp>
    </p:spTree>
    <p:extLst>
      <p:ext uri="{BB962C8B-B14F-4D97-AF65-F5344CB8AC3E}">
        <p14:creationId xmlns:p14="http://schemas.microsoft.com/office/powerpoint/2010/main" val="289252074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1034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26488B16-2803-8640-8FE6-AA617AF657EA}" type="slidenum">
              <a:rPr lang="ar-SA" sz="1300" b="0">
                <a:latin typeface="Marlett" charset="0"/>
                <a:cs typeface="Arial" charset="0"/>
              </a:rPr>
              <a:pPr/>
              <a:t>43</a:t>
            </a:fld>
            <a:endParaRPr lang="en-US" sz="1300" b="0">
              <a:latin typeface="Marlett" charset="0"/>
              <a:cs typeface="Arial" charset="0"/>
            </a:endParaRPr>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atin typeface="Arial" charset="0"/>
              </a:rPr>
              <a:t>LockX will be the lock method we use. We will not mention I and j defs again</a:t>
            </a:r>
          </a:p>
        </p:txBody>
      </p:sp>
    </p:spTree>
    <p:extLst>
      <p:ext uri="{BB962C8B-B14F-4D97-AF65-F5344CB8AC3E}">
        <p14:creationId xmlns:p14="http://schemas.microsoft.com/office/powerpoint/2010/main" val="239266501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2"/>
          <p:cNvSpPr>
            <a:spLocks noGrp="1" noRot="1" noChangeAspect="1" noChangeArrowheads="1" noTextEdit="1"/>
          </p:cNvSpPr>
          <p:nvPr>
            <p:ph type="sldImg"/>
          </p:nvPr>
        </p:nvSpPr>
        <p:spPr>
          <a:ln/>
        </p:spPr>
      </p:sp>
      <p:sp>
        <p:nvSpPr>
          <p:cNvPr id="10547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232116878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Rectangle 2"/>
          <p:cNvSpPr>
            <a:spLocks noGrp="1" noRot="1" noChangeAspect="1" noChangeArrowheads="1" noTextEdit="1"/>
          </p:cNvSpPr>
          <p:nvPr>
            <p:ph type="sldImg"/>
          </p:nvPr>
        </p:nvSpPr>
        <p:spPr>
          <a:ln/>
        </p:spPr>
      </p:sp>
      <p:sp>
        <p:nvSpPr>
          <p:cNvPr id="10752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193375430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Rectangle 2"/>
          <p:cNvSpPr>
            <a:spLocks noGrp="1" noRot="1" noChangeAspect="1" noChangeArrowheads="1" noTextEdit="1"/>
          </p:cNvSpPr>
          <p:nvPr>
            <p:ph type="sldImg"/>
          </p:nvPr>
        </p:nvSpPr>
        <p:spPr>
          <a:ln/>
        </p:spPr>
      </p:sp>
      <p:sp>
        <p:nvSpPr>
          <p:cNvPr id="10957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22288234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Rectangle 2"/>
          <p:cNvSpPr>
            <a:spLocks noGrp="1" noRot="1" noChangeAspect="1" noChangeArrowheads="1" noTextEdit="1"/>
          </p:cNvSpPr>
          <p:nvPr>
            <p:ph type="sldImg"/>
          </p:nvPr>
        </p:nvSpPr>
        <p:spPr>
          <a:ln/>
        </p:spPr>
      </p:sp>
      <p:sp>
        <p:nvSpPr>
          <p:cNvPr id="11161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368728031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1136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D1AE365A-63CA-FF4B-9B25-F4B3CE16205B}" type="slidenum">
              <a:rPr lang="ar-SA" sz="1300" b="0">
                <a:latin typeface="Marlett" charset="0"/>
                <a:cs typeface="Arial" charset="0"/>
              </a:rPr>
              <a:pPr/>
              <a:t>48</a:t>
            </a:fld>
            <a:endParaRPr lang="en-US" sz="1300" b="0">
              <a:latin typeface="Marlett" charset="0"/>
              <a:cs typeface="Arial" charset="0"/>
            </a:endParaRPr>
          </a:p>
        </p:txBody>
      </p:sp>
      <p:sp>
        <p:nvSpPr>
          <p:cNvPr id="113667" name="Rectangle 2"/>
          <p:cNvSpPr>
            <a:spLocks noGrp="1" noRot="1" noChangeAspect="1" noChangeArrowheads="1" noTextEdit="1"/>
          </p:cNvSpPr>
          <p:nvPr>
            <p:ph type="sldImg"/>
          </p:nvPr>
        </p:nvSpPr>
        <p:spPr>
          <a:ln/>
        </p:spPr>
      </p:sp>
      <p:sp>
        <p:nvSpPr>
          <p:cNvPr id="1136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atin typeface="Arial" charset="0"/>
              </a:rPr>
              <a:t>By way of contradiction we make an assumption: both are in the critical sections in overlapping intervals</a:t>
            </a:r>
          </a:p>
        </p:txBody>
      </p:sp>
    </p:spTree>
    <p:extLst>
      <p:ext uri="{BB962C8B-B14F-4D97-AF65-F5344CB8AC3E}">
        <p14:creationId xmlns:p14="http://schemas.microsoft.com/office/powerpoint/2010/main" val="410484302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1157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51D4748E-D949-0148-ADA6-F9D2C000F7AF}" type="slidenum">
              <a:rPr lang="ar-SA" sz="1300" b="0">
                <a:latin typeface="Marlett" charset="0"/>
                <a:cs typeface="Arial" charset="0"/>
              </a:rPr>
              <a:pPr/>
              <a:t>49</a:t>
            </a:fld>
            <a:endParaRPr lang="en-US" sz="1300" b="0">
              <a:latin typeface="Marlett" charset="0"/>
              <a:cs typeface="Arial" charset="0"/>
            </a:endParaRPr>
          </a:p>
        </p:txBody>
      </p:sp>
      <p:sp>
        <p:nvSpPr>
          <p:cNvPr id="115715" name="Rectangle 2"/>
          <p:cNvSpPr>
            <a:spLocks noGrp="1" noRot="1" noChangeAspect="1" noChangeArrowheads="1" noTextEdit="1"/>
          </p:cNvSpPr>
          <p:nvPr>
            <p:ph type="sldImg"/>
          </p:nvPr>
        </p:nvSpPr>
        <p:spPr>
          <a:ln/>
        </p:spPr>
      </p:sp>
      <p:sp>
        <p:nvSpPr>
          <p:cNvPr id="1157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211911265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1177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C4F93536-8E5E-8E42-B73C-605E143ABC3A}" type="slidenum">
              <a:rPr lang="ar-SA" sz="1300" b="0">
                <a:latin typeface="Marlett" charset="0"/>
                <a:cs typeface="Arial" charset="0"/>
              </a:rPr>
              <a:pPr/>
              <a:t>50</a:t>
            </a:fld>
            <a:endParaRPr lang="en-US" sz="1300" b="0">
              <a:latin typeface="Marlett" charset="0"/>
              <a:cs typeface="Arial" charset="0"/>
            </a:endParaRPr>
          </a:p>
        </p:txBody>
      </p:sp>
      <p:sp>
        <p:nvSpPr>
          <p:cNvPr id="117763" name="Rectangle 2"/>
          <p:cNvSpPr>
            <a:spLocks noGrp="1" noRot="1" noChangeAspect="1" noChangeArrowheads="1" noTextEdit="1"/>
          </p:cNvSpPr>
          <p:nvPr>
            <p:ph type="sldImg"/>
          </p:nvPr>
        </p:nvSpPr>
        <p:spPr>
          <a:ln/>
        </p:spPr>
      </p:sp>
      <p:sp>
        <p:nvSpPr>
          <p:cNvPr id="1177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Arial" charset="0"/>
              </a:rPr>
              <a:t>Since A is in the CS it did not see B</a:t>
            </a:r>
            <a:r>
              <a:rPr lang="fr-FR" altLang="ja-JP" dirty="0">
                <a:latin typeface="Arial" charset="0"/>
              </a:rPr>
              <a:t>'</a:t>
            </a:r>
            <a:r>
              <a:rPr lang="en-US" altLang="ja-JP" dirty="0">
                <a:latin typeface="Arial" charset="0"/>
              </a:rPr>
              <a:t>s flag and vice versa.</a:t>
            </a:r>
            <a:endParaRPr lang="en-US" dirty="0">
              <a:latin typeface="Arial" charset="0"/>
            </a:endParaRPr>
          </a:p>
        </p:txBody>
      </p:sp>
    </p:spTree>
    <p:extLst>
      <p:ext uri="{BB962C8B-B14F-4D97-AF65-F5344CB8AC3E}">
        <p14:creationId xmlns:p14="http://schemas.microsoft.com/office/powerpoint/2010/main" val="258227341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D565046E-9388-0D44-B21D-54C5CFCD15A7}" type="slidenum">
              <a:rPr lang="ar-SA" sz="1300" b="0">
                <a:latin typeface="Marlett" charset="0"/>
                <a:cs typeface="Arial" charset="0"/>
              </a:rPr>
              <a:pPr/>
              <a:t>51</a:t>
            </a:fld>
            <a:endParaRPr lang="en-US" sz="1300" b="0">
              <a:latin typeface="Marlett" charset="0"/>
              <a:cs typeface="Arial" charset="0"/>
            </a:endParaRPr>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266525913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1218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2690D915-C297-EE48-892F-12C4FD2C33DC}" type="slidenum">
              <a:rPr lang="ar-SA" sz="1300" b="0">
                <a:latin typeface="Marlett" charset="0"/>
                <a:cs typeface="Arial" charset="0"/>
              </a:rPr>
              <a:pPr/>
              <a:t>52</a:t>
            </a:fld>
            <a:endParaRPr lang="en-US" sz="1300" b="0">
              <a:latin typeface="Marlett" charset="0"/>
              <a:cs typeface="Arial" charset="0"/>
            </a:endParaRPr>
          </a:p>
        </p:txBody>
      </p:sp>
      <p:sp>
        <p:nvSpPr>
          <p:cNvPr id="121859" name="Rectangle 2"/>
          <p:cNvSpPr>
            <a:spLocks noGrp="1" noRot="1" noChangeAspect="1" noChangeArrowheads="1" noTextEdit="1"/>
          </p:cNvSpPr>
          <p:nvPr>
            <p:ph type="sldImg"/>
          </p:nvPr>
        </p:nvSpPr>
        <p:spPr>
          <a:ln/>
        </p:spPr>
      </p:sp>
      <p:sp>
        <p:nvSpPr>
          <p:cNvPr id="1218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333408364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1239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F32B24B5-2742-C441-8726-1A5CFD2115ED}" type="slidenum">
              <a:rPr lang="ar-SA" sz="1300" b="0">
                <a:latin typeface="Marlett" charset="0"/>
                <a:cs typeface="Arial" charset="0"/>
              </a:rPr>
              <a:pPr/>
              <a:t>53</a:t>
            </a:fld>
            <a:endParaRPr lang="en-US" sz="1300" b="0">
              <a:latin typeface="Marlett" charset="0"/>
              <a:cs typeface="Arial" charset="0"/>
            </a:endParaRPr>
          </a:p>
        </p:txBody>
      </p:sp>
      <p:sp>
        <p:nvSpPr>
          <p:cNvPr id="123907" name="Rectangle 2"/>
          <p:cNvSpPr>
            <a:spLocks noGrp="1" noRot="1" noChangeAspect="1" noChangeArrowheads="1" noTextEdit="1"/>
          </p:cNvSpPr>
          <p:nvPr>
            <p:ph type="sldImg"/>
          </p:nvPr>
        </p:nvSpPr>
        <p:spPr>
          <a:ln/>
        </p:spPr>
      </p:sp>
      <p:sp>
        <p:nvSpPr>
          <p:cNvPr id="1239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21222539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1259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FFF28CEA-9711-6843-A79C-ED826A6AFE09}" type="slidenum">
              <a:rPr lang="ar-SA" sz="1300" b="0">
                <a:latin typeface="Marlett" charset="0"/>
                <a:cs typeface="Arial" charset="0"/>
              </a:rPr>
              <a:pPr/>
              <a:t>54</a:t>
            </a:fld>
            <a:endParaRPr lang="en-US" sz="1300" b="0">
              <a:latin typeface="Marlett" charset="0"/>
              <a:cs typeface="Arial" charset="0"/>
            </a:endParaRPr>
          </a:p>
        </p:txBody>
      </p:sp>
      <p:sp>
        <p:nvSpPr>
          <p:cNvPr id="125955" name="Rectangle 2"/>
          <p:cNvSpPr>
            <a:spLocks noGrp="1" noRot="1" noChangeAspect="1" noChangeArrowheads="1" noTextEdit="1"/>
          </p:cNvSpPr>
          <p:nvPr>
            <p:ph type="sldImg"/>
          </p:nvPr>
        </p:nvSpPr>
        <p:spPr>
          <a:ln/>
        </p:spPr>
      </p:sp>
      <p:sp>
        <p:nvSpPr>
          <p:cNvPr id="1259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228332173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1280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7B568792-97EC-6245-A666-B03B98969C7A}" type="slidenum">
              <a:rPr lang="ar-SA" sz="1300" b="0">
                <a:latin typeface="Marlett" charset="0"/>
                <a:cs typeface="Arial" charset="0"/>
              </a:rPr>
              <a:pPr/>
              <a:t>55</a:t>
            </a:fld>
            <a:endParaRPr lang="en-US" sz="1300" b="0">
              <a:latin typeface="Marlett" charset="0"/>
              <a:cs typeface="Arial" charset="0"/>
            </a:endParaRPr>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406560496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1300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0E83219F-5A14-A54E-82F2-11CC06F4C7CC}" type="slidenum">
              <a:rPr lang="ar-SA" sz="1300" b="0">
                <a:latin typeface="Marlett" charset="0"/>
                <a:cs typeface="Arial" charset="0"/>
              </a:rPr>
              <a:pPr/>
              <a:t>56</a:t>
            </a:fld>
            <a:endParaRPr lang="en-US" sz="1300" b="0">
              <a:latin typeface="Marlett" charset="0"/>
              <a:cs typeface="Arial" charset="0"/>
            </a:endParaRPr>
          </a:p>
        </p:txBody>
      </p:sp>
      <p:sp>
        <p:nvSpPr>
          <p:cNvPr id="130051" name="Rectangle 2"/>
          <p:cNvSpPr>
            <a:spLocks noGrp="1" noRot="1" noChangeAspect="1" noChangeArrowheads="1" noTextEdit="1"/>
          </p:cNvSpPr>
          <p:nvPr>
            <p:ph type="sldImg"/>
          </p:nvPr>
        </p:nvSpPr>
        <p:spPr>
          <a:ln/>
        </p:spPr>
      </p:sp>
      <p:sp>
        <p:nvSpPr>
          <p:cNvPr id="1300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396117180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1320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062C3E42-82D2-FA4D-BDB1-9D699951E2ED}" type="slidenum">
              <a:rPr lang="ar-SA" sz="1300" b="0">
                <a:latin typeface="Marlett" charset="0"/>
                <a:cs typeface="Arial" charset="0"/>
              </a:rPr>
              <a:pPr/>
              <a:t>57</a:t>
            </a:fld>
            <a:endParaRPr lang="en-US" sz="1300" b="0">
              <a:latin typeface="Marlett" charset="0"/>
              <a:cs typeface="Arial" charset="0"/>
            </a:endParaRPr>
          </a:p>
        </p:txBody>
      </p:sp>
      <p:sp>
        <p:nvSpPr>
          <p:cNvPr id="132099" name="Rectangle 2"/>
          <p:cNvSpPr>
            <a:spLocks noGrp="1" noRot="1" noChangeAspect="1" noChangeArrowheads="1" noTextEdit="1"/>
          </p:cNvSpPr>
          <p:nvPr>
            <p:ph type="sldImg"/>
          </p:nvPr>
        </p:nvSpPr>
        <p:spPr>
          <a:ln/>
        </p:spPr>
      </p:sp>
      <p:sp>
        <p:nvSpPr>
          <p:cNvPr id="1321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atin typeface="Arial" charset="0"/>
              </a:rPr>
              <a:t>This is the same proof we did for Alice and Bob in the earlier lecture, but this time done formally…notice that we derice the contradiction from the cycle here, slightly different from the way this is done in the book. </a:t>
            </a:r>
          </a:p>
        </p:txBody>
      </p:sp>
    </p:spTree>
    <p:extLst>
      <p:ext uri="{BB962C8B-B14F-4D97-AF65-F5344CB8AC3E}">
        <p14:creationId xmlns:p14="http://schemas.microsoft.com/office/powerpoint/2010/main" val="149034190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134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04E74E6A-A924-8E41-8495-8F848E7A7187}" type="slidenum">
              <a:rPr lang="ar-SA" sz="1300" b="0">
                <a:latin typeface="Marlett" charset="0"/>
                <a:cs typeface="Arial" charset="0"/>
              </a:rPr>
              <a:pPr/>
              <a:t>58</a:t>
            </a:fld>
            <a:endParaRPr lang="en-US" sz="1300" b="0">
              <a:latin typeface="Marlett" charset="0"/>
              <a:cs typeface="Arial" charset="0"/>
            </a:endParaRPr>
          </a:p>
        </p:txBody>
      </p:sp>
      <p:sp>
        <p:nvSpPr>
          <p:cNvPr id="134147" name="Rectangle 2"/>
          <p:cNvSpPr>
            <a:spLocks noGrp="1" noRot="1" noChangeAspect="1" noChangeArrowheads="1" noTextEdit="1"/>
          </p:cNvSpPr>
          <p:nvPr>
            <p:ph type="sldImg"/>
          </p:nvPr>
        </p:nvSpPr>
        <p:spPr>
          <a:ln/>
        </p:spPr>
      </p:sp>
      <p:sp>
        <p:nvSpPr>
          <p:cNvPr id="1341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atin typeface="Arial" charset="0"/>
              </a:rPr>
              <a:t>The LockOne algorithm is subject to deadlock: if each thread sets its flag to true and waits for the other, they will wait forever, which is the classic definition of a deadlock. Recall that when we looked at the story of Alice and Bob and their pets, this was exactly the first, broken protocol we considered.</a:t>
            </a:r>
          </a:p>
        </p:txBody>
      </p:sp>
    </p:spTree>
    <p:extLst>
      <p:ext uri="{BB962C8B-B14F-4D97-AF65-F5344CB8AC3E}">
        <p14:creationId xmlns:p14="http://schemas.microsoft.com/office/powerpoint/2010/main" val="55882765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1361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ABC1ED09-54C1-664F-8CAE-F8F502D01F8E}" type="slidenum">
              <a:rPr lang="ar-SA" sz="1300" b="0">
                <a:latin typeface="Marlett" charset="0"/>
                <a:cs typeface="Arial" charset="0"/>
              </a:rPr>
              <a:pPr/>
              <a:t>59</a:t>
            </a:fld>
            <a:endParaRPr lang="en-US" sz="1300" b="0">
              <a:latin typeface="Marlett" charset="0"/>
              <a:cs typeface="Arial" charset="0"/>
            </a:endParaRPr>
          </a:p>
        </p:txBody>
      </p:sp>
      <p:sp>
        <p:nvSpPr>
          <p:cNvPr id="136195" name="Rectangle 2"/>
          <p:cNvSpPr>
            <a:spLocks noGrp="1" noRot="1" noChangeAspect="1" noChangeArrowheads="1" noTextEdit="1"/>
          </p:cNvSpPr>
          <p:nvPr>
            <p:ph type="sldImg"/>
          </p:nvPr>
        </p:nvSpPr>
        <p:spPr>
          <a:ln/>
        </p:spPr>
      </p:sp>
      <p:sp>
        <p:nvSpPr>
          <p:cNvPr id="1361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310911979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1382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323AB6A2-CCD5-DD4B-80EE-64E4EA34CD8F}" type="slidenum">
              <a:rPr lang="ar-SA" sz="1300" b="0">
                <a:latin typeface="Marlett" charset="0"/>
                <a:cs typeface="Arial" charset="0"/>
              </a:rPr>
              <a:pPr/>
              <a:t>60</a:t>
            </a:fld>
            <a:endParaRPr lang="en-US" sz="1300" b="0">
              <a:latin typeface="Marlett" charset="0"/>
              <a:cs typeface="Arial" charset="0"/>
            </a:endParaRPr>
          </a:p>
        </p:txBody>
      </p:sp>
      <p:sp>
        <p:nvSpPr>
          <p:cNvPr id="138243" name="Rectangle 2"/>
          <p:cNvSpPr>
            <a:spLocks noGrp="1" noRot="1" noChangeAspect="1" noChangeArrowheads="1" noTextEdit="1"/>
          </p:cNvSpPr>
          <p:nvPr>
            <p:ph type="sldImg"/>
          </p:nvPr>
        </p:nvSpPr>
        <p:spPr>
          <a:ln/>
        </p:spPr>
      </p:sp>
      <p:sp>
        <p:nvSpPr>
          <p:cNvPr id="1382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96871979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1402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D4F390FF-946F-244D-9027-5E5E499537F5}" type="slidenum">
              <a:rPr lang="ar-SA" sz="1300" b="0">
                <a:latin typeface="Marlett" charset="0"/>
                <a:cs typeface="Arial" charset="0"/>
              </a:rPr>
              <a:pPr/>
              <a:t>61</a:t>
            </a:fld>
            <a:endParaRPr lang="en-US" sz="1300" b="0">
              <a:latin typeface="Marlett" charset="0"/>
              <a:cs typeface="Arial" charset="0"/>
            </a:endParaRPr>
          </a:p>
        </p:txBody>
      </p:sp>
      <p:sp>
        <p:nvSpPr>
          <p:cNvPr id="140291" name="Rectangle 2"/>
          <p:cNvSpPr>
            <a:spLocks noGrp="1" noRot="1" noChangeAspect="1" noChangeArrowheads="1" noTextEdit="1"/>
          </p:cNvSpPr>
          <p:nvPr>
            <p:ph type="sldImg"/>
          </p:nvPr>
        </p:nvSpPr>
        <p:spPr>
          <a:ln/>
        </p:spPr>
      </p:sp>
      <p:sp>
        <p:nvSpPr>
          <p:cNvPr id="1402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235039058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142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3FD2007C-DBE4-1D4F-BAD7-F41772A45796}" type="slidenum">
              <a:rPr lang="ar-SA" sz="1300" b="0">
                <a:latin typeface="Marlett" charset="0"/>
                <a:cs typeface="Arial" charset="0"/>
              </a:rPr>
              <a:pPr/>
              <a:t>62</a:t>
            </a:fld>
            <a:endParaRPr lang="en-US" sz="1300" b="0">
              <a:latin typeface="Marlett" charset="0"/>
              <a:cs typeface="Arial" charset="0"/>
            </a:endParaRPr>
          </a:p>
        </p:txBody>
      </p:sp>
      <p:sp>
        <p:nvSpPr>
          <p:cNvPr id="142339" name="Rectangle 2"/>
          <p:cNvSpPr>
            <a:spLocks noGrp="1" noRot="1" noChangeAspect="1" noChangeArrowheads="1" noTextEdit="1"/>
          </p:cNvSpPr>
          <p:nvPr>
            <p:ph type="sldImg"/>
          </p:nvPr>
        </p:nvSpPr>
        <p:spPr>
          <a:ln/>
        </p:spPr>
      </p:sp>
      <p:sp>
        <p:nvSpPr>
          <p:cNvPr id="142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182665480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5"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144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470CA0D8-EA16-424C-868E-550477580740}" type="slidenum">
              <a:rPr lang="ar-SA" sz="1300" b="0">
                <a:latin typeface="Marlett" charset="0"/>
                <a:cs typeface="Arial" charset="0"/>
              </a:rPr>
              <a:pPr/>
              <a:t>63</a:t>
            </a:fld>
            <a:endParaRPr lang="en-US" sz="1300" b="0">
              <a:latin typeface="Marlett" charset="0"/>
              <a:cs typeface="Arial" charset="0"/>
            </a:endParaRPr>
          </a:p>
        </p:txBody>
      </p:sp>
      <p:sp>
        <p:nvSpPr>
          <p:cNvPr id="144387" name="Rectangle 2"/>
          <p:cNvSpPr>
            <a:spLocks noGrp="1" noRot="1" noChangeAspect="1" noChangeArrowheads="1" noTextEdit="1"/>
          </p:cNvSpPr>
          <p:nvPr>
            <p:ph type="sldImg"/>
          </p:nvPr>
        </p:nvSpPr>
        <p:spPr>
          <a:ln/>
        </p:spPr>
      </p:sp>
      <p:sp>
        <p:nvSpPr>
          <p:cNvPr id="144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a:r>
              <a:rPr lang="en-US">
                <a:latin typeface="Arial" charset="0"/>
              </a:rPr>
              <a:t>Sequential execution deadlocks because thread arriving alone will not get in. Concurrent one is OK since one always allows the other to have priority  </a:t>
            </a:r>
          </a:p>
          <a:p>
            <a:endParaRPr lang="en-US">
              <a:latin typeface="Arial" charset="0"/>
            </a:endParaRPr>
          </a:p>
        </p:txBody>
      </p:sp>
    </p:spTree>
    <p:extLst>
      <p:ext uri="{BB962C8B-B14F-4D97-AF65-F5344CB8AC3E}">
        <p14:creationId xmlns:p14="http://schemas.microsoft.com/office/powerpoint/2010/main" val="388587120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3"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146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AC1D6354-2075-384E-B66B-C3E1B7A614E7}" type="slidenum">
              <a:rPr lang="ar-SA" sz="1300" b="0">
                <a:latin typeface="Marlett" charset="0"/>
                <a:cs typeface="Arial" charset="0"/>
              </a:rPr>
              <a:pPr/>
              <a:t>64</a:t>
            </a:fld>
            <a:endParaRPr lang="en-US" sz="1300" b="0">
              <a:latin typeface="Marlett" charset="0"/>
              <a:cs typeface="Arial" charset="0"/>
            </a:endParaRPr>
          </a:p>
        </p:txBody>
      </p:sp>
      <p:sp>
        <p:nvSpPr>
          <p:cNvPr id="146435" name="Rectangle 2"/>
          <p:cNvSpPr>
            <a:spLocks noGrp="1" noRot="1" noChangeAspect="1" noChangeArrowheads="1" noTextEdit="1"/>
          </p:cNvSpPr>
          <p:nvPr>
            <p:ph type="sldImg"/>
          </p:nvPr>
        </p:nvSpPr>
        <p:spPr>
          <a:ln/>
        </p:spPr>
      </p:sp>
      <p:sp>
        <p:nvSpPr>
          <p:cNvPr id="146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atin typeface="Arial" charset="0"/>
              </a:rPr>
              <a:t>We now combine the two algorithms, one that does not deadlock when they are concurrent, and the other that does not deadlock when they are sequential, to derive an algorithm that never deadlocks. </a:t>
            </a:r>
          </a:p>
        </p:txBody>
      </p:sp>
    </p:spTree>
    <p:extLst>
      <p:ext uri="{BB962C8B-B14F-4D97-AF65-F5344CB8AC3E}">
        <p14:creationId xmlns:p14="http://schemas.microsoft.com/office/powerpoint/2010/main" val="182132301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1484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0A7E8D67-1A33-F640-8002-483CDB0A8556}" type="slidenum">
              <a:rPr lang="ar-SA" sz="1300" b="0">
                <a:latin typeface="Marlett" charset="0"/>
                <a:cs typeface="Arial" charset="0"/>
              </a:rPr>
              <a:pPr/>
              <a:t>65</a:t>
            </a:fld>
            <a:endParaRPr lang="en-US" sz="1300" b="0">
              <a:latin typeface="Marlett" charset="0"/>
              <a:cs typeface="Arial" charset="0"/>
            </a:endParaRPr>
          </a:p>
        </p:txBody>
      </p:sp>
      <p:sp>
        <p:nvSpPr>
          <p:cNvPr id="148483" name="Rectangle 2"/>
          <p:cNvSpPr>
            <a:spLocks noGrp="1" noRot="1" noChangeAspect="1" noChangeArrowheads="1" noTextEdit="1"/>
          </p:cNvSpPr>
          <p:nvPr>
            <p:ph type="sldImg"/>
          </p:nvPr>
        </p:nvSpPr>
        <p:spPr>
          <a:ln/>
        </p:spPr>
      </p:sp>
      <p:sp>
        <p:nvSpPr>
          <p:cNvPr id="148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323601391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29"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1505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F6B1F4FF-0713-D14C-8C8F-1B68739B25BA}" type="slidenum">
              <a:rPr lang="ar-SA" sz="1300" b="0">
                <a:latin typeface="Marlett" charset="0"/>
                <a:cs typeface="Arial" charset="0"/>
              </a:rPr>
              <a:pPr/>
              <a:t>66</a:t>
            </a:fld>
            <a:endParaRPr lang="en-US" sz="1300" b="0">
              <a:latin typeface="Marlett" charset="0"/>
              <a:cs typeface="Arial" charset="0"/>
            </a:endParaRPr>
          </a:p>
        </p:txBody>
      </p:sp>
      <p:sp>
        <p:nvSpPr>
          <p:cNvPr id="150531" name="Rectangle 2"/>
          <p:cNvSpPr>
            <a:spLocks noGrp="1" noRot="1" noChangeAspect="1" noChangeArrowheads="1" noTextEdit="1"/>
          </p:cNvSpPr>
          <p:nvPr>
            <p:ph type="sldImg"/>
          </p:nvPr>
        </p:nvSpPr>
        <p:spPr>
          <a:ln/>
        </p:spPr>
      </p:sp>
      <p:sp>
        <p:nvSpPr>
          <p:cNvPr id="1505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121207595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7"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1525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9ACDF4D5-C2ED-BF4A-AD1E-6FA844328A6E}" type="slidenum">
              <a:rPr lang="ar-SA" sz="1300" b="0">
                <a:latin typeface="Marlett" charset="0"/>
                <a:cs typeface="Arial" charset="0"/>
              </a:rPr>
              <a:pPr/>
              <a:t>67</a:t>
            </a:fld>
            <a:endParaRPr lang="en-US" sz="1300" b="0">
              <a:latin typeface="Marlett" charset="0"/>
              <a:cs typeface="Arial" charset="0"/>
            </a:endParaRPr>
          </a:p>
        </p:txBody>
      </p:sp>
      <p:sp>
        <p:nvSpPr>
          <p:cNvPr id="152579" name="Rectangle 2"/>
          <p:cNvSpPr>
            <a:spLocks noGrp="1" noRot="1" noChangeAspect="1" noChangeArrowheads="1" noTextEdit="1"/>
          </p:cNvSpPr>
          <p:nvPr>
            <p:ph type="sldImg"/>
          </p:nvPr>
        </p:nvSpPr>
        <p:spPr>
          <a:ln/>
        </p:spPr>
      </p:sp>
      <p:sp>
        <p:nvSpPr>
          <p:cNvPr id="1525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186479855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5"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1546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3713B7E9-8789-7D4B-99A4-8865A44A924C}" type="slidenum">
              <a:rPr lang="ar-SA" sz="1300" b="0">
                <a:latin typeface="Marlett" charset="0"/>
                <a:cs typeface="Arial" charset="0"/>
              </a:rPr>
              <a:pPr/>
              <a:t>68</a:t>
            </a:fld>
            <a:endParaRPr lang="en-US" sz="1300" b="0">
              <a:latin typeface="Marlett" charset="0"/>
              <a:cs typeface="Arial" charset="0"/>
            </a:endParaRPr>
          </a:p>
        </p:txBody>
      </p:sp>
      <p:sp>
        <p:nvSpPr>
          <p:cNvPr id="154627" name="Rectangle 2"/>
          <p:cNvSpPr>
            <a:spLocks noGrp="1" noRot="1" noChangeAspect="1" noChangeArrowheads="1" noTextEdit="1"/>
          </p:cNvSpPr>
          <p:nvPr>
            <p:ph type="sldImg"/>
          </p:nvPr>
        </p:nvSpPr>
        <p:spPr>
          <a:ln/>
        </p:spPr>
      </p:sp>
      <p:sp>
        <p:nvSpPr>
          <p:cNvPr id="1546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364648692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Rectangle 2"/>
          <p:cNvSpPr txBox="1">
            <a:spLocks noGrp="1" noChangeArrowheads="1"/>
          </p:cNvSpPr>
          <p:nvPr/>
        </p:nvSpPr>
        <p:spPr bwMode="auto">
          <a:xfrm>
            <a:off x="0" y="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1" tIns="49521" rIns="99041" bIns="49521"/>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156674" name="Rectangle 7"/>
          <p:cNvSpPr txBox="1">
            <a:spLocks noGrp="1" noChangeArrowheads="1"/>
          </p:cNvSpPr>
          <p:nvPr/>
        </p:nvSpPr>
        <p:spPr bwMode="auto">
          <a:xfrm>
            <a:off x="4022725" y="9723438"/>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1" tIns="49521" rIns="99041" bIns="49521" anchor="b"/>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pPr algn="r"/>
            <a:fld id="{F7BB4576-249B-C04C-A1AB-0D14751247DE}" type="slidenum">
              <a:rPr lang="ar-SA" sz="1300" b="0">
                <a:latin typeface="Marlett" charset="0"/>
                <a:cs typeface="Arial" charset="0"/>
              </a:rPr>
              <a:pPr algn="r"/>
              <a:t>69</a:t>
            </a:fld>
            <a:endParaRPr lang="en-US" sz="1300" b="0">
              <a:latin typeface="Marlett" charset="0"/>
            </a:endParaRPr>
          </a:p>
        </p:txBody>
      </p:sp>
      <p:sp>
        <p:nvSpPr>
          <p:cNvPr id="156675" name="Rectangle 2"/>
          <p:cNvSpPr>
            <a:spLocks noGrp="1" noRot="1" noChangeAspect="1" noChangeArrowheads="1" noTextEdit="1"/>
          </p:cNvSpPr>
          <p:nvPr>
            <p:ph type="sldImg"/>
          </p:nvPr>
        </p:nvSpPr>
        <p:spPr>
          <a:ln/>
        </p:spPr>
      </p:sp>
      <p:sp>
        <p:nvSpPr>
          <p:cNvPr id="1566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403592618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1" name="Rectangle 2"/>
          <p:cNvSpPr txBox="1">
            <a:spLocks noGrp="1" noChangeArrowheads="1"/>
          </p:cNvSpPr>
          <p:nvPr/>
        </p:nvSpPr>
        <p:spPr bwMode="auto">
          <a:xfrm>
            <a:off x="0" y="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1" tIns="49521" rIns="99041" bIns="49521"/>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158722" name="Rectangle 7"/>
          <p:cNvSpPr txBox="1">
            <a:spLocks noGrp="1" noChangeArrowheads="1"/>
          </p:cNvSpPr>
          <p:nvPr/>
        </p:nvSpPr>
        <p:spPr bwMode="auto">
          <a:xfrm>
            <a:off x="4022725" y="9723438"/>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1" tIns="49521" rIns="99041" bIns="49521" anchor="b"/>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pPr algn="r"/>
            <a:fld id="{984EFC92-82D9-D842-8427-885831E80DCE}" type="slidenum">
              <a:rPr lang="ar-SA" sz="1300" b="0">
                <a:latin typeface="Marlett" charset="0"/>
                <a:cs typeface="Arial" charset="0"/>
              </a:rPr>
              <a:pPr algn="r"/>
              <a:t>70</a:t>
            </a:fld>
            <a:endParaRPr lang="en-US" sz="1300" b="0">
              <a:latin typeface="Marlett" charset="0"/>
            </a:endParaRPr>
          </a:p>
        </p:txBody>
      </p:sp>
      <p:sp>
        <p:nvSpPr>
          <p:cNvPr id="158723" name="Rectangle 2"/>
          <p:cNvSpPr>
            <a:spLocks noGrp="1" noRot="1" noChangeAspect="1" noChangeArrowheads="1" noTextEdit="1"/>
          </p:cNvSpPr>
          <p:nvPr>
            <p:ph type="sldImg"/>
          </p:nvPr>
        </p:nvSpPr>
        <p:spPr>
          <a:ln/>
        </p:spPr>
      </p:sp>
      <p:sp>
        <p:nvSpPr>
          <p:cNvPr id="1587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251333888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9" name="Rectangle 2"/>
          <p:cNvSpPr txBox="1">
            <a:spLocks noGrp="1" noChangeArrowheads="1"/>
          </p:cNvSpPr>
          <p:nvPr/>
        </p:nvSpPr>
        <p:spPr bwMode="auto">
          <a:xfrm>
            <a:off x="0" y="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1" tIns="49521" rIns="99041" bIns="49521"/>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160770" name="Rectangle 7"/>
          <p:cNvSpPr txBox="1">
            <a:spLocks noGrp="1" noChangeArrowheads="1"/>
          </p:cNvSpPr>
          <p:nvPr/>
        </p:nvSpPr>
        <p:spPr bwMode="auto">
          <a:xfrm>
            <a:off x="4022725" y="9723438"/>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1" tIns="49521" rIns="99041" bIns="49521" anchor="b"/>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pPr algn="r"/>
            <a:fld id="{EFA84700-AB17-1343-B13D-3429C4A80DB7}" type="slidenum">
              <a:rPr lang="ar-SA" sz="1300" b="0">
                <a:latin typeface="Marlett" charset="0"/>
                <a:cs typeface="Arial" charset="0"/>
              </a:rPr>
              <a:pPr algn="r"/>
              <a:t>71</a:t>
            </a:fld>
            <a:endParaRPr lang="en-US" sz="1300" b="0">
              <a:latin typeface="Marlett" charset="0"/>
            </a:endParaRPr>
          </a:p>
        </p:txBody>
      </p:sp>
      <p:sp>
        <p:nvSpPr>
          <p:cNvPr id="160771" name="Rectangle 2"/>
          <p:cNvSpPr>
            <a:spLocks noGrp="1" noRot="1" noChangeAspect="1" noChangeArrowheads="1" noTextEdit="1"/>
          </p:cNvSpPr>
          <p:nvPr>
            <p:ph type="sldImg"/>
          </p:nvPr>
        </p:nvSpPr>
        <p:spPr>
          <a:ln/>
        </p:spPr>
      </p:sp>
      <p:sp>
        <p:nvSpPr>
          <p:cNvPr id="1607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182816748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7" name="Rectangle 2"/>
          <p:cNvSpPr txBox="1">
            <a:spLocks noGrp="1" noChangeArrowheads="1"/>
          </p:cNvSpPr>
          <p:nvPr/>
        </p:nvSpPr>
        <p:spPr bwMode="auto">
          <a:xfrm>
            <a:off x="0" y="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1" tIns="49521" rIns="99041" bIns="49521"/>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162818" name="Rectangle 7"/>
          <p:cNvSpPr txBox="1">
            <a:spLocks noGrp="1" noChangeArrowheads="1"/>
          </p:cNvSpPr>
          <p:nvPr/>
        </p:nvSpPr>
        <p:spPr bwMode="auto">
          <a:xfrm>
            <a:off x="4022725" y="9723438"/>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1" tIns="49521" rIns="99041" bIns="49521" anchor="b"/>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pPr algn="r"/>
            <a:fld id="{02B962B6-7B48-CA42-A73D-75AE64002897}" type="slidenum">
              <a:rPr lang="ar-SA" sz="1300" b="0">
                <a:latin typeface="Marlett" charset="0"/>
                <a:cs typeface="Arial" charset="0"/>
              </a:rPr>
              <a:pPr algn="r"/>
              <a:t>72</a:t>
            </a:fld>
            <a:endParaRPr lang="en-US" sz="1300" b="0">
              <a:latin typeface="Marlett" charset="0"/>
            </a:endParaRPr>
          </a:p>
        </p:txBody>
      </p:sp>
      <p:sp>
        <p:nvSpPr>
          <p:cNvPr id="162819" name="Rectangle 2"/>
          <p:cNvSpPr>
            <a:spLocks noGrp="1" noRot="1" noChangeAspect="1" noChangeArrowheads="1" noTextEdit="1"/>
          </p:cNvSpPr>
          <p:nvPr>
            <p:ph type="sldImg"/>
          </p:nvPr>
        </p:nvSpPr>
        <p:spPr>
          <a:ln/>
        </p:spPr>
      </p:sp>
      <p:sp>
        <p:nvSpPr>
          <p:cNvPr id="1628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atin typeface="Arial" charset="0"/>
              </a:rPr>
              <a:t>write</a:t>
            </a:r>
            <a:r>
              <a:rPr lang="en-US" baseline="-25000">
                <a:latin typeface="Arial" charset="0"/>
              </a:rPr>
              <a:t>B</a:t>
            </a:r>
            <a:r>
              <a:rPr lang="en-US">
                <a:latin typeface="Arial" charset="0"/>
              </a:rPr>
              <a:t>(victim=B) and write</a:t>
            </a:r>
            <a:r>
              <a:rPr lang="en-US" baseline="-25000">
                <a:latin typeface="Arial" charset="0"/>
              </a:rPr>
              <a:t>A</a:t>
            </a:r>
            <a:r>
              <a:rPr lang="en-US">
                <a:latin typeface="Arial" charset="0"/>
              </a:rPr>
              <a:t>(victim=A) appear twice so remove them</a:t>
            </a:r>
          </a:p>
        </p:txBody>
      </p:sp>
    </p:spTree>
    <p:extLst>
      <p:ext uri="{BB962C8B-B14F-4D97-AF65-F5344CB8AC3E}">
        <p14:creationId xmlns:p14="http://schemas.microsoft.com/office/powerpoint/2010/main" val="400429733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5" name="Rectangle 2"/>
          <p:cNvSpPr txBox="1">
            <a:spLocks noGrp="1" noChangeArrowheads="1"/>
          </p:cNvSpPr>
          <p:nvPr/>
        </p:nvSpPr>
        <p:spPr bwMode="auto">
          <a:xfrm>
            <a:off x="0" y="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1" tIns="49521" rIns="99041" bIns="49521"/>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164866" name="Rectangle 7"/>
          <p:cNvSpPr txBox="1">
            <a:spLocks noGrp="1" noChangeArrowheads="1"/>
          </p:cNvSpPr>
          <p:nvPr/>
        </p:nvSpPr>
        <p:spPr bwMode="auto">
          <a:xfrm>
            <a:off x="4022725" y="9723438"/>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1" tIns="49521" rIns="99041" bIns="49521" anchor="b"/>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pPr algn="r"/>
            <a:fld id="{BA0E016F-63C5-104F-8FE7-42A262E13FF8}" type="slidenum">
              <a:rPr lang="ar-SA" sz="1300" b="0">
                <a:latin typeface="Marlett" charset="0"/>
                <a:cs typeface="Arial" charset="0"/>
              </a:rPr>
              <a:pPr algn="r"/>
              <a:t>73</a:t>
            </a:fld>
            <a:endParaRPr lang="en-US" sz="1300" b="0">
              <a:latin typeface="Marlett" charset="0"/>
            </a:endParaRPr>
          </a:p>
        </p:txBody>
      </p:sp>
      <p:sp>
        <p:nvSpPr>
          <p:cNvPr id="164867" name="Rectangle 2"/>
          <p:cNvSpPr>
            <a:spLocks noGrp="1" noRot="1" noChangeAspect="1" noChangeArrowheads="1" noTextEdit="1"/>
          </p:cNvSpPr>
          <p:nvPr>
            <p:ph type="sldImg"/>
          </p:nvPr>
        </p:nvSpPr>
        <p:spPr>
          <a:ln/>
        </p:spPr>
      </p:sp>
      <p:sp>
        <p:nvSpPr>
          <p:cNvPr id="1648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atin typeface="Arial" charset="0"/>
              </a:rPr>
              <a:t>write</a:t>
            </a:r>
            <a:r>
              <a:rPr lang="en-US" baseline="-25000">
                <a:latin typeface="Arial" charset="0"/>
              </a:rPr>
              <a:t>B</a:t>
            </a:r>
            <a:r>
              <a:rPr lang="en-US">
                <a:latin typeface="Arial" charset="0"/>
              </a:rPr>
              <a:t>(victim=B) and write</a:t>
            </a:r>
            <a:r>
              <a:rPr lang="en-US" baseline="-25000">
                <a:latin typeface="Arial" charset="0"/>
              </a:rPr>
              <a:t>A</a:t>
            </a:r>
            <a:r>
              <a:rPr lang="en-US">
                <a:latin typeface="Arial" charset="0"/>
              </a:rPr>
              <a:t>(victim=A) appear twice so remove them</a:t>
            </a:r>
          </a:p>
        </p:txBody>
      </p:sp>
    </p:spTree>
    <p:extLst>
      <p:ext uri="{BB962C8B-B14F-4D97-AF65-F5344CB8AC3E}">
        <p14:creationId xmlns:p14="http://schemas.microsoft.com/office/powerpoint/2010/main" val="176360472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3" name="Rectangle 2"/>
          <p:cNvSpPr txBox="1">
            <a:spLocks noGrp="1" noChangeArrowheads="1"/>
          </p:cNvSpPr>
          <p:nvPr/>
        </p:nvSpPr>
        <p:spPr bwMode="auto">
          <a:xfrm>
            <a:off x="0" y="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1" tIns="49521" rIns="99041" bIns="49521"/>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166914" name="Rectangle 7"/>
          <p:cNvSpPr txBox="1">
            <a:spLocks noGrp="1" noChangeArrowheads="1"/>
          </p:cNvSpPr>
          <p:nvPr/>
        </p:nvSpPr>
        <p:spPr bwMode="auto">
          <a:xfrm>
            <a:off x="4022725" y="9723438"/>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1" tIns="49521" rIns="99041" bIns="49521" anchor="b"/>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pPr algn="r"/>
            <a:fld id="{61357A0E-5C9D-FB45-8529-1CCA08745E58}" type="slidenum">
              <a:rPr lang="ar-SA" sz="1300" b="0">
                <a:latin typeface="Marlett" charset="0"/>
                <a:cs typeface="Arial" charset="0"/>
              </a:rPr>
              <a:pPr algn="r"/>
              <a:t>74</a:t>
            </a:fld>
            <a:endParaRPr lang="en-US" sz="1300" b="0">
              <a:latin typeface="Marlett" charset="0"/>
            </a:endParaRPr>
          </a:p>
        </p:txBody>
      </p:sp>
      <p:sp>
        <p:nvSpPr>
          <p:cNvPr id="166915" name="Rectangle 2"/>
          <p:cNvSpPr>
            <a:spLocks noGrp="1" noRot="1" noChangeAspect="1" noChangeArrowheads="1" noTextEdit="1"/>
          </p:cNvSpPr>
          <p:nvPr>
            <p:ph type="sldImg"/>
          </p:nvPr>
        </p:nvSpPr>
        <p:spPr>
          <a:ln/>
        </p:spPr>
      </p:sp>
      <p:sp>
        <p:nvSpPr>
          <p:cNvPr id="1669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atin typeface="Arial" charset="0"/>
              </a:rPr>
              <a:t>write</a:t>
            </a:r>
            <a:r>
              <a:rPr lang="en-US" baseline="-25000">
                <a:latin typeface="Arial" charset="0"/>
              </a:rPr>
              <a:t>B</a:t>
            </a:r>
            <a:r>
              <a:rPr lang="en-US">
                <a:latin typeface="Arial" charset="0"/>
              </a:rPr>
              <a:t>(victim=B) and write</a:t>
            </a:r>
            <a:r>
              <a:rPr lang="en-US" baseline="-25000">
                <a:latin typeface="Arial" charset="0"/>
              </a:rPr>
              <a:t>A</a:t>
            </a:r>
            <a:r>
              <a:rPr lang="en-US">
                <a:latin typeface="Arial" charset="0"/>
              </a:rPr>
              <a:t>(victim=A) appear twice so remove them</a:t>
            </a:r>
          </a:p>
        </p:txBody>
      </p:sp>
    </p:spTree>
    <p:extLst>
      <p:ext uri="{BB962C8B-B14F-4D97-AF65-F5344CB8AC3E}">
        <p14:creationId xmlns:p14="http://schemas.microsoft.com/office/powerpoint/2010/main" val="65033238"/>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1" name="Rectangle 2"/>
          <p:cNvSpPr txBox="1">
            <a:spLocks noGrp="1" noChangeArrowheads="1"/>
          </p:cNvSpPr>
          <p:nvPr/>
        </p:nvSpPr>
        <p:spPr bwMode="auto">
          <a:xfrm>
            <a:off x="0" y="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1" tIns="49521" rIns="99041" bIns="49521"/>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168962" name="Rectangle 7"/>
          <p:cNvSpPr txBox="1">
            <a:spLocks noGrp="1" noChangeArrowheads="1"/>
          </p:cNvSpPr>
          <p:nvPr/>
        </p:nvSpPr>
        <p:spPr bwMode="auto">
          <a:xfrm>
            <a:off x="4022725" y="9723438"/>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1" tIns="49521" rIns="99041" bIns="49521" anchor="b"/>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pPr algn="r"/>
            <a:fld id="{482B3E39-14B5-D545-8081-2A6E2929C599}" type="slidenum">
              <a:rPr lang="ar-SA" sz="1300" b="0">
                <a:latin typeface="Marlett" charset="0"/>
                <a:cs typeface="Arial" charset="0"/>
              </a:rPr>
              <a:pPr algn="r"/>
              <a:t>75</a:t>
            </a:fld>
            <a:endParaRPr lang="en-US" sz="1300" b="0">
              <a:latin typeface="Marlett" charset="0"/>
            </a:endParaRPr>
          </a:p>
        </p:txBody>
      </p:sp>
      <p:sp>
        <p:nvSpPr>
          <p:cNvPr id="168963" name="Rectangle 2"/>
          <p:cNvSpPr>
            <a:spLocks noGrp="1" noRot="1" noChangeAspect="1" noChangeArrowheads="1" noTextEdit="1"/>
          </p:cNvSpPr>
          <p:nvPr>
            <p:ph type="sldImg"/>
          </p:nvPr>
        </p:nvSpPr>
        <p:spPr>
          <a:ln/>
        </p:spPr>
      </p:sp>
      <p:sp>
        <p:nvSpPr>
          <p:cNvPr id="168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atin typeface="Arial" charset="0"/>
              </a:rPr>
              <a:t>See proof details in book</a:t>
            </a:r>
          </a:p>
        </p:txBody>
      </p:sp>
    </p:spTree>
    <p:extLst>
      <p:ext uri="{BB962C8B-B14F-4D97-AF65-F5344CB8AC3E}">
        <p14:creationId xmlns:p14="http://schemas.microsoft.com/office/powerpoint/2010/main" val="2387248324"/>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09" name="Rectangle 2"/>
          <p:cNvSpPr txBox="1">
            <a:spLocks noGrp="1" noChangeArrowheads="1"/>
          </p:cNvSpPr>
          <p:nvPr/>
        </p:nvSpPr>
        <p:spPr bwMode="auto">
          <a:xfrm>
            <a:off x="0" y="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1" tIns="49521" rIns="99041" bIns="49521"/>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171010" name="Rectangle 7"/>
          <p:cNvSpPr txBox="1">
            <a:spLocks noGrp="1" noChangeArrowheads="1"/>
          </p:cNvSpPr>
          <p:nvPr/>
        </p:nvSpPr>
        <p:spPr bwMode="auto">
          <a:xfrm>
            <a:off x="4022725" y="9723438"/>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1" tIns="49521" rIns="99041" bIns="49521" anchor="b"/>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pPr algn="r"/>
            <a:fld id="{C06F5437-8771-0F42-858A-94D3D7B13A47}" type="slidenum">
              <a:rPr lang="ar-SA" sz="1300" b="0">
                <a:latin typeface="Marlett" charset="0"/>
                <a:cs typeface="Arial" charset="0"/>
              </a:rPr>
              <a:pPr algn="r"/>
              <a:t>76</a:t>
            </a:fld>
            <a:endParaRPr lang="en-US" sz="1300" b="0">
              <a:latin typeface="Marlett" charset="0"/>
            </a:endParaRPr>
          </a:p>
        </p:txBody>
      </p:sp>
      <p:sp>
        <p:nvSpPr>
          <p:cNvPr id="171011" name="Rectangle 2"/>
          <p:cNvSpPr>
            <a:spLocks noGrp="1" noRot="1" noChangeAspect="1" noChangeArrowheads="1" noTextEdit="1"/>
          </p:cNvSpPr>
          <p:nvPr>
            <p:ph type="sldImg"/>
          </p:nvPr>
        </p:nvSpPr>
        <p:spPr>
          <a:ln/>
        </p:spPr>
      </p:sp>
      <p:sp>
        <p:nvSpPr>
          <p:cNvPr id="1710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atin typeface="Arial" charset="0"/>
              </a:rPr>
              <a:t>See proof details in book</a:t>
            </a:r>
          </a:p>
        </p:txBody>
      </p:sp>
    </p:spTree>
    <p:extLst>
      <p:ext uri="{BB962C8B-B14F-4D97-AF65-F5344CB8AC3E}">
        <p14:creationId xmlns:p14="http://schemas.microsoft.com/office/powerpoint/2010/main" val="202239243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1" name="Rectangle 2"/>
          <p:cNvSpPr txBox="1">
            <a:spLocks noGrp="1" noChangeArrowheads="1"/>
          </p:cNvSpPr>
          <p:nvPr/>
        </p:nvSpPr>
        <p:spPr bwMode="auto">
          <a:xfrm>
            <a:off x="0" y="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1" tIns="49521" rIns="99041" bIns="49521"/>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209922" name="Rectangle 7"/>
          <p:cNvSpPr txBox="1">
            <a:spLocks noGrp="1" noChangeArrowheads="1"/>
          </p:cNvSpPr>
          <p:nvPr/>
        </p:nvSpPr>
        <p:spPr bwMode="auto">
          <a:xfrm>
            <a:off x="4022725" y="9723438"/>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1" tIns="49521" rIns="99041" bIns="49521" anchor="b"/>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pPr algn="r"/>
            <a:fld id="{4B2796A2-453C-C14A-B934-A00F99A9E918}" type="slidenum">
              <a:rPr lang="ar-SA" sz="1300" b="0">
                <a:latin typeface="Marlett" charset="0"/>
                <a:cs typeface="Arial" charset="0"/>
              </a:rPr>
              <a:pPr algn="r"/>
              <a:t>77</a:t>
            </a:fld>
            <a:endParaRPr lang="en-US" sz="1300" b="0">
              <a:latin typeface="Marlett" charset="0"/>
            </a:endParaRPr>
          </a:p>
        </p:txBody>
      </p:sp>
      <p:sp>
        <p:nvSpPr>
          <p:cNvPr id="209923" name="Rectangle 2"/>
          <p:cNvSpPr>
            <a:spLocks noGrp="1" noRot="1" noChangeAspect="1" noChangeArrowheads="1" noTextEdit="1"/>
          </p:cNvSpPr>
          <p:nvPr>
            <p:ph type="sldImg"/>
          </p:nvPr>
        </p:nvSpPr>
        <p:spPr>
          <a:ln/>
        </p:spPr>
      </p:sp>
      <p:sp>
        <p:nvSpPr>
          <p:cNvPr id="2099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Arial" charset="0"/>
              </a:rPr>
              <a:t>If start means first operation and it</a:t>
            </a:r>
            <a:r>
              <a:rPr lang="fr-FR" altLang="ja-JP" dirty="0">
                <a:latin typeface="Arial" charset="0"/>
              </a:rPr>
              <a:t>'</a:t>
            </a:r>
            <a:r>
              <a:rPr lang="en-US" altLang="ja-JP" dirty="0">
                <a:latin typeface="Arial" charset="0"/>
              </a:rPr>
              <a:t>s a write, then two threads writing cannot tell who wrote first. If first is read, cannot tell who read first… </a:t>
            </a:r>
            <a:endParaRPr lang="en-US" dirty="0">
              <a:latin typeface="Arial" charset="0"/>
            </a:endParaRPr>
          </a:p>
        </p:txBody>
      </p:sp>
    </p:spTree>
    <p:extLst>
      <p:ext uri="{BB962C8B-B14F-4D97-AF65-F5344CB8AC3E}">
        <p14:creationId xmlns:p14="http://schemas.microsoft.com/office/powerpoint/2010/main" val="1322761825"/>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69"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2119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46D2EC41-D01D-8248-8186-06C224C0BE76}" type="slidenum">
              <a:rPr lang="ar-SA" sz="1300" b="0">
                <a:latin typeface="Marlett" charset="0"/>
                <a:cs typeface="Arial" charset="0"/>
              </a:rPr>
              <a:pPr/>
              <a:t>78</a:t>
            </a:fld>
            <a:endParaRPr lang="en-US" sz="1300" b="0">
              <a:latin typeface="Marlett" charset="0"/>
              <a:cs typeface="Arial" charset="0"/>
            </a:endParaRPr>
          </a:p>
        </p:txBody>
      </p:sp>
      <p:sp>
        <p:nvSpPr>
          <p:cNvPr id="211971" name="Rectangle 2"/>
          <p:cNvSpPr>
            <a:spLocks noGrp="1" noRot="1" noChangeAspect="1" noChangeArrowheads="1" noTextEdit="1"/>
          </p:cNvSpPr>
          <p:nvPr>
            <p:ph type="sldImg"/>
          </p:nvPr>
        </p:nvSpPr>
        <p:spPr>
          <a:ln/>
        </p:spPr>
      </p:sp>
      <p:sp>
        <p:nvSpPr>
          <p:cNvPr id="2119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atin typeface="Arial" charset="0"/>
              </a:rPr>
              <a:t>STAND IN THE CLASS DOORWAY WHEN EXPLAINING THIS PART! (Lots of giggles and they will remember what you explain)</a:t>
            </a:r>
          </a:p>
          <a:p>
            <a:r>
              <a:rPr lang="en-US">
                <a:latin typeface="Arial" charset="0"/>
              </a:rPr>
              <a:t>It would be great if we could order threads by the order in which they performed the first step of the lock() method. </a:t>
            </a:r>
          </a:p>
          <a:p>
            <a:endParaRPr lang="en-US">
              <a:latin typeface="Arial" charset="0"/>
            </a:endParaRPr>
          </a:p>
        </p:txBody>
      </p:sp>
    </p:spTree>
    <p:extLst>
      <p:ext uri="{BB962C8B-B14F-4D97-AF65-F5344CB8AC3E}">
        <p14:creationId xmlns:p14="http://schemas.microsoft.com/office/powerpoint/2010/main" val="113653832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7"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2140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DD7286B0-3977-9147-BC3A-5113AF00A73E}" type="slidenum">
              <a:rPr lang="ar-SA" sz="1300" b="0">
                <a:latin typeface="Marlett" charset="0"/>
                <a:cs typeface="Arial" charset="0"/>
              </a:rPr>
              <a:pPr/>
              <a:t>79</a:t>
            </a:fld>
            <a:endParaRPr lang="en-US" sz="1300" b="0">
              <a:latin typeface="Marlett" charset="0"/>
              <a:cs typeface="Arial" charset="0"/>
            </a:endParaRPr>
          </a:p>
        </p:txBody>
      </p:sp>
      <p:sp>
        <p:nvSpPr>
          <p:cNvPr id="214019" name="Rectangle 2"/>
          <p:cNvSpPr>
            <a:spLocks noGrp="1" noRot="1" noChangeAspect="1" noChangeArrowheads="1" noTextEdit="1"/>
          </p:cNvSpPr>
          <p:nvPr>
            <p:ph type="sldImg"/>
          </p:nvPr>
        </p:nvSpPr>
        <p:spPr>
          <a:ln/>
        </p:spPr>
      </p:sp>
      <p:sp>
        <p:nvSpPr>
          <p:cNvPr id="2140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1101550252"/>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3"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146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AC1D6354-2075-384E-B66B-C3E1B7A614E7}" type="slidenum">
              <a:rPr lang="ar-SA" sz="1300" b="0">
                <a:latin typeface="Marlett" charset="0"/>
                <a:cs typeface="Arial" charset="0"/>
              </a:rPr>
              <a:pPr/>
              <a:t>80</a:t>
            </a:fld>
            <a:endParaRPr lang="en-US" sz="1300" b="0">
              <a:latin typeface="Marlett" charset="0"/>
              <a:cs typeface="Arial" charset="0"/>
            </a:endParaRPr>
          </a:p>
        </p:txBody>
      </p:sp>
      <p:sp>
        <p:nvSpPr>
          <p:cNvPr id="146435" name="Rectangle 2"/>
          <p:cNvSpPr>
            <a:spLocks noGrp="1" noRot="1" noChangeAspect="1" noChangeArrowheads="1" noTextEdit="1"/>
          </p:cNvSpPr>
          <p:nvPr>
            <p:ph type="sldImg"/>
          </p:nvPr>
        </p:nvSpPr>
        <p:spPr>
          <a:ln/>
        </p:spPr>
      </p:sp>
      <p:sp>
        <p:nvSpPr>
          <p:cNvPr id="146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latin typeface="Arial" charset="0"/>
            </a:endParaRPr>
          </a:p>
        </p:txBody>
      </p:sp>
    </p:spTree>
    <p:extLst>
      <p:ext uri="{BB962C8B-B14F-4D97-AF65-F5344CB8AC3E}">
        <p14:creationId xmlns:p14="http://schemas.microsoft.com/office/powerpoint/2010/main" val="4004757648"/>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7"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2140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DD7286B0-3977-9147-BC3A-5113AF00A73E}" type="slidenum">
              <a:rPr lang="ar-SA" sz="1300" b="0">
                <a:latin typeface="Marlett" charset="0"/>
                <a:cs typeface="Arial" charset="0"/>
              </a:rPr>
              <a:pPr/>
              <a:t>81</a:t>
            </a:fld>
            <a:endParaRPr lang="en-US" sz="1300" b="0">
              <a:latin typeface="Marlett" charset="0"/>
              <a:cs typeface="Arial" charset="0"/>
            </a:endParaRPr>
          </a:p>
        </p:txBody>
      </p:sp>
      <p:sp>
        <p:nvSpPr>
          <p:cNvPr id="214019" name="Rectangle 2"/>
          <p:cNvSpPr>
            <a:spLocks noGrp="1" noRot="1" noChangeAspect="1" noChangeArrowheads="1" noTextEdit="1"/>
          </p:cNvSpPr>
          <p:nvPr>
            <p:ph type="sldImg"/>
          </p:nvPr>
        </p:nvSpPr>
        <p:spPr>
          <a:ln/>
        </p:spPr>
      </p:sp>
      <p:sp>
        <p:nvSpPr>
          <p:cNvPr id="2140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155580510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3"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2181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9F3EBC6E-F8BC-2C47-AF32-B31AB7AA2909}" type="slidenum">
              <a:rPr lang="ar-SA" sz="1300" b="0">
                <a:latin typeface="Marlett" charset="0"/>
                <a:cs typeface="Arial" charset="0"/>
              </a:rPr>
              <a:pPr/>
              <a:t>82</a:t>
            </a:fld>
            <a:endParaRPr lang="en-US" sz="1300" b="0">
              <a:latin typeface="Marlett" charset="0"/>
              <a:cs typeface="Arial" charset="0"/>
            </a:endParaRPr>
          </a:p>
        </p:txBody>
      </p:sp>
      <p:sp>
        <p:nvSpPr>
          <p:cNvPr id="218115" name="Rectangle 2"/>
          <p:cNvSpPr>
            <a:spLocks noGrp="1" noRot="1" noChangeAspect="1" noChangeArrowheads="1" noTextEdit="1"/>
          </p:cNvSpPr>
          <p:nvPr>
            <p:ph type="sldImg"/>
          </p:nvPr>
        </p:nvSpPr>
        <p:spPr>
          <a:ln/>
        </p:spPr>
      </p:sp>
      <p:sp>
        <p:nvSpPr>
          <p:cNvPr id="2181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1075419278"/>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220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BF67781E-CCB3-AD48-8B7B-0BD790F0335B}" type="slidenum">
              <a:rPr lang="ar-SA" sz="1300" b="0">
                <a:latin typeface="Marlett" charset="0"/>
                <a:cs typeface="Arial" charset="0"/>
              </a:rPr>
              <a:pPr/>
              <a:t>83</a:t>
            </a:fld>
            <a:endParaRPr lang="en-US" sz="1300" b="0">
              <a:latin typeface="Marlett" charset="0"/>
              <a:cs typeface="Arial" charset="0"/>
            </a:endParaRPr>
          </a:p>
        </p:txBody>
      </p:sp>
      <p:sp>
        <p:nvSpPr>
          <p:cNvPr id="220163" name="Rectangle 2"/>
          <p:cNvSpPr>
            <a:spLocks noGrp="1" noRot="1" noChangeAspect="1" noChangeArrowheads="1" noTextEdit="1"/>
          </p:cNvSpPr>
          <p:nvPr>
            <p:ph type="sldImg"/>
          </p:nvPr>
        </p:nvSpPr>
        <p:spPr>
          <a:ln/>
        </p:spPr>
      </p:sp>
      <p:sp>
        <p:nvSpPr>
          <p:cNvPr id="2201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atin typeface="Arial" charset="0"/>
              </a:rPr>
              <a:t>Two arrays, one of flags just as in all other algorithms, and one of labels. </a:t>
            </a:r>
          </a:p>
        </p:txBody>
      </p:sp>
    </p:spTree>
    <p:extLst>
      <p:ext uri="{BB962C8B-B14F-4D97-AF65-F5344CB8AC3E}">
        <p14:creationId xmlns:p14="http://schemas.microsoft.com/office/powerpoint/2010/main" val="2901904830"/>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09"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2222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8C2832BC-4DA4-BB4C-87B3-2048DC06D595}" type="slidenum">
              <a:rPr lang="ar-SA" sz="1300" b="0">
                <a:latin typeface="Marlett" charset="0"/>
                <a:cs typeface="Arial" charset="0"/>
              </a:rPr>
              <a:pPr/>
              <a:t>84</a:t>
            </a:fld>
            <a:endParaRPr lang="en-US" sz="1300" b="0">
              <a:latin typeface="Marlett" charset="0"/>
              <a:cs typeface="Arial" charset="0"/>
            </a:endParaRPr>
          </a:p>
        </p:txBody>
      </p:sp>
      <p:sp>
        <p:nvSpPr>
          <p:cNvPr id="222211" name="Rectangle 2"/>
          <p:cNvSpPr>
            <a:spLocks noGrp="1" noRot="1" noChangeAspect="1" noChangeArrowheads="1" noTextEdit="1"/>
          </p:cNvSpPr>
          <p:nvPr>
            <p:ph type="sldImg"/>
          </p:nvPr>
        </p:nvSpPr>
        <p:spPr>
          <a:ln/>
        </p:spPr>
      </p:sp>
      <p:sp>
        <p:nvSpPr>
          <p:cNvPr id="2222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atin typeface="Arial" charset="0"/>
              </a:rPr>
              <a:t>Two arrays, one of flags just as in all other algorithms, and one of labels. </a:t>
            </a:r>
          </a:p>
        </p:txBody>
      </p:sp>
    </p:spTree>
    <p:extLst>
      <p:ext uri="{BB962C8B-B14F-4D97-AF65-F5344CB8AC3E}">
        <p14:creationId xmlns:p14="http://schemas.microsoft.com/office/powerpoint/2010/main" val="4059132652"/>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7"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2242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7AB170E2-3E61-0941-9B2F-AAD4B3FBBB6B}" type="slidenum">
              <a:rPr lang="ar-SA" sz="1300" b="0">
                <a:latin typeface="Marlett" charset="0"/>
                <a:cs typeface="Arial" charset="0"/>
              </a:rPr>
              <a:pPr/>
              <a:t>85</a:t>
            </a:fld>
            <a:endParaRPr lang="en-US" sz="1300" b="0">
              <a:latin typeface="Marlett" charset="0"/>
              <a:cs typeface="Arial" charset="0"/>
            </a:endParaRPr>
          </a:p>
        </p:txBody>
      </p:sp>
      <p:sp>
        <p:nvSpPr>
          <p:cNvPr id="224259" name="Rectangle 2"/>
          <p:cNvSpPr>
            <a:spLocks noGrp="1" noRot="1" noChangeAspect="1" noChangeArrowheads="1" noTextEdit="1"/>
          </p:cNvSpPr>
          <p:nvPr>
            <p:ph type="sldImg"/>
          </p:nvPr>
        </p:nvSpPr>
        <p:spPr>
          <a:ln/>
        </p:spPr>
      </p:sp>
      <p:sp>
        <p:nvSpPr>
          <p:cNvPr id="2242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1521456360"/>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5"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226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70A7C417-C72E-634F-93B3-81DB6957766F}" type="slidenum">
              <a:rPr lang="ar-SA" sz="1300" b="0">
                <a:latin typeface="Marlett" charset="0"/>
                <a:cs typeface="Arial" charset="0"/>
              </a:rPr>
              <a:pPr/>
              <a:t>86</a:t>
            </a:fld>
            <a:endParaRPr lang="en-US" sz="1300" b="0">
              <a:latin typeface="Marlett" charset="0"/>
              <a:cs typeface="Arial" charset="0"/>
            </a:endParaRPr>
          </a:p>
        </p:txBody>
      </p:sp>
      <p:sp>
        <p:nvSpPr>
          <p:cNvPr id="226307" name="Rectangle 2"/>
          <p:cNvSpPr>
            <a:spLocks noGrp="1" noRot="1" noChangeAspect="1" noChangeArrowheads="1" noTextEdit="1"/>
          </p:cNvSpPr>
          <p:nvPr>
            <p:ph type="sldImg"/>
          </p:nvPr>
        </p:nvSpPr>
        <p:spPr>
          <a:ln/>
        </p:spPr>
      </p:sp>
      <p:sp>
        <p:nvSpPr>
          <p:cNvPr id="2263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3371636026"/>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3"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2283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0A635309-5EE3-EA49-91BE-E52529EB2266}" type="slidenum">
              <a:rPr lang="ar-SA" sz="1300" b="0">
                <a:latin typeface="Marlett" charset="0"/>
                <a:cs typeface="Arial" charset="0"/>
              </a:rPr>
              <a:pPr/>
              <a:t>87</a:t>
            </a:fld>
            <a:endParaRPr lang="en-US" sz="1300" b="0">
              <a:latin typeface="Marlett" charset="0"/>
              <a:cs typeface="Arial" charset="0"/>
            </a:endParaRPr>
          </a:p>
        </p:txBody>
      </p:sp>
      <p:sp>
        <p:nvSpPr>
          <p:cNvPr id="228355" name="Rectangle 2"/>
          <p:cNvSpPr>
            <a:spLocks noGrp="1" noRot="1" noChangeAspect="1" noChangeArrowheads="1" noTextEdit="1"/>
          </p:cNvSpPr>
          <p:nvPr>
            <p:ph type="sldImg"/>
          </p:nvPr>
        </p:nvSpPr>
        <p:spPr>
          <a:ln/>
        </p:spPr>
      </p:sp>
      <p:sp>
        <p:nvSpPr>
          <p:cNvPr id="2283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1839591507"/>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2304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3773F778-5C23-9949-87C5-5C8295120D72}" type="slidenum">
              <a:rPr lang="ar-SA" sz="1300" b="0">
                <a:latin typeface="Marlett" charset="0"/>
                <a:cs typeface="Arial" charset="0"/>
              </a:rPr>
              <a:pPr/>
              <a:t>88</a:t>
            </a:fld>
            <a:endParaRPr lang="en-US" sz="1300" b="0">
              <a:latin typeface="Marlett" charset="0"/>
              <a:cs typeface="Arial" charset="0"/>
            </a:endParaRPr>
          </a:p>
        </p:txBody>
      </p:sp>
      <p:sp>
        <p:nvSpPr>
          <p:cNvPr id="230403" name="Rectangle 2"/>
          <p:cNvSpPr>
            <a:spLocks noGrp="1" noRot="1" noChangeAspect="1" noChangeArrowheads="1" noTextEdit="1"/>
          </p:cNvSpPr>
          <p:nvPr>
            <p:ph type="sldImg"/>
          </p:nvPr>
        </p:nvSpPr>
        <p:spPr>
          <a:ln/>
        </p:spPr>
      </p:sp>
      <p:sp>
        <p:nvSpPr>
          <p:cNvPr id="2304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1741728412"/>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49"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2324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FC50647E-6CA5-0545-86A9-2E0044027A21}" type="slidenum">
              <a:rPr lang="ar-SA" sz="1300" b="0">
                <a:latin typeface="Marlett" charset="0"/>
                <a:cs typeface="Arial" charset="0"/>
              </a:rPr>
              <a:pPr/>
              <a:t>89</a:t>
            </a:fld>
            <a:endParaRPr lang="en-US" sz="1300" b="0">
              <a:latin typeface="Marlett" charset="0"/>
              <a:cs typeface="Arial" charset="0"/>
            </a:endParaRPr>
          </a:p>
        </p:txBody>
      </p:sp>
      <p:sp>
        <p:nvSpPr>
          <p:cNvPr id="232451" name="Rectangle 2"/>
          <p:cNvSpPr>
            <a:spLocks noGrp="1" noRot="1" noChangeAspect="1" noChangeArrowheads="1" noTextEdit="1"/>
          </p:cNvSpPr>
          <p:nvPr>
            <p:ph type="sldImg"/>
          </p:nvPr>
        </p:nvSpPr>
        <p:spPr>
          <a:ln/>
        </p:spPr>
      </p:sp>
      <p:sp>
        <p:nvSpPr>
          <p:cNvPr id="2324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3688699734"/>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7"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2344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9EA5F0B6-EA88-AB4F-B8A3-CF79BD0BB4EE}" type="slidenum">
              <a:rPr lang="ar-SA" sz="1300" b="0">
                <a:latin typeface="Marlett" charset="0"/>
                <a:cs typeface="Arial" charset="0"/>
              </a:rPr>
              <a:pPr/>
              <a:t>90</a:t>
            </a:fld>
            <a:endParaRPr lang="en-US" sz="1300" b="0">
              <a:latin typeface="Marlett" charset="0"/>
              <a:cs typeface="Arial" charset="0"/>
            </a:endParaRPr>
          </a:p>
        </p:txBody>
      </p:sp>
      <p:sp>
        <p:nvSpPr>
          <p:cNvPr id="234499" name="Rectangle 2"/>
          <p:cNvSpPr>
            <a:spLocks noGrp="1" noRot="1" noChangeAspect="1" noChangeArrowheads="1" noTextEdit="1"/>
          </p:cNvSpPr>
          <p:nvPr>
            <p:ph type="sldImg"/>
          </p:nvPr>
        </p:nvSpPr>
        <p:spPr>
          <a:ln/>
        </p:spPr>
      </p:sp>
      <p:sp>
        <p:nvSpPr>
          <p:cNvPr id="2345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1643655800"/>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5"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2365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F9E0D76A-5EE4-C046-9B49-7B0075AACA4E}" type="slidenum">
              <a:rPr lang="ar-SA" sz="1300" b="0">
                <a:latin typeface="Marlett" charset="0"/>
                <a:cs typeface="Arial" charset="0"/>
              </a:rPr>
              <a:pPr/>
              <a:t>91</a:t>
            </a:fld>
            <a:endParaRPr lang="en-US" sz="1300" b="0">
              <a:latin typeface="Marlett" charset="0"/>
              <a:cs typeface="Arial" charset="0"/>
            </a:endParaRPr>
          </a:p>
        </p:txBody>
      </p:sp>
      <p:sp>
        <p:nvSpPr>
          <p:cNvPr id="236547" name="Rectangle 2"/>
          <p:cNvSpPr>
            <a:spLocks noGrp="1" noRot="1" noChangeAspect="1" noChangeArrowheads="1" noTextEdit="1"/>
          </p:cNvSpPr>
          <p:nvPr>
            <p:ph type="sldImg"/>
          </p:nvPr>
        </p:nvSpPr>
        <p:spPr>
          <a:ln/>
        </p:spPr>
      </p:sp>
      <p:sp>
        <p:nvSpPr>
          <p:cNvPr id="2365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4280651754"/>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3"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2385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B2784BE7-CF47-E948-9287-12F56B60CC2D}" type="slidenum">
              <a:rPr lang="ar-SA" sz="1300" b="0">
                <a:latin typeface="Marlett" charset="0"/>
                <a:cs typeface="Arial" charset="0"/>
              </a:rPr>
              <a:pPr/>
              <a:t>92</a:t>
            </a:fld>
            <a:endParaRPr lang="en-US" sz="1300" b="0">
              <a:latin typeface="Marlett" charset="0"/>
              <a:cs typeface="Arial" charset="0"/>
            </a:endParaRPr>
          </a:p>
        </p:txBody>
      </p:sp>
      <p:sp>
        <p:nvSpPr>
          <p:cNvPr id="238595" name="Rectangle 2"/>
          <p:cNvSpPr>
            <a:spLocks noGrp="1" noRot="1" noChangeAspect="1" noChangeArrowheads="1" noTextEdit="1"/>
          </p:cNvSpPr>
          <p:nvPr>
            <p:ph type="sldImg"/>
          </p:nvPr>
        </p:nvSpPr>
        <p:spPr>
          <a:ln/>
        </p:spPr>
      </p:sp>
      <p:sp>
        <p:nvSpPr>
          <p:cNvPr id="2385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1539888990"/>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2406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526177C5-D4B0-6A45-940A-42A38DFF511D}" type="slidenum">
              <a:rPr lang="ar-SA" sz="1300" b="0">
                <a:latin typeface="Marlett" charset="0"/>
                <a:cs typeface="Arial" charset="0"/>
              </a:rPr>
              <a:pPr/>
              <a:t>93</a:t>
            </a:fld>
            <a:endParaRPr lang="en-US" sz="1300" b="0">
              <a:latin typeface="Marlett" charset="0"/>
              <a:cs typeface="Arial" charset="0"/>
            </a:endParaRPr>
          </a:p>
        </p:txBody>
      </p:sp>
      <p:sp>
        <p:nvSpPr>
          <p:cNvPr id="240643" name="Rectangle 2"/>
          <p:cNvSpPr>
            <a:spLocks noGrp="1" noRot="1" noChangeAspect="1" noChangeArrowheads="1" noTextEdit="1"/>
          </p:cNvSpPr>
          <p:nvPr>
            <p:ph type="sldImg"/>
          </p:nvPr>
        </p:nvSpPr>
        <p:spPr>
          <a:ln/>
        </p:spPr>
      </p:sp>
      <p:sp>
        <p:nvSpPr>
          <p:cNvPr id="240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167211242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89"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2426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E9E95DAD-BDFE-504D-800D-BBC257954437}" type="slidenum">
              <a:rPr lang="ar-SA" sz="1300" b="0">
                <a:latin typeface="Marlett" charset="0"/>
                <a:cs typeface="Arial" charset="0"/>
              </a:rPr>
              <a:pPr/>
              <a:t>94</a:t>
            </a:fld>
            <a:endParaRPr lang="en-US" sz="1300" b="0">
              <a:latin typeface="Marlett" charset="0"/>
              <a:cs typeface="Arial" charset="0"/>
            </a:endParaRPr>
          </a:p>
        </p:txBody>
      </p:sp>
      <p:sp>
        <p:nvSpPr>
          <p:cNvPr id="242691" name="Rectangle 2"/>
          <p:cNvSpPr>
            <a:spLocks noGrp="1" noRot="1" noChangeAspect="1" noChangeArrowheads="1" noTextEdit="1"/>
          </p:cNvSpPr>
          <p:nvPr>
            <p:ph type="sldImg"/>
          </p:nvPr>
        </p:nvSpPr>
        <p:spPr>
          <a:ln/>
        </p:spPr>
      </p:sp>
      <p:sp>
        <p:nvSpPr>
          <p:cNvPr id="2426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Arial" charset="0"/>
              </a:rPr>
              <a:t>If D</a:t>
            </a:r>
            <a:r>
              <a:rPr lang="en-US" baseline="-25000" dirty="0">
                <a:latin typeface="Arial" charset="0"/>
              </a:rPr>
              <a:t>A</a:t>
            </a:r>
            <a:r>
              <a:rPr lang="en-US" dirty="0">
                <a:latin typeface="Arial" charset="0"/>
              </a:rPr>
              <a:t> </a:t>
            </a:r>
            <a:r>
              <a:rPr lang="en-US" sz="900" dirty="0">
                <a:latin typeface="Arial" charset="0"/>
                <a:sym typeface="Wingdings" charset="0"/>
              </a:rPr>
              <a:t></a:t>
            </a:r>
            <a:r>
              <a:rPr lang="en-US" dirty="0">
                <a:latin typeface="Arial" charset="0"/>
              </a:rPr>
              <a:t> </a:t>
            </a:r>
            <a:r>
              <a:rPr lang="en-US" dirty="0" err="1">
                <a:latin typeface="Arial" charset="0"/>
              </a:rPr>
              <a:t>D</a:t>
            </a:r>
            <a:r>
              <a:rPr lang="en-US" baseline="-25000" dirty="0" err="1">
                <a:latin typeface="Arial" charset="0"/>
              </a:rPr>
              <a:t>B</a:t>
            </a:r>
            <a:r>
              <a:rPr lang="en-US" dirty="0" err="1">
                <a:latin typeface="Arial" charset="0"/>
              </a:rPr>
              <a:t>then</a:t>
            </a:r>
            <a:r>
              <a:rPr lang="en-US" dirty="0">
                <a:latin typeface="Arial" charset="0"/>
              </a:rPr>
              <a:t> A</a:t>
            </a:r>
            <a:r>
              <a:rPr lang="fr-FR" altLang="ja-JP" dirty="0">
                <a:latin typeface="Arial" charset="0"/>
              </a:rPr>
              <a:t>'</a:t>
            </a:r>
            <a:r>
              <a:rPr lang="en-US" altLang="ja-JP" dirty="0">
                <a:latin typeface="Arial" charset="0"/>
              </a:rPr>
              <a:t>s label is earlier. By the code B reads A</a:t>
            </a:r>
            <a:r>
              <a:rPr lang="fr-FR" altLang="ja-JP" dirty="0">
                <a:latin typeface="Arial" charset="0"/>
              </a:rPr>
              <a:t>'</a:t>
            </a:r>
            <a:r>
              <a:rPr lang="en-US" altLang="ja-JP" dirty="0">
                <a:latin typeface="Arial" charset="0"/>
              </a:rPr>
              <a:t>s label, then writes its own, then checks A</a:t>
            </a:r>
            <a:r>
              <a:rPr lang="fr-FR" altLang="ja-JP" dirty="0">
                <a:latin typeface="Arial" charset="0"/>
              </a:rPr>
              <a:t>'</a:t>
            </a:r>
            <a:r>
              <a:rPr lang="en-US" altLang="ja-JP" dirty="0">
                <a:latin typeface="Arial" charset="0"/>
              </a:rPr>
              <a:t>s label and compares to its own. Moreover, A writes its label before B can read it, so if it has an earlier (lower) label B will see it and not go in. </a:t>
            </a:r>
            <a:endParaRPr lang="en-US" dirty="0">
              <a:latin typeface="Arial" charset="0"/>
            </a:endParaRPr>
          </a:p>
        </p:txBody>
      </p:sp>
    </p:spTree>
    <p:extLst>
      <p:ext uri="{BB962C8B-B14F-4D97-AF65-F5344CB8AC3E}">
        <p14:creationId xmlns:p14="http://schemas.microsoft.com/office/powerpoint/2010/main" val="375178786"/>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7"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2447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337EA2F8-F6DA-4346-8576-77C589DD44F8}" type="slidenum">
              <a:rPr lang="ar-SA" sz="1300" b="0">
                <a:latin typeface="Marlett" charset="0"/>
                <a:cs typeface="Arial" charset="0"/>
              </a:rPr>
              <a:pPr/>
              <a:t>95</a:t>
            </a:fld>
            <a:endParaRPr lang="en-US" sz="1300" b="0">
              <a:latin typeface="Marlett" charset="0"/>
              <a:cs typeface="Arial" charset="0"/>
            </a:endParaRPr>
          </a:p>
        </p:txBody>
      </p:sp>
      <p:sp>
        <p:nvSpPr>
          <p:cNvPr id="244739" name="Rectangle 2"/>
          <p:cNvSpPr>
            <a:spLocks noGrp="1" noRot="1" noChangeAspect="1" noChangeArrowheads="1" noTextEdit="1"/>
          </p:cNvSpPr>
          <p:nvPr>
            <p:ph type="sldImg"/>
          </p:nvPr>
        </p:nvSpPr>
        <p:spPr>
          <a:ln/>
        </p:spPr>
      </p:sp>
      <p:sp>
        <p:nvSpPr>
          <p:cNvPr id="2447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2425001274"/>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5"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2467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06786ACD-1C5B-8C4F-8E7F-06943028E695}" type="slidenum">
              <a:rPr lang="ar-SA" sz="1300" b="0">
                <a:latin typeface="Marlett" charset="0"/>
                <a:cs typeface="Arial" charset="0"/>
              </a:rPr>
              <a:pPr/>
              <a:t>96</a:t>
            </a:fld>
            <a:endParaRPr lang="en-US" sz="1300" b="0">
              <a:latin typeface="Marlett" charset="0"/>
              <a:cs typeface="Arial" charset="0"/>
            </a:endParaRPr>
          </a:p>
        </p:txBody>
      </p:sp>
      <p:sp>
        <p:nvSpPr>
          <p:cNvPr id="246787" name="Rectangle 2"/>
          <p:cNvSpPr>
            <a:spLocks noGrp="1" noRot="1" noChangeAspect="1" noChangeArrowheads="1" noTextEdit="1"/>
          </p:cNvSpPr>
          <p:nvPr>
            <p:ph type="sldImg"/>
          </p:nvPr>
        </p:nvSpPr>
        <p:spPr>
          <a:ln/>
        </p:spPr>
      </p:sp>
      <p:sp>
        <p:nvSpPr>
          <p:cNvPr id="2467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683406160"/>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3"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2488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EDB434CF-5A1A-134C-8AD3-C4CF556A6DE4}" type="slidenum">
              <a:rPr lang="ar-SA" sz="1300" b="0">
                <a:latin typeface="Marlett" charset="0"/>
                <a:cs typeface="Arial" charset="0"/>
              </a:rPr>
              <a:pPr/>
              <a:t>97</a:t>
            </a:fld>
            <a:endParaRPr lang="en-US" sz="1300" b="0">
              <a:latin typeface="Marlett" charset="0"/>
              <a:cs typeface="Arial" charset="0"/>
            </a:endParaRPr>
          </a:p>
        </p:txBody>
      </p:sp>
      <p:sp>
        <p:nvSpPr>
          <p:cNvPr id="248835" name="Rectangle 2"/>
          <p:cNvSpPr>
            <a:spLocks noGrp="1" noRot="1" noChangeAspect="1" noChangeArrowheads="1" noTextEdit="1"/>
          </p:cNvSpPr>
          <p:nvPr>
            <p:ph type="sldImg"/>
          </p:nvPr>
        </p:nvSpPr>
        <p:spPr>
          <a:ln/>
        </p:spPr>
      </p:sp>
      <p:sp>
        <p:nvSpPr>
          <p:cNvPr id="2488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3606471260"/>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250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C6FFB43F-0B49-6A4A-878B-572675E711B2}" type="slidenum">
              <a:rPr lang="ar-SA" sz="1300" b="0">
                <a:latin typeface="Marlett" charset="0"/>
                <a:cs typeface="Arial" charset="0"/>
              </a:rPr>
              <a:pPr/>
              <a:t>98</a:t>
            </a:fld>
            <a:endParaRPr lang="en-US" sz="1300" b="0">
              <a:latin typeface="Marlett" charset="0"/>
              <a:cs typeface="Arial" charset="0"/>
            </a:endParaRPr>
          </a:p>
        </p:txBody>
      </p:sp>
      <p:sp>
        <p:nvSpPr>
          <p:cNvPr id="250883" name="Rectangle 2"/>
          <p:cNvSpPr>
            <a:spLocks noGrp="1" noRot="1" noChangeAspect="1" noChangeArrowheads="1" noTextEdit="1"/>
          </p:cNvSpPr>
          <p:nvPr>
            <p:ph type="sldImg"/>
          </p:nvPr>
        </p:nvSpPr>
        <p:spPr>
          <a:ln/>
        </p:spPr>
      </p:sp>
      <p:sp>
        <p:nvSpPr>
          <p:cNvPr id="250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3803416748"/>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29"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2529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CB7431F7-1B0D-164F-832C-73843256317D}" type="slidenum">
              <a:rPr lang="ar-SA" sz="1300" b="0">
                <a:latin typeface="Marlett" charset="0"/>
                <a:cs typeface="Arial" charset="0"/>
              </a:rPr>
              <a:pPr/>
              <a:t>99</a:t>
            </a:fld>
            <a:endParaRPr lang="en-US" sz="1300" b="0">
              <a:latin typeface="Marlett" charset="0"/>
              <a:cs typeface="Arial" charset="0"/>
            </a:endParaRPr>
          </a:p>
        </p:txBody>
      </p:sp>
      <p:sp>
        <p:nvSpPr>
          <p:cNvPr id="252931" name="Rectangle 2"/>
          <p:cNvSpPr>
            <a:spLocks noGrp="1" noRot="1" noChangeAspect="1" noChangeArrowheads="1" noTextEdit="1"/>
          </p:cNvSpPr>
          <p:nvPr>
            <p:ph type="sldImg"/>
          </p:nvPr>
        </p:nvSpPr>
        <p:spPr>
          <a:ln/>
        </p:spPr>
      </p:sp>
      <p:sp>
        <p:nvSpPr>
          <p:cNvPr id="2529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3394494209"/>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7"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2549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30B71C22-C299-4D40-8457-9B925B85356A}" type="slidenum">
              <a:rPr lang="ar-SA" sz="1300" b="0">
                <a:latin typeface="Marlett" charset="0"/>
                <a:cs typeface="Arial" charset="0"/>
              </a:rPr>
              <a:pPr/>
              <a:t>100</a:t>
            </a:fld>
            <a:endParaRPr lang="en-US" sz="1300" b="0">
              <a:latin typeface="Marlett" charset="0"/>
              <a:cs typeface="Arial" charset="0"/>
            </a:endParaRPr>
          </a:p>
        </p:txBody>
      </p:sp>
      <p:sp>
        <p:nvSpPr>
          <p:cNvPr id="254979" name="Rectangle 2"/>
          <p:cNvSpPr>
            <a:spLocks noGrp="1" noRot="1" noChangeAspect="1" noChangeArrowheads="1" noTextEdit="1"/>
          </p:cNvSpPr>
          <p:nvPr>
            <p:ph type="sldImg"/>
          </p:nvPr>
        </p:nvSpPr>
        <p:spPr>
          <a:ln/>
        </p:spPr>
      </p:sp>
      <p:sp>
        <p:nvSpPr>
          <p:cNvPr id="2549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4188694577"/>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5"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2570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33F259EB-F124-8644-A31E-C20AEBCF1762}" type="slidenum">
              <a:rPr lang="ar-SA" sz="1300" b="0">
                <a:latin typeface="Marlett" charset="0"/>
                <a:cs typeface="Arial" charset="0"/>
              </a:rPr>
              <a:pPr/>
              <a:t>101</a:t>
            </a:fld>
            <a:endParaRPr lang="en-US" sz="1300" b="0">
              <a:latin typeface="Marlett" charset="0"/>
              <a:cs typeface="Arial" charset="0"/>
            </a:endParaRPr>
          </a:p>
        </p:txBody>
      </p:sp>
      <p:sp>
        <p:nvSpPr>
          <p:cNvPr id="257027" name="Rectangle 2"/>
          <p:cNvSpPr>
            <a:spLocks noGrp="1" noRot="1" noChangeAspect="1" noChangeArrowheads="1" noTextEdit="1"/>
          </p:cNvSpPr>
          <p:nvPr>
            <p:ph type="sldImg"/>
          </p:nvPr>
        </p:nvSpPr>
        <p:spPr>
          <a:ln/>
        </p:spPr>
      </p:sp>
      <p:sp>
        <p:nvSpPr>
          <p:cNvPr id="2570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3347684443"/>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3"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300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19892586-E10E-9647-A2F3-0BE84C482C8A}" type="slidenum">
              <a:rPr lang="ar-SA" sz="1300" b="0">
                <a:latin typeface="Marlett" charset="0"/>
                <a:cs typeface="Arial" charset="0"/>
              </a:rPr>
              <a:pPr/>
              <a:t>102</a:t>
            </a:fld>
            <a:endParaRPr lang="en-US" sz="1300" b="0">
              <a:latin typeface="Marlett" charset="0"/>
              <a:cs typeface="Arial" charset="0"/>
            </a:endParaRPr>
          </a:p>
        </p:txBody>
      </p:sp>
      <p:sp>
        <p:nvSpPr>
          <p:cNvPr id="300035" name="Rectangle 2"/>
          <p:cNvSpPr>
            <a:spLocks noGrp="1" noRot="1" noChangeAspect="1" noChangeArrowheads="1" noTextEdit="1"/>
          </p:cNvSpPr>
          <p:nvPr>
            <p:ph type="sldImg"/>
          </p:nvPr>
        </p:nvSpPr>
        <p:spPr>
          <a:ln/>
        </p:spPr>
      </p:sp>
      <p:sp>
        <p:nvSpPr>
          <p:cNvPr id="300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421234812"/>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302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549F9AA8-2163-084D-8A3B-D7F620492F80}" type="slidenum">
              <a:rPr lang="ar-SA" sz="1300" b="0">
                <a:latin typeface="Marlett" charset="0"/>
                <a:cs typeface="Arial" charset="0"/>
              </a:rPr>
              <a:pPr/>
              <a:t>103</a:t>
            </a:fld>
            <a:endParaRPr lang="en-US" sz="1300" b="0">
              <a:latin typeface="Marlett" charset="0"/>
              <a:cs typeface="Arial" charset="0"/>
            </a:endParaRPr>
          </a:p>
        </p:txBody>
      </p:sp>
      <p:sp>
        <p:nvSpPr>
          <p:cNvPr id="302083" name="Rectangle 2"/>
          <p:cNvSpPr>
            <a:spLocks noGrp="1" noRot="1" noChangeAspect="1" noChangeArrowheads="1" noTextEdit="1"/>
          </p:cNvSpPr>
          <p:nvPr>
            <p:ph type="sldImg"/>
          </p:nvPr>
        </p:nvSpPr>
        <p:spPr>
          <a:ln/>
        </p:spPr>
      </p:sp>
      <p:sp>
        <p:nvSpPr>
          <p:cNvPr id="3020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3056911754"/>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29"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3041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08C95DEC-9868-7E4F-8AB2-41A661E7717C}" type="slidenum">
              <a:rPr lang="ar-SA" sz="1300" b="0">
                <a:latin typeface="Marlett" charset="0"/>
                <a:cs typeface="Arial" charset="0"/>
              </a:rPr>
              <a:pPr/>
              <a:t>104</a:t>
            </a:fld>
            <a:endParaRPr lang="en-US" sz="1300" b="0">
              <a:latin typeface="Marlett" charset="0"/>
              <a:cs typeface="Arial" charset="0"/>
            </a:endParaRPr>
          </a:p>
        </p:txBody>
      </p:sp>
      <p:sp>
        <p:nvSpPr>
          <p:cNvPr id="304131" name="Rectangle 2"/>
          <p:cNvSpPr>
            <a:spLocks noGrp="1" noRot="1" noChangeAspect="1" noChangeArrowheads="1" noTextEdit="1"/>
          </p:cNvSpPr>
          <p:nvPr>
            <p:ph type="sldImg"/>
          </p:nvPr>
        </p:nvSpPr>
        <p:spPr>
          <a:xfrm>
            <a:off x="990600" y="768350"/>
            <a:ext cx="5119688" cy="3840163"/>
          </a:xfrm>
          <a:ln/>
        </p:spPr>
      </p:sp>
      <p:sp>
        <p:nvSpPr>
          <p:cNvPr id="304132" name="Rectangle 3"/>
          <p:cNvSpPr>
            <a:spLocks noGrp="1" noChangeArrowheads="1"/>
          </p:cNvSpPr>
          <p:nvPr>
            <p:ph type="body" idx="1"/>
          </p:nvPr>
        </p:nvSpPr>
        <p:spPr>
          <a:xfrm>
            <a:off x="946150" y="4862513"/>
            <a:ext cx="5207000" cy="46037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atin typeface="Arial" charset="0"/>
              </a:rPr>
              <a:t>This proof is not easy for undergraduates but you need to do it so that they see the weakness of read-write registers due to </a:t>
            </a:r>
          </a:p>
          <a:p>
            <a:r>
              <a:rPr lang="en-US">
                <a:latin typeface="Arial" charset="0"/>
              </a:rPr>
              <a:t>the fact that when they write they obliterate traces of what other threads wrote. </a:t>
            </a:r>
          </a:p>
          <a:p>
            <a:endParaRPr lang="en-US">
              <a:latin typeface="Arial" charset="0"/>
            </a:endParaRPr>
          </a:p>
        </p:txBody>
      </p:sp>
    </p:spTree>
    <p:extLst>
      <p:ext uri="{BB962C8B-B14F-4D97-AF65-F5344CB8AC3E}">
        <p14:creationId xmlns:p14="http://schemas.microsoft.com/office/powerpoint/2010/main" val="1619559685"/>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7"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3471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4D43A7FB-90E3-9E4D-8F60-D79412A526E3}" type="slidenum">
              <a:rPr lang="ar-SA" sz="1300" b="0">
                <a:latin typeface="Marlett" charset="0"/>
                <a:cs typeface="Arial" charset="0"/>
              </a:rPr>
              <a:pPr/>
              <a:t>105</a:t>
            </a:fld>
            <a:endParaRPr lang="en-US" sz="1300" b="0">
              <a:latin typeface="Marlett" charset="0"/>
              <a:cs typeface="Arial" charset="0"/>
            </a:endParaRPr>
          </a:p>
        </p:txBody>
      </p:sp>
      <p:sp>
        <p:nvSpPr>
          <p:cNvPr id="347139" name="Rectangle 2"/>
          <p:cNvSpPr>
            <a:spLocks noGrp="1" noRot="1" noChangeAspect="1" noChangeArrowheads="1" noTextEdit="1"/>
          </p:cNvSpPr>
          <p:nvPr>
            <p:ph type="sldImg"/>
          </p:nvPr>
        </p:nvSpPr>
        <p:spPr>
          <a:ln/>
        </p:spPr>
      </p:sp>
      <p:sp>
        <p:nvSpPr>
          <p:cNvPr id="3471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479204445"/>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5"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3491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F0EAEA11-E6CD-CB48-8D14-7D74BC09E045}" type="slidenum">
              <a:rPr lang="ar-SA" sz="1300" b="0">
                <a:latin typeface="Marlett" charset="0"/>
                <a:cs typeface="Arial" charset="0"/>
              </a:rPr>
              <a:pPr/>
              <a:t>106</a:t>
            </a:fld>
            <a:endParaRPr lang="en-US" sz="1300" b="0">
              <a:latin typeface="Marlett" charset="0"/>
              <a:cs typeface="Arial" charset="0"/>
            </a:endParaRPr>
          </a:p>
        </p:txBody>
      </p:sp>
      <p:sp>
        <p:nvSpPr>
          <p:cNvPr id="349187" name="Rectangle 2"/>
          <p:cNvSpPr>
            <a:spLocks noGrp="1" noRot="1" noChangeAspect="1" noChangeArrowheads="1" noTextEdit="1"/>
          </p:cNvSpPr>
          <p:nvPr>
            <p:ph type="sldImg"/>
          </p:nvPr>
        </p:nvSpPr>
        <p:spPr>
          <a:ln/>
        </p:spPr>
      </p:sp>
      <p:sp>
        <p:nvSpPr>
          <p:cNvPr id="3491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solidFill>
                  <a:schemeClr val="accent2"/>
                </a:solidFill>
                <a:latin typeface="Arial" charset="0"/>
              </a:rPr>
              <a:t>Say that the issue that writes </a:t>
            </a:r>
            <a:r>
              <a:rPr lang="ja-JP" altLang="en-US">
                <a:solidFill>
                  <a:schemeClr val="tx2"/>
                </a:solidFill>
                <a:latin typeface="Arial" charset="0"/>
              </a:rPr>
              <a:t>“</a:t>
            </a:r>
            <a:r>
              <a:rPr lang="en-US" altLang="ja-JP">
                <a:solidFill>
                  <a:schemeClr val="tx2"/>
                </a:solidFill>
                <a:latin typeface="Arial" charset="0"/>
              </a:rPr>
              <a:t>cover</a:t>
            </a:r>
            <a:r>
              <a:rPr lang="ja-JP" altLang="en-US">
                <a:solidFill>
                  <a:schemeClr val="tx2"/>
                </a:solidFill>
                <a:latin typeface="Arial" charset="0"/>
              </a:rPr>
              <a:t>”</a:t>
            </a:r>
            <a:r>
              <a:rPr lang="en-US" altLang="ja-JP">
                <a:solidFill>
                  <a:schemeClr val="accent2"/>
                </a:solidFill>
                <a:latin typeface="Arial" charset="0"/>
              </a:rPr>
              <a:t> older writes is a fundamental problem with RW-registers that shows up everywhere…</a:t>
            </a:r>
            <a:endParaRPr lang="en-US">
              <a:solidFill>
                <a:schemeClr val="accent2"/>
              </a:solidFill>
              <a:latin typeface="Arial" charset="0"/>
            </a:endParaRPr>
          </a:p>
        </p:txBody>
      </p:sp>
    </p:spTree>
    <p:extLst>
      <p:ext uri="{BB962C8B-B14F-4D97-AF65-F5344CB8AC3E}">
        <p14:creationId xmlns:p14="http://schemas.microsoft.com/office/powerpoint/2010/main" val="3293566819"/>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3"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351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0DD5E7C8-41FB-6945-B302-34F4181E6BC7}" type="slidenum">
              <a:rPr lang="ar-SA" sz="1300" b="0">
                <a:latin typeface="Marlett" charset="0"/>
                <a:cs typeface="Arial" charset="0"/>
              </a:rPr>
              <a:pPr/>
              <a:t>107</a:t>
            </a:fld>
            <a:endParaRPr lang="en-US" sz="1300" b="0">
              <a:latin typeface="Marlett" charset="0"/>
              <a:cs typeface="Arial" charset="0"/>
            </a:endParaRPr>
          </a:p>
        </p:txBody>
      </p:sp>
      <p:sp>
        <p:nvSpPr>
          <p:cNvPr id="351235" name="Rectangle 2"/>
          <p:cNvSpPr>
            <a:spLocks noGrp="1" noRot="1" noChangeAspect="1" noChangeArrowheads="1" noTextEdit="1"/>
          </p:cNvSpPr>
          <p:nvPr>
            <p:ph type="sldImg"/>
          </p:nvPr>
        </p:nvSpPr>
        <p:spPr>
          <a:ln/>
        </p:spPr>
      </p:sp>
      <p:sp>
        <p:nvSpPr>
          <p:cNvPr id="351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ndParaRPr>
          </a:p>
        </p:txBody>
      </p:sp>
    </p:spTree>
    <p:extLst>
      <p:ext uri="{BB962C8B-B14F-4D97-AF65-F5344CB8AC3E}">
        <p14:creationId xmlns:p14="http://schemas.microsoft.com/office/powerpoint/2010/main" val="38056096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latin typeface="Arial" pitchFamily="34" charset="0"/>
                <a:cs typeface="Arial" pitchFamily="34" charset="0"/>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atin typeface="Arial" pitchFamily="34" charset="0"/>
                <a:cs typeface="Arial" pitchFamily="34" charset="0"/>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5" name="Rectangle 6"/>
          <p:cNvSpPr>
            <a:spLocks noGrp="1" noChangeArrowheads="1"/>
          </p:cNvSpPr>
          <p:nvPr>
            <p:ph type="sldNum" sz="quarter" idx="11"/>
          </p:nvPr>
        </p:nvSpPr>
        <p:spPr>
          <a:ln/>
        </p:spPr>
        <p:txBody>
          <a:bodyPr/>
          <a:lstStyle>
            <a:lvl1pPr>
              <a:defRPr/>
            </a:lvl1pPr>
          </a:lstStyle>
          <a:p>
            <a:pPr>
              <a:defRPr/>
            </a:pPr>
            <a:fld id="{EC87F3FC-1272-B24B-8DB2-7E49C6044234}" type="slidenum">
              <a:rPr lang="ar-SA"/>
              <a:pPr>
                <a:defRPr/>
              </a:pPr>
              <a:t>‹#›</a:t>
            </a:fld>
            <a:endParaRPr lang="en-US"/>
          </a:p>
        </p:txBody>
      </p:sp>
    </p:spTree>
    <p:extLst>
      <p:ext uri="{BB962C8B-B14F-4D97-AF65-F5344CB8AC3E}">
        <p14:creationId xmlns:p14="http://schemas.microsoft.com/office/powerpoint/2010/main" val="358723984"/>
      </p:ext>
    </p:extLst>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p:txBody>
          <a:bodyPr/>
          <a:lstStyle>
            <a:lvl1pPr>
              <a:defRPr>
                <a:latin typeface="Arial" pitchFamily="34" charset="0"/>
                <a:cs typeface="Arial" pitchFamily="34" charset="0"/>
              </a:defRPr>
            </a:lvl1pPr>
          </a:lstStyle>
          <a:p>
            <a:pPr>
              <a:defRPr/>
            </a:pPr>
            <a:r>
              <a:rPr lang="en-US"/>
              <a:t>Art of Multiprocessor Programming</a:t>
            </a:r>
          </a:p>
        </p:txBody>
      </p:sp>
      <p:sp>
        <p:nvSpPr>
          <p:cNvPr id="5" name="Rectangle 6"/>
          <p:cNvSpPr>
            <a:spLocks noGrp="1" noChangeArrowheads="1"/>
          </p:cNvSpPr>
          <p:nvPr>
            <p:ph type="sldNum" sz="quarter" idx="11"/>
          </p:nvPr>
        </p:nvSpPr>
        <p:spPr/>
        <p:txBody>
          <a:bodyPr/>
          <a:lstStyle>
            <a:lvl1pPr>
              <a:defRPr/>
            </a:lvl1pPr>
          </a:lstStyle>
          <a:p>
            <a:pPr>
              <a:defRPr/>
            </a:pPr>
            <a:fld id="{6E8E1C63-4222-DB4B-8B47-CCAE4208DF5D}" type="slidenum">
              <a:rPr lang="ar-SA"/>
              <a:pPr>
                <a:defRPr/>
              </a:pPr>
              <a:t>‹#›</a:t>
            </a:fld>
            <a:endParaRPr lang="en-US"/>
          </a:p>
        </p:txBody>
      </p:sp>
    </p:spTree>
    <p:extLst>
      <p:ext uri="{BB962C8B-B14F-4D97-AF65-F5344CB8AC3E}">
        <p14:creationId xmlns:p14="http://schemas.microsoft.com/office/powerpoint/2010/main" val="1317639921"/>
      </p:ext>
    </p:extLst>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p:cNvSpPr>
            <a:spLocks noGrp="1" noChangeArrowheads="1"/>
          </p:cNvSpPr>
          <p:nvPr>
            <p:ph type="ftr" sz="quarter" idx="10"/>
          </p:nvPr>
        </p:nvSpPr>
        <p:spPr/>
        <p:txBody>
          <a:bodyPr/>
          <a:lstStyle>
            <a:lvl1pPr>
              <a:defRPr baseline="0">
                <a:latin typeface="Arial" pitchFamily="34" charset="0"/>
                <a:cs typeface="Arial" pitchFamily="34" charset="0"/>
              </a:defRPr>
            </a:lvl1pPr>
          </a:lstStyle>
          <a:p>
            <a:pPr>
              <a:defRPr/>
            </a:pPr>
            <a:r>
              <a:rPr lang="en-US"/>
              <a:t>Art of Multiprocessor Programming</a:t>
            </a:r>
          </a:p>
        </p:txBody>
      </p:sp>
      <p:sp>
        <p:nvSpPr>
          <p:cNvPr id="5" name="Rectangle 6"/>
          <p:cNvSpPr>
            <a:spLocks noGrp="1" noChangeArrowheads="1"/>
          </p:cNvSpPr>
          <p:nvPr>
            <p:ph type="sldNum" sz="quarter" idx="11"/>
          </p:nvPr>
        </p:nvSpPr>
        <p:spPr/>
        <p:txBody>
          <a:bodyPr/>
          <a:lstStyle>
            <a:lvl1pPr>
              <a:defRPr/>
            </a:lvl1pPr>
          </a:lstStyle>
          <a:p>
            <a:pPr>
              <a:defRPr/>
            </a:pPr>
            <a:fld id="{E7E4B94B-E801-7141-B60B-F49478BAD443}" type="slidenum">
              <a:rPr lang="ar-SA"/>
              <a:pPr>
                <a:defRPr/>
              </a:pPr>
              <a:t>‹#›</a:t>
            </a:fld>
            <a:endParaRPr lang="en-US"/>
          </a:p>
        </p:txBody>
      </p:sp>
    </p:spTree>
    <p:extLst>
      <p:ext uri="{BB962C8B-B14F-4D97-AF65-F5344CB8AC3E}">
        <p14:creationId xmlns:p14="http://schemas.microsoft.com/office/powerpoint/2010/main" val="3128776454"/>
      </p:ext>
    </p:extLst>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6" name="Rectangle 6"/>
          <p:cNvSpPr>
            <a:spLocks noGrp="1" noChangeArrowheads="1"/>
          </p:cNvSpPr>
          <p:nvPr>
            <p:ph type="sldNum" sz="quarter" idx="11"/>
          </p:nvPr>
        </p:nvSpPr>
        <p:spPr>
          <a:ln/>
        </p:spPr>
        <p:txBody>
          <a:bodyPr/>
          <a:lstStyle>
            <a:lvl1pPr>
              <a:defRPr/>
            </a:lvl1pPr>
          </a:lstStyle>
          <a:p>
            <a:pPr>
              <a:defRPr/>
            </a:pPr>
            <a:fld id="{87D7E257-1E12-BD41-9F52-9523FE2C2A98}" type="slidenum">
              <a:rPr lang="ar-SA"/>
              <a:pPr>
                <a:defRPr/>
              </a:pPr>
              <a:t>‹#›</a:t>
            </a:fld>
            <a:endParaRPr lang="en-US"/>
          </a:p>
        </p:txBody>
      </p:sp>
    </p:spTree>
    <p:extLst>
      <p:ext uri="{BB962C8B-B14F-4D97-AF65-F5344CB8AC3E}">
        <p14:creationId xmlns:p14="http://schemas.microsoft.com/office/powerpoint/2010/main" val="2866009675"/>
      </p:ext>
    </p:extLst>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p:cNvSpPr>
            <a:spLocks noGrp="1" noChangeArrowheads="1"/>
          </p:cNvSpPr>
          <p:nvPr>
            <p:ph type="ftr" sz="quarter" idx="10"/>
          </p:nvPr>
        </p:nvSpPr>
        <p:spPr/>
        <p:txBody>
          <a:bodyPr/>
          <a:lstStyle>
            <a:lvl1pPr>
              <a:defRPr>
                <a:latin typeface="Arial" pitchFamily="34" charset="0"/>
                <a:cs typeface="Arial" pitchFamily="34" charset="0"/>
              </a:defRPr>
            </a:lvl1pPr>
          </a:lstStyle>
          <a:p>
            <a:pPr>
              <a:defRPr/>
            </a:pPr>
            <a:r>
              <a:rPr lang="en-US"/>
              <a:t>Art of Multiprocessor Programming</a:t>
            </a:r>
          </a:p>
        </p:txBody>
      </p:sp>
      <p:sp>
        <p:nvSpPr>
          <p:cNvPr id="8" name="Rectangle 6"/>
          <p:cNvSpPr>
            <a:spLocks noGrp="1" noChangeArrowheads="1"/>
          </p:cNvSpPr>
          <p:nvPr>
            <p:ph type="sldNum" sz="quarter" idx="11"/>
          </p:nvPr>
        </p:nvSpPr>
        <p:spPr/>
        <p:txBody>
          <a:bodyPr/>
          <a:lstStyle>
            <a:lvl1pPr>
              <a:defRPr/>
            </a:lvl1pPr>
          </a:lstStyle>
          <a:p>
            <a:pPr>
              <a:defRPr/>
            </a:pPr>
            <a:fld id="{6D75100F-E733-034F-9B6B-67FCAE88FF77}" type="slidenum">
              <a:rPr lang="ar-SA"/>
              <a:pPr>
                <a:defRPr/>
              </a:pPr>
              <a:t>‹#›</a:t>
            </a:fld>
            <a:endParaRPr lang="en-US"/>
          </a:p>
        </p:txBody>
      </p:sp>
    </p:spTree>
    <p:extLst>
      <p:ext uri="{BB962C8B-B14F-4D97-AF65-F5344CB8AC3E}">
        <p14:creationId xmlns:p14="http://schemas.microsoft.com/office/powerpoint/2010/main" val="1185491824"/>
      </p:ext>
    </p:extLst>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p:cNvSpPr>
            <a:spLocks noGrp="1" noChangeArrowheads="1"/>
          </p:cNvSpPr>
          <p:nvPr>
            <p:ph type="ftr" sz="quarter" idx="10"/>
          </p:nvPr>
        </p:nvSpPr>
        <p:spPr/>
        <p:txBody>
          <a:bodyPr/>
          <a:lstStyle>
            <a:lvl1pPr>
              <a:defRPr>
                <a:latin typeface="Arial" pitchFamily="34" charset="0"/>
                <a:cs typeface="Arial" pitchFamily="34" charset="0"/>
              </a:defRPr>
            </a:lvl1pPr>
          </a:lstStyle>
          <a:p>
            <a:pPr>
              <a:defRPr/>
            </a:pPr>
            <a:r>
              <a:rPr lang="en-US"/>
              <a:t>Art of Multiprocessor Programming</a:t>
            </a:r>
          </a:p>
        </p:txBody>
      </p:sp>
      <p:sp>
        <p:nvSpPr>
          <p:cNvPr id="4" name="Rectangle 6"/>
          <p:cNvSpPr>
            <a:spLocks noGrp="1" noChangeArrowheads="1"/>
          </p:cNvSpPr>
          <p:nvPr>
            <p:ph type="sldNum" sz="quarter" idx="11"/>
          </p:nvPr>
        </p:nvSpPr>
        <p:spPr/>
        <p:txBody>
          <a:bodyPr/>
          <a:lstStyle>
            <a:lvl1pPr>
              <a:defRPr/>
            </a:lvl1pPr>
          </a:lstStyle>
          <a:p>
            <a:pPr>
              <a:defRPr/>
            </a:pPr>
            <a:fld id="{CFD9E499-ADD1-834B-8DD6-E96C8A61FFA5}" type="slidenum">
              <a:rPr lang="ar-SA"/>
              <a:pPr>
                <a:defRPr/>
              </a:pPr>
              <a:t>‹#›</a:t>
            </a:fld>
            <a:endParaRPr lang="en-US"/>
          </a:p>
        </p:txBody>
      </p:sp>
    </p:spTree>
    <p:extLst>
      <p:ext uri="{BB962C8B-B14F-4D97-AF65-F5344CB8AC3E}">
        <p14:creationId xmlns:p14="http://schemas.microsoft.com/office/powerpoint/2010/main" val="3840064233"/>
      </p:ext>
    </p:extLst>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p:txBody>
          <a:bodyPr/>
          <a:lstStyle>
            <a:lvl1pPr>
              <a:defRPr>
                <a:latin typeface="Arial" pitchFamily="34" charset="0"/>
                <a:cs typeface="Arial" pitchFamily="34" charset="0"/>
              </a:defRPr>
            </a:lvl1pPr>
          </a:lstStyle>
          <a:p>
            <a:pPr>
              <a:defRPr/>
            </a:pPr>
            <a:r>
              <a:rPr lang="en-US"/>
              <a:t>Art of Multiprocessor Programming</a:t>
            </a:r>
          </a:p>
        </p:txBody>
      </p:sp>
      <p:sp>
        <p:nvSpPr>
          <p:cNvPr id="3" name="Rectangle 6"/>
          <p:cNvSpPr>
            <a:spLocks noGrp="1" noChangeArrowheads="1"/>
          </p:cNvSpPr>
          <p:nvPr>
            <p:ph type="sldNum" sz="quarter" idx="11"/>
          </p:nvPr>
        </p:nvSpPr>
        <p:spPr/>
        <p:txBody>
          <a:bodyPr/>
          <a:lstStyle>
            <a:lvl1pPr>
              <a:defRPr/>
            </a:lvl1pPr>
          </a:lstStyle>
          <a:p>
            <a:pPr>
              <a:defRPr/>
            </a:pPr>
            <a:fld id="{839151C7-5A62-024E-87C8-DA0153F59CB8}" type="slidenum">
              <a:rPr lang="ar-SA"/>
              <a:pPr>
                <a:defRPr/>
              </a:pPr>
              <a:t>‹#›</a:t>
            </a:fld>
            <a:endParaRPr lang="en-US"/>
          </a:p>
        </p:txBody>
      </p:sp>
    </p:spTree>
    <p:extLst>
      <p:ext uri="{BB962C8B-B14F-4D97-AF65-F5344CB8AC3E}">
        <p14:creationId xmlns:p14="http://schemas.microsoft.com/office/powerpoint/2010/main" val="1836986143"/>
      </p:ext>
    </p:extLst>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6" name="Rectangle 6"/>
          <p:cNvSpPr>
            <a:spLocks noGrp="1" noChangeArrowheads="1"/>
          </p:cNvSpPr>
          <p:nvPr>
            <p:ph type="sldNum" sz="quarter" idx="11"/>
          </p:nvPr>
        </p:nvSpPr>
        <p:spPr>
          <a:ln/>
        </p:spPr>
        <p:txBody>
          <a:bodyPr/>
          <a:lstStyle>
            <a:lvl1pPr>
              <a:defRPr/>
            </a:lvl1pPr>
          </a:lstStyle>
          <a:p>
            <a:pPr>
              <a:defRPr/>
            </a:pPr>
            <a:fld id="{7393CFF1-AEF9-1A4A-833E-9A1A3CA158C7}" type="slidenum">
              <a:rPr lang="ar-SA"/>
              <a:pPr>
                <a:defRPr/>
              </a:pPr>
              <a:t>‹#›</a:t>
            </a:fld>
            <a:endParaRPr lang="en-US"/>
          </a:p>
        </p:txBody>
      </p:sp>
    </p:spTree>
    <p:extLst>
      <p:ext uri="{BB962C8B-B14F-4D97-AF65-F5344CB8AC3E}">
        <p14:creationId xmlns:p14="http://schemas.microsoft.com/office/powerpoint/2010/main" val="3918281211"/>
      </p:ext>
    </p:extLst>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6" name="Rectangle 6"/>
          <p:cNvSpPr>
            <a:spLocks noGrp="1" noChangeArrowheads="1"/>
          </p:cNvSpPr>
          <p:nvPr>
            <p:ph type="sldNum" sz="quarter" idx="11"/>
          </p:nvPr>
        </p:nvSpPr>
        <p:spPr>
          <a:ln/>
        </p:spPr>
        <p:txBody>
          <a:bodyPr/>
          <a:lstStyle>
            <a:lvl1pPr>
              <a:defRPr/>
            </a:lvl1pPr>
          </a:lstStyle>
          <a:p>
            <a:pPr>
              <a:defRPr/>
            </a:pPr>
            <a:fld id="{AD01D05F-0663-B14E-BDA1-30BDDED36A61}" type="slidenum">
              <a:rPr lang="ar-SA"/>
              <a:pPr>
                <a:defRPr/>
              </a:pPr>
              <a:t>‹#›</a:t>
            </a:fld>
            <a:endParaRPr lang="en-US"/>
          </a:p>
        </p:txBody>
      </p:sp>
    </p:spTree>
    <p:extLst>
      <p:ext uri="{BB962C8B-B14F-4D97-AF65-F5344CB8AC3E}">
        <p14:creationId xmlns:p14="http://schemas.microsoft.com/office/powerpoint/2010/main" val="3245889648"/>
      </p:ext>
    </p:extLst>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5" name="Rectangle 6"/>
          <p:cNvSpPr>
            <a:spLocks noGrp="1" noChangeArrowheads="1"/>
          </p:cNvSpPr>
          <p:nvPr>
            <p:ph type="sldNum" sz="quarter" idx="11"/>
          </p:nvPr>
        </p:nvSpPr>
        <p:spPr>
          <a:ln/>
        </p:spPr>
        <p:txBody>
          <a:bodyPr/>
          <a:lstStyle>
            <a:lvl1pPr>
              <a:defRPr/>
            </a:lvl1pPr>
          </a:lstStyle>
          <a:p>
            <a:pPr>
              <a:defRPr/>
            </a:pPr>
            <a:fld id="{2DF2378D-77FA-0A4E-8959-325DE6D9FE24}" type="slidenum">
              <a:rPr lang="ar-SA"/>
              <a:pPr>
                <a:defRPr/>
              </a:pPr>
              <a:t>‹#›</a:t>
            </a:fld>
            <a:endParaRPr lang="en-US"/>
          </a:p>
        </p:txBody>
      </p:sp>
    </p:spTree>
    <p:extLst>
      <p:ext uri="{BB962C8B-B14F-4D97-AF65-F5344CB8AC3E}">
        <p14:creationId xmlns:p14="http://schemas.microsoft.com/office/powerpoint/2010/main" val="1809795984"/>
      </p:ext>
    </p:extLst>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5" name="Rectangle 6"/>
          <p:cNvSpPr>
            <a:spLocks noGrp="1" noChangeArrowheads="1"/>
          </p:cNvSpPr>
          <p:nvPr>
            <p:ph type="sldNum" sz="quarter" idx="11"/>
          </p:nvPr>
        </p:nvSpPr>
        <p:spPr>
          <a:ln/>
        </p:spPr>
        <p:txBody>
          <a:bodyPr/>
          <a:lstStyle>
            <a:lvl1pPr>
              <a:defRPr/>
            </a:lvl1pPr>
          </a:lstStyle>
          <a:p>
            <a:pPr>
              <a:defRPr/>
            </a:pPr>
            <a:fld id="{400CEF90-0012-0B4C-8B67-3821D9E96BF7}" type="slidenum">
              <a:rPr lang="ar-SA"/>
              <a:pPr>
                <a:defRPr/>
              </a:pPr>
              <a:t>‹#›</a:t>
            </a:fld>
            <a:endParaRPr lang="en-US"/>
          </a:p>
        </p:txBody>
      </p:sp>
    </p:spTree>
    <p:extLst>
      <p:ext uri="{BB962C8B-B14F-4D97-AF65-F5344CB8AC3E}">
        <p14:creationId xmlns:p14="http://schemas.microsoft.com/office/powerpoint/2010/main" val="2403109095"/>
      </p:ext>
    </p:extLst>
  </p:cSld>
  <p:clrMapOvr>
    <a:masterClrMapping/>
  </p:clrMapOvr>
  <p:transition spd="slow"/>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0" hangingPunct="0">
              <a:defRPr sz="1400" b="0">
                <a:solidFill>
                  <a:schemeClr val="tx1"/>
                </a:solidFill>
                <a:latin typeface="Arial" pitchFamily="34" charset="0"/>
                <a:ea typeface="+mn-ea"/>
                <a:cs typeface="+mn-cs"/>
              </a:defRPr>
            </a:lvl1pPr>
          </a:lstStyle>
          <a:p>
            <a:pPr>
              <a:defRPr/>
            </a:pPr>
            <a:r>
              <a:rPr lang="en-US" dirty="0"/>
              <a:t>Art of Multiprocessor Programming, 2</a:t>
            </a:r>
            <a:r>
              <a:rPr lang="en-US" baseline="30000" dirty="0"/>
              <a:t>nd</a:t>
            </a:r>
            <a:r>
              <a:rPr lang="en-US" dirty="0"/>
              <a:t> edition</a:t>
            </a: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400" b="0">
                <a:solidFill>
                  <a:schemeClr val="tx1"/>
                </a:solidFill>
                <a:latin typeface="Arial" charset="0"/>
                <a:cs typeface="Arial" charset="0"/>
              </a:defRPr>
            </a:lvl1pPr>
          </a:lstStyle>
          <a:p>
            <a:pPr>
              <a:defRPr/>
            </a:pPr>
            <a:fld id="{60E99943-E64F-0A49-977D-EF330955667D}" type="slidenum">
              <a:rPr lang="ar-SA"/>
              <a:pPr>
                <a:defRPr/>
              </a:pPr>
              <a:t>‹#›</a:t>
            </a:fld>
            <a:endParaRPr lang="en-US"/>
          </a:p>
        </p:txBody>
      </p:sp>
    </p:spTree>
  </p:cSld>
  <p:clrMap bg1="lt1" tx1="dk1" bg2="lt2" tx2="dk2" accent1="accent1" accent2="accent2" accent3="accent3" accent4="accent4" accent5="accent5" accent6="accent6" hlink="hlink" folHlink="folHlink"/>
  <p:sldLayoutIdLst>
    <p:sldLayoutId id="2147483701" r:id="rId1"/>
    <p:sldLayoutId id="2147483707" r:id="rId2"/>
    <p:sldLayoutId id="2147483708" r:id="rId3"/>
    <p:sldLayoutId id="2147483702" r:id="rId4"/>
    <p:sldLayoutId id="2147483709" r:id="rId5"/>
    <p:sldLayoutId id="2147483710" r:id="rId6"/>
    <p:sldLayoutId id="2147483711" r:id="rId7"/>
    <p:sldLayoutId id="2147483703" r:id="rId8"/>
    <p:sldLayoutId id="2147483704" r:id="rId9"/>
    <p:sldLayoutId id="2147483705" r:id="rId10"/>
    <p:sldLayoutId id="2147483706" r:id="rId11"/>
  </p:sldLayoutIdLst>
  <p:transition spd="slow"/>
  <p:hf hdr="0" dt="0"/>
  <p:txStyles>
    <p:titleStyle>
      <a:lvl1pPr algn="ctr" rtl="0" eaLnBrk="0" fontAlgn="base" hangingPunct="0">
        <a:spcBef>
          <a:spcPct val="0"/>
        </a:spcBef>
        <a:spcAft>
          <a:spcPct val="0"/>
        </a:spcAft>
        <a:defRPr sz="4400">
          <a:solidFill>
            <a:schemeClr val="tx2"/>
          </a:solidFill>
          <a:latin typeface="Arial" pitchFamily="34" charset="0"/>
          <a:ea typeface="ＭＳ Ｐゴシック" charset="0"/>
          <a:cs typeface="Arial" pitchFamily="34" charset="0"/>
        </a:defRPr>
      </a:lvl1pPr>
      <a:lvl2pPr algn="ctr" rtl="0" eaLnBrk="0" fontAlgn="base" hangingPunct="0">
        <a:spcBef>
          <a:spcPct val="0"/>
        </a:spcBef>
        <a:spcAft>
          <a:spcPct val="0"/>
        </a:spcAft>
        <a:defRPr sz="4400">
          <a:solidFill>
            <a:schemeClr val="tx2"/>
          </a:solidFill>
          <a:latin typeface="Arial" charset="0"/>
          <a:ea typeface="ＭＳ Ｐゴシック" charset="0"/>
          <a:cs typeface="Arial" charset="0"/>
        </a:defRPr>
      </a:lvl2pPr>
      <a:lvl3pPr algn="ctr" rtl="0" eaLnBrk="0" fontAlgn="base" hangingPunct="0">
        <a:spcBef>
          <a:spcPct val="0"/>
        </a:spcBef>
        <a:spcAft>
          <a:spcPct val="0"/>
        </a:spcAft>
        <a:defRPr sz="4400">
          <a:solidFill>
            <a:schemeClr val="tx2"/>
          </a:solidFill>
          <a:latin typeface="Arial" charset="0"/>
          <a:ea typeface="ＭＳ Ｐゴシック" charset="0"/>
          <a:cs typeface="Arial" charset="0"/>
        </a:defRPr>
      </a:lvl3pPr>
      <a:lvl4pPr algn="ctr" rtl="0" eaLnBrk="0" fontAlgn="base" hangingPunct="0">
        <a:spcBef>
          <a:spcPct val="0"/>
        </a:spcBef>
        <a:spcAft>
          <a:spcPct val="0"/>
        </a:spcAft>
        <a:defRPr sz="4400">
          <a:solidFill>
            <a:schemeClr val="tx2"/>
          </a:solidFill>
          <a:latin typeface="Arial" charset="0"/>
          <a:ea typeface="ＭＳ Ｐゴシック" charset="0"/>
          <a:cs typeface="Arial" charset="0"/>
        </a:defRPr>
      </a:lvl4pPr>
      <a:lvl5pPr algn="ctr" rtl="0" eaLnBrk="0" fontAlgn="base" hangingPunct="0">
        <a:spcBef>
          <a:spcPct val="0"/>
        </a:spcBef>
        <a:spcAft>
          <a:spcPct val="0"/>
        </a:spcAft>
        <a:defRPr sz="4400">
          <a:solidFill>
            <a:schemeClr val="tx2"/>
          </a:solidFill>
          <a:latin typeface="Arial" charset="0"/>
          <a:ea typeface="ＭＳ Ｐゴシック" charset="0"/>
          <a:cs typeface="Arial" charset="0"/>
        </a:defRPr>
      </a:lvl5pPr>
      <a:lvl6pPr marL="457200" algn="ctr" rtl="0" eaLnBrk="0" fontAlgn="base" hangingPunct="0">
        <a:spcBef>
          <a:spcPct val="0"/>
        </a:spcBef>
        <a:spcAft>
          <a:spcPct val="0"/>
        </a:spcAft>
        <a:defRPr sz="4400">
          <a:solidFill>
            <a:schemeClr val="tx2"/>
          </a:solidFill>
          <a:latin typeface="Comic Sans MS" pitchFamily="66" charset="0"/>
        </a:defRPr>
      </a:lvl6pPr>
      <a:lvl7pPr marL="914400" algn="ctr" rtl="0" eaLnBrk="0" fontAlgn="base" hangingPunct="0">
        <a:spcBef>
          <a:spcPct val="0"/>
        </a:spcBef>
        <a:spcAft>
          <a:spcPct val="0"/>
        </a:spcAft>
        <a:defRPr sz="4400">
          <a:solidFill>
            <a:schemeClr val="tx2"/>
          </a:solidFill>
          <a:latin typeface="Comic Sans MS" pitchFamily="66" charset="0"/>
        </a:defRPr>
      </a:lvl7pPr>
      <a:lvl8pPr marL="1371600" algn="ctr" rtl="0" eaLnBrk="0" fontAlgn="base" hangingPunct="0">
        <a:spcBef>
          <a:spcPct val="0"/>
        </a:spcBef>
        <a:spcAft>
          <a:spcPct val="0"/>
        </a:spcAft>
        <a:defRPr sz="4400">
          <a:solidFill>
            <a:schemeClr val="tx2"/>
          </a:solidFill>
          <a:latin typeface="Comic Sans MS" pitchFamily="66" charset="0"/>
        </a:defRPr>
      </a:lvl8pPr>
      <a:lvl9pPr marL="1828800" algn="ctr" rtl="0" eaLnBrk="0" fontAlgn="base" hangingPunct="0">
        <a:spcBef>
          <a:spcPct val="0"/>
        </a:spcBef>
        <a:spcAft>
          <a:spcPct val="0"/>
        </a:spcAft>
        <a:defRPr sz="4400">
          <a:solidFill>
            <a:schemeClr val="tx2"/>
          </a:solidFill>
          <a:latin typeface="Comic Sans MS" pitchFamily="66" charset="0"/>
        </a:defRPr>
      </a:lvl9pPr>
    </p:titleStyle>
    <p:bodyStyle>
      <a:lvl1pPr marL="342900" indent="-342900" algn="l" rtl="0" eaLnBrk="0" fontAlgn="base" hangingPunct="0">
        <a:spcBef>
          <a:spcPct val="20000"/>
        </a:spcBef>
        <a:spcAft>
          <a:spcPct val="0"/>
        </a:spcAft>
        <a:buChar char="•"/>
        <a:defRPr sz="3200">
          <a:solidFill>
            <a:srgbClr val="0000FF"/>
          </a:solidFill>
          <a:latin typeface="Arial" pitchFamily="34" charset="0"/>
          <a:ea typeface="ＭＳ Ｐゴシック" charset="0"/>
          <a:cs typeface="Arial" pitchFamily="34" charset="0"/>
        </a:defRPr>
      </a:lvl1pPr>
      <a:lvl2pPr marL="742950" indent="-285750" algn="l" rtl="0" eaLnBrk="0" fontAlgn="base" hangingPunct="0">
        <a:spcBef>
          <a:spcPct val="20000"/>
        </a:spcBef>
        <a:spcAft>
          <a:spcPct val="0"/>
        </a:spcAft>
        <a:buChar char="–"/>
        <a:defRPr sz="2800">
          <a:solidFill>
            <a:srgbClr val="0000FF"/>
          </a:solidFill>
          <a:latin typeface="Arial" pitchFamily="34" charset="0"/>
          <a:ea typeface="Arial" charset="0"/>
          <a:cs typeface="Arial" pitchFamily="34" charset="0"/>
        </a:defRPr>
      </a:lvl2pPr>
      <a:lvl3pPr marL="1143000" indent="-228600" algn="l" rtl="0" eaLnBrk="0" fontAlgn="base" hangingPunct="0">
        <a:spcBef>
          <a:spcPct val="20000"/>
        </a:spcBef>
        <a:spcAft>
          <a:spcPct val="0"/>
        </a:spcAft>
        <a:buChar char="•"/>
        <a:defRPr sz="2400">
          <a:solidFill>
            <a:srgbClr val="0000FF"/>
          </a:solidFill>
          <a:latin typeface="Arial" pitchFamily="34" charset="0"/>
          <a:ea typeface="Arial" charset="0"/>
          <a:cs typeface="Arial" pitchFamily="34" charset="0"/>
        </a:defRPr>
      </a:lvl3pPr>
      <a:lvl4pPr marL="1600200" indent="-228600" algn="l" rtl="0" eaLnBrk="0" fontAlgn="base" hangingPunct="0">
        <a:spcBef>
          <a:spcPct val="20000"/>
        </a:spcBef>
        <a:spcAft>
          <a:spcPct val="0"/>
        </a:spcAft>
        <a:buChar char="–"/>
        <a:defRPr sz="2000">
          <a:solidFill>
            <a:srgbClr val="0000FF"/>
          </a:solidFill>
          <a:latin typeface="Arial" pitchFamily="34" charset="0"/>
          <a:ea typeface="Arial" charset="0"/>
          <a:cs typeface="Arial" pitchFamily="34" charset="0"/>
        </a:defRPr>
      </a:lvl4pPr>
      <a:lvl5pPr marL="2057400" indent="-228600" algn="l" rtl="0" eaLnBrk="0" fontAlgn="base" hangingPunct="0">
        <a:spcBef>
          <a:spcPct val="20000"/>
        </a:spcBef>
        <a:spcAft>
          <a:spcPct val="0"/>
        </a:spcAft>
        <a:buChar char="»"/>
        <a:defRPr sz="2000">
          <a:solidFill>
            <a:srgbClr val="0000FF"/>
          </a:solidFill>
          <a:latin typeface="Arial" pitchFamily="34" charset="0"/>
          <a:ea typeface="Arial" charset="0"/>
          <a:cs typeface="Arial" pitchFamily="34" charset="0"/>
        </a:defRPr>
      </a:lvl5pPr>
      <a:lvl6pPr marL="2514600" indent="-228600" algn="l" rtl="0" eaLnBrk="0" fontAlgn="base" hangingPunct="0">
        <a:spcBef>
          <a:spcPct val="20000"/>
        </a:spcBef>
        <a:spcAft>
          <a:spcPct val="0"/>
        </a:spcAft>
        <a:buChar char="»"/>
        <a:defRPr sz="2000">
          <a:solidFill>
            <a:srgbClr val="0000FF"/>
          </a:solidFill>
          <a:latin typeface="+mn-lt"/>
        </a:defRPr>
      </a:lvl6pPr>
      <a:lvl7pPr marL="2971800" indent="-228600" algn="l" rtl="0" eaLnBrk="0" fontAlgn="base" hangingPunct="0">
        <a:spcBef>
          <a:spcPct val="20000"/>
        </a:spcBef>
        <a:spcAft>
          <a:spcPct val="0"/>
        </a:spcAft>
        <a:buChar char="»"/>
        <a:defRPr sz="2000">
          <a:solidFill>
            <a:srgbClr val="0000FF"/>
          </a:solidFill>
          <a:latin typeface="+mn-lt"/>
        </a:defRPr>
      </a:lvl7pPr>
      <a:lvl8pPr marL="3429000" indent="-228600" algn="l" rtl="0" eaLnBrk="0" fontAlgn="base" hangingPunct="0">
        <a:spcBef>
          <a:spcPct val="20000"/>
        </a:spcBef>
        <a:spcAft>
          <a:spcPct val="0"/>
        </a:spcAft>
        <a:buChar char="»"/>
        <a:defRPr sz="2000">
          <a:solidFill>
            <a:srgbClr val="0000FF"/>
          </a:solidFill>
          <a:latin typeface="+mn-lt"/>
        </a:defRPr>
      </a:lvl8pPr>
      <a:lvl9pPr marL="3886200" indent="-228600" algn="l" rtl="0" eaLnBrk="0" fontAlgn="base" hangingPunct="0">
        <a:spcBef>
          <a:spcPct val="20000"/>
        </a:spcBef>
        <a:spcAft>
          <a:spcPct val="0"/>
        </a:spcAft>
        <a:buChar char="»"/>
        <a:defRPr sz="2000">
          <a:solidFill>
            <a:srgbClr val="0000FF"/>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tags" Target="../tags/tag1.xml"/><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9.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0.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1.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2.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3.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4.xml"/><Relationship Id="rId1" Type="http://schemas.openxmlformats.org/officeDocument/2006/relationships/slideLayout" Target="../slideLayouts/slideLayout4.xml"/></Relationships>
</file>

<file path=ppt/slides/_rels/slide9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5.xml"/><Relationship Id="rId1" Type="http://schemas.openxmlformats.org/officeDocument/2006/relationships/slideLayout" Target="../slideLayouts/slideLayout4.xml"/></Relationships>
</file>

<file path=ppt/slides/_rels/slide9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hyperlink" Target="http://creativecommons.org/licenses/by-sa/2.5/" TargetMode="External"/><Relationship Id="rId2" Type="http://schemas.openxmlformats.org/officeDocument/2006/relationships/notesSlide" Target="../notesSlides/notesSlide107.xml"/><Relationship Id="rId1" Type="http://schemas.openxmlformats.org/officeDocument/2006/relationships/slideLayout" Target="../slideLayouts/slideLayout2.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magic"/>
          <p:cNvPicPr>
            <a:picLocks noChangeAspect="1" noChangeArrowheads="1"/>
          </p:cNvPicPr>
          <p:nvPr/>
        </p:nvPicPr>
        <p:blipFill>
          <a:blip r:embed="rId4" cstate="print"/>
          <a:srcRect/>
          <a:stretch>
            <a:fillRect/>
          </a:stretch>
        </p:blipFill>
        <p:spPr bwMode="auto">
          <a:xfrm>
            <a:off x="2540000" y="2540000"/>
            <a:ext cx="127000" cy="127000"/>
          </a:xfrm>
          <a:prstGeom prst="rect">
            <a:avLst/>
          </a:prstGeom>
          <a:noFill/>
          <a:ln w="9525">
            <a:noFill/>
            <a:miter lim="800000"/>
            <a:headEnd/>
            <a:tailEnd/>
          </a:ln>
        </p:spPr>
      </p:pic>
      <p:pic>
        <p:nvPicPr>
          <p:cNvPr id="5123" name="Picture 3" descr="magic"/>
          <p:cNvPicPr>
            <a:picLocks noChangeAspect="1" noChangeArrowheads="1"/>
          </p:cNvPicPr>
          <p:nvPr/>
        </p:nvPicPr>
        <p:blipFill>
          <a:blip r:embed="rId4" cstate="print"/>
          <a:srcRect/>
          <a:stretch>
            <a:fillRect/>
          </a:stretch>
        </p:blipFill>
        <p:spPr bwMode="auto">
          <a:xfrm>
            <a:off x="2540000" y="2540000"/>
            <a:ext cx="127000" cy="127000"/>
          </a:xfrm>
          <a:prstGeom prst="rect">
            <a:avLst/>
          </a:prstGeom>
          <a:noFill/>
          <a:ln w="9525">
            <a:noFill/>
            <a:miter lim="800000"/>
            <a:headEnd/>
            <a:tailEnd/>
          </a:ln>
        </p:spPr>
      </p:pic>
      <p:sp>
        <p:nvSpPr>
          <p:cNvPr id="5124" name="Rectangle 4"/>
          <p:cNvSpPr>
            <a:spLocks noGrp="1" noChangeArrowheads="1"/>
          </p:cNvSpPr>
          <p:nvPr>
            <p:ph type="ctrTitle" idx="4294967295"/>
          </p:nvPr>
        </p:nvSpPr>
        <p:spPr>
          <a:xfrm>
            <a:off x="685800" y="292100"/>
            <a:ext cx="7772400" cy="1143000"/>
          </a:xfrm>
        </p:spPr>
        <p:txBody>
          <a:bodyPr/>
          <a:lstStyle/>
          <a:p>
            <a:r>
              <a:rPr lang="en-US" dirty="0">
                <a:latin typeface="Arial" charset="0"/>
              </a:rPr>
              <a:t>Mutual Exclusion</a:t>
            </a:r>
            <a:endParaRPr lang="en-US" dirty="0"/>
          </a:p>
        </p:txBody>
      </p:sp>
      <p:sp>
        <p:nvSpPr>
          <p:cNvPr id="5125" name="Rectangle 5"/>
          <p:cNvSpPr>
            <a:spLocks noGrp="1" noChangeArrowheads="1"/>
          </p:cNvSpPr>
          <p:nvPr>
            <p:ph type="subTitle" idx="4294967295"/>
          </p:nvPr>
        </p:nvSpPr>
        <p:spPr>
          <a:xfrm>
            <a:off x="1103313" y="4198938"/>
            <a:ext cx="6777037" cy="1927225"/>
          </a:xfrm>
        </p:spPr>
        <p:txBody>
          <a:bodyPr/>
          <a:lstStyle/>
          <a:p>
            <a:pPr marL="0" indent="0" algn="ctr">
              <a:lnSpc>
                <a:spcPct val="80000"/>
              </a:lnSpc>
              <a:buFontTx/>
              <a:buNone/>
            </a:pPr>
            <a:r>
              <a:rPr lang="en-US" sz="2800" dirty="0">
                <a:solidFill>
                  <a:schemeClr val="accent1">
                    <a:lumMod val="75000"/>
                  </a:schemeClr>
                </a:solidFill>
              </a:rPr>
              <a:t>Companion slides for</a:t>
            </a:r>
          </a:p>
          <a:p>
            <a:pPr marL="0" indent="0" algn="ctr">
              <a:lnSpc>
                <a:spcPct val="80000"/>
              </a:lnSpc>
              <a:buFontTx/>
              <a:buNone/>
            </a:pPr>
            <a:r>
              <a:rPr lang="en-US" sz="2800" dirty="0">
                <a:solidFill>
                  <a:schemeClr val="tx1"/>
                </a:solidFill>
              </a:rPr>
              <a:t>The Art of Multiprocessor Programming</a:t>
            </a:r>
          </a:p>
          <a:p>
            <a:pPr marL="0" indent="0" algn="ctr">
              <a:lnSpc>
                <a:spcPct val="80000"/>
              </a:lnSpc>
              <a:buFontTx/>
              <a:buNone/>
            </a:pPr>
            <a:r>
              <a:rPr lang="en-US" sz="2800" dirty="0">
                <a:solidFill>
                  <a:schemeClr val="accent1">
                    <a:lumMod val="75000"/>
                  </a:schemeClr>
                </a:solidFill>
              </a:rPr>
              <a:t>by Maurice Herlihy, Nir Shavit, Victor </a:t>
            </a:r>
            <a:r>
              <a:rPr lang="en-US" sz="2800" dirty="0" err="1">
                <a:solidFill>
                  <a:schemeClr val="accent1">
                    <a:lumMod val="75000"/>
                  </a:schemeClr>
                </a:solidFill>
              </a:rPr>
              <a:t>Luchangco</a:t>
            </a:r>
            <a:r>
              <a:rPr lang="en-US" sz="2800" dirty="0">
                <a:solidFill>
                  <a:schemeClr val="accent1">
                    <a:lumMod val="75000"/>
                  </a:schemeClr>
                </a:solidFill>
              </a:rPr>
              <a:t>, and Michael Spear</a:t>
            </a:r>
          </a:p>
        </p:txBody>
      </p:sp>
      <p:sp>
        <p:nvSpPr>
          <p:cNvPr id="5126" name="Rectangle 6"/>
          <p:cNvSpPr>
            <a:spLocks noChangeArrowheads="1"/>
          </p:cNvSpPr>
          <p:nvPr/>
        </p:nvSpPr>
        <p:spPr bwMode="auto">
          <a:xfrm>
            <a:off x="392113" y="5927725"/>
            <a:ext cx="1509712" cy="930275"/>
          </a:xfrm>
          <a:prstGeom prst="rect">
            <a:avLst/>
          </a:prstGeom>
          <a:solidFill>
            <a:schemeClr val="bg1"/>
          </a:solidFill>
          <a:ln w="9525">
            <a:noFill/>
            <a:miter lim="800000"/>
            <a:headEnd/>
            <a:tailEnd/>
          </a:ln>
        </p:spPr>
        <p:txBody>
          <a:bodyPr wrap="none" anchor="ctr"/>
          <a:lstStyle/>
          <a:p>
            <a:pPr algn="r" eaLnBrk="0" hangingPunct="0"/>
            <a:endParaRPr lang="en-US" sz="4400" b="1">
              <a:solidFill>
                <a:srgbClr val="0000FF"/>
              </a:solidFill>
              <a:latin typeface="Comic Sans MS" pitchFamily="66" charset="0"/>
            </a:endParaRPr>
          </a:p>
        </p:txBody>
      </p:sp>
      <p:sp>
        <p:nvSpPr>
          <p:cNvPr id="9" name="TextBox 8"/>
          <p:cNvSpPr txBox="1"/>
          <p:nvPr>
            <p:custDataLst>
              <p:tags r:id="rId1"/>
            </p:custDataLst>
          </p:nvPr>
        </p:nvSpPr>
        <p:spPr>
          <a:xfrm>
            <a:off x="0" y="7112000"/>
            <a:ext cx="9144000" cy="646331"/>
          </a:xfrm>
          <a:prstGeom prst="rect">
            <a:avLst/>
          </a:prstGeom>
          <a:noFill/>
        </p:spPr>
        <p:txBody>
          <a:bodyPr vert="horz" rtlCol="0">
            <a:spAutoFit/>
          </a:bodyPr>
          <a:lstStyle/>
          <a:p>
            <a:r>
              <a:rPr lang="en-US"/>
              <a:t>TexPoint fonts used in EMF. </a:t>
            </a:r>
          </a:p>
          <a:p>
            <a:r>
              <a:rPr lang="en-US"/>
              <a:t>Read the TexPoint manual before you delete this box.: </a:t>
            </a:r>
            <a:r>
              <a:rPr lang="en-US">
                <a:latin typeface="CMR10"/>
              </a:rPr>
              <a:t>A</a:t>
            </a:r>
            <a:r>
              <a:rPr lang="en-US">
                <a:latin typeface="CMSY10ORIG"/>
              </a:rPr>
              <a:t>A</a:t>
            </a:r>
            <a:r>
              <a:rPr lang="en-US">
                <a:latin typeface="CMMI10"/>
              </a:rPr>
              <a:t>A</a:t>
            </a:r>
            <a:r>
              <a:rPr lang="en-US">
                <a:latin typeface="CMMI7"/>
              </a:rPr>
              <a:t>A</a:t>
            </a:r>
            <a:endParaRPr lang="en-US"/>
          </a:p>
        </p:txBody>
      </p:sp>
      <p:pic>
        <p:nvPicPr>
          <p:cNvPr id="10" name="Picture 9" descr="A picture containing graphical user interface&#10;&#10;Description automatically generated">
            <a:extLst>
              <a:ext uri="{FF2B5EF4-FFF2-40B4-BE49-F238E27FC236}">
                <a16:creationId xmlns:a16="http://schemas.microsoft.com/office/drawing/2014/main" id="{9F89C0D8-A087-414E-A6C2-362E560D08A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297021" y="1170644"/>
            <a:ext cx="2731828" cy="2976836"/>
          </a:xfrm>
          <a:prstGeom prst="rect">
            <a:avLst/>
          </a:prstGeom>
        </p:spPr>
      </p:pic>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18434"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64B2D163-FA85-A64D-8E3C-9C2890AA7625}" type="slidenum">
              <a:rPr lang="ar-SA" sz="1400" b="0">
                <a:solidFill>
                  <a:schemeClr val="tx1"/>
                </a:solidFill>
                <a:latin typeface="Arial" charset="0"/>
                <a:cs typeface="Arial" charset="0"/>
              </a:rPr>
              <a:pPr/>
              <a:t>2</a:t>
            </a:fld>
            <a:endParaRPr lang="en-US" sz="1400" b="0">
              <a:solidFill>
                <a:schemeClr val="tx1"/>
              </a:solidFill>
              <a:latin typeface="Arial" charset="0"/>
              <a:cs typeface="Arial" charset="0"/>
            </a:endParaRPr>
          </a:p>
        </p:txBody>
      </p:sp>
      <p:pic>
        <p:nvPicPr>
          <p:cNvPr id="18435" name="Picture 2"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6" name="Rectangle 3"/>
          <p:cNvSpPr>
            <a:spLocks noGrp="1" noChangeArrowheads="1"/>
          </p:cNvSpPr>
          <p:nvPr>
            <p:ph type="title"/>
          </p:nvPr>
        </p:nvSpPr>
        <p:spPr/>
        <p:txBody>
          <a:bodyPr/>
          <a:lstStyle/>
          <a:p>
            <a:r>
              <a:rPr lang="en-US" dirty="0">
                <a:latin typeface="Arial" charset="0"/>
              </a:rPr>
              <a:t>Concurrent Objects</a:t>
            </a:r>
          </a:p>
        </p:txBody>
      </p:sp>
      <p:sp>
        <p:nvSpPr>
          <p:cNvPr id="18437" name="Rectangle 4"/>
          <p:cNvSpPr>
            <a:spLocks noGrp="1" noChangeArrowheads="1"/>
          </p:cNvSpPr>
          <p:nvPr>
            <p:ph type="body" idx="1"/>
          </p:nvPr>
        </p:nvSpPr>
        <p:spPr>
          <a:xfrm>
            <a:off x="609600" y="2743200"/>
            <a:ext cx="7772400" cy="2819400"/>
          </a:xfrm>
        </p:spPr>
        <p:txBody>
          <a:bodyPr/>
          <a:lstStyle/>
          <a:p>
            <a:r>
              <a:rPr lang="en-US">
                <a:latin typeface="Arial" charset="0"/>
              </a:rPr>
              <a:t>We will clarify our understanding of mutual exclusion</a:t>
            </a:r>
          </a:p>
          <a:p>
            <a:r>
              <a:rPr lang="en-US">
                <a:latin typeface="Arial" charset="0"/>
              </a:rPr>
              <a:t>We will also show you how to reason about various properties in an asynchronous concurrent setting</a:t>
            </a:r>
          </a:p>
        </p:txBody>
      </p:sp>
      <p:grpSp>
        <p:nvGrpSpPr>
          <p:cNvPr id="18438" name="Group 5"/>
          <p:cNvGrpSpPr>
            <a:grpSpLocks/>
          </p:cNvGrpSpPr>
          <p:nvPr/>
        </p:nvGrpSpPr>
        <p:grpSpPr bwMode="auto">
          <a:xfrm>
            <a:off x="7323138" y="1006475"/>
            <a:ext cx="1327150" cy="1374775"/>
            <a:chOff x="764" y="2340"/>
            <a:chExt cx="596" cy="610"/>
          </a:xfrm>
        </p:grpSpPr>
        <p:sp>
          <p:nvSpPr>
            <p:cNvPr id="18439" name="Oval 6"/>
            <p:cNvSpPr>
              <a:spLocks noChangeArrowheads="1"/>
            </p:cNvSpPr>
            <p:nvPr/>
          </p:nvSpPr>
          <p:spPr bwMode="auto">
            <a:xfrm>
              <a:off x="764" y="2340"/>
              <a:ext cx="596" cy="610"/>
            </a:xfrm>
            <a:prstGeom prst="ellipse">
              <a:avLst/>
            </a:prstGeom>
            <a:solidFill>
              <a:srgbClr val="CF0E30"/>
            </a:solidFill>
            <a:ln w="12700">
              <a:solidFill>
                <a:srgbClr val="CF0E30"/>
              </a:solidFill>
              <a:round/>
              <a:headEnd/>
              <a:tailEnd/>
            </a:ln>
          </p:spPr>
          <p:txBody>
            <a:bodyPr wrap="none" anchor="ctr"/>
            <a:lstStyle/>
            <a:p>
              <a:pPr eaLnBrk="0" hangingPunct="0"/>
              <a:endParaRPr lang="en-US">
                <a:latin typeface="Arial" charset="0"/>
              </a:endParaRPr>
            </a:p>
          </p:txBody>
        </p:sp>
        <p:sp>
          <p:nvSpPr>
            <p:cNvPr id="18440" name="Oval 7"/>
            <p:cNvSpPr>
              <a:spLocks noChangeArrowheads="1"/>
            </p:cNvSpPr>
            <p:nvPr/>
          </p:nvSpPr>
          <p:spPr bwMode="auto">
            <a:xfrm>
              <a:off x="838" y="2408"/>
              <a:ext cx="449" cy="474"/>
            </a:xfrm>
            <a:prstGeom prst="ellipse">
              <a:avLst/>
            </a:prstGeom>
            <a:solidFill>
              <a:schemeClr val="bg1"/>
            </a:solidFill>
            <a:ln w="12700">
              <a:solidFill>
                <a:schemeClr val="bg1"/>
              </a:solidFill>
              <a:round/>
              <a:headEnd/>
              <a:tailEnd/>
            </a:ln>
          </p:spPr>
          <p:txBody>
            <a:bodyPr wrap="none" anchor="ctr"/>
            <a:lstStyle/>
            <a:p>
              <a:pPr eaLnBrk="0" hangingPunct="0"/>
              <a:endParaRPr lang="en-US">
                <a:latin typeface="Arial" charset="0"/>
              </a:endParaRPr>
            </a:p>
          </p:txBody>
        </p:sp>
        <p:sp>
          <p:nvSpPr>
            <p:cNvPr id="18441" name="Oval 8"/>
            <p:cNvSpPr>
              <a:spLocks noChangeArrowheads="1"/>
            </p:cNvSpPr>
            <p:nvPr/>
          </p:nvSpPr>
          <p:spPr bwMode="auto">
            <a:xfrm>
              <a:off x="921" y="2446"/>
              <a:ext cx="285" cy="291"/>
            </a:xfrm>
            <a:prstGeom prst="ellipse">
              <a:avLst/>
            </a:prstGeom>
            <a:solidFill>
              <a:schemeClr val="tx2"/>
            </a:solidFill>
            <a:ln w="12700">
              <a:solidFill>
                <a:schemeClr val="tx2"/>
              </a:solidFill>
              <a:round/>
              <a:headEnd/>
              <a:tailEnd/>
            </a:ln>
          </p:spPr>
          <p:txBody>
            <a:bodyPr wrap="none" anchor="ctr"/>
            <a:lstStyle/>
            <a:p>
              <a:pPr eaLnBrk="0" hangingPunct="0"/>
              <a:endParaRPr lang="en-US">
                <a:latin typeface="Arial" charset="0"/>
              </a:endParaRPr>
            </a:p>
          </p:txBody>
        </p:sp>
        <p:sp>
          <p:nvSpPr>
            <p:cNvPr id="18442" name="Oval 9"/>
            <p:cNvSpPr>
              <a:spLocks noChangeArrowheads="1"/>
            </p:cNvSpPr>
            <p:nvPr/>
          </p:nvSpPr>
          <p:spPr bwMode="auto">
            <a:xfrm>
              <a:off x="962" y="2485"/>
              <a:ext cx="200" cy="229"/>
            </a:xfrm>
            <a:prstGeom prst="ellipse">
              <a:avLst/>
            </a:prstGeom>
            <a:solidFill>
              <a:schemeClr val="bg1"/>
            </a:solidFill>
            <a:ln w="12700">
              <a:solidFill>
                <a:schemeClr val="tx2"/>
              </a:solidFill>
              <a:round/>
              <a:headEnd/>
              <a:tailEnd/>
            </a:ln>
          </p:spPr>
          <p:txBody>
            <a:bodyPr wrap="none" anchor="ctr"/>
            <a:lstStyle/>
            <a:p>
              <a:pPr eaLnBrk="0" hangingPunct="0"/>
              <a:endParaRPr lang="en-US">
                <a:latin typeface="Arial" charset="0"/>
              </a:endParaRPr>
            </a:p>
          </p:txBody>
        </p:sp>
        <p:sp>
          <p:nvSpPr>
            <p:cNvPr id="18443" name="Oval 10"/>
            <p:cNvSpPr>
              <a:spLocks noChangeArrowheads="1"/>
            </p:cNvSpPr>
            <p:nvPr/>
          </p:nvSpPr>
          <p:spPr bwMode="auto">
            <a:xfrm>
              <a:off x="923" y="2563"/>
              <a:ext cx="283" cy="285"/>
            </a:xfrm>
            <a:prstGeom prst="ellipse">
              <a:avLst/>
            </a:prstGeom>
            <a:solidFill>
              <a:schemeClr val="tx2"/>
            </a:solidFill>
            <a:ln w="12700">
              <a:solidFill>
                <a:schemeClr val="tx2"/>
              </a:solidFill>
              <a:round/>
              <a:headEnd/>
              <a:tailEnd/>
            </a:ln>
          </p:spPr>
          <p:txBody>
            <a:bodyPr wrap="none" anchor="ctr"/>
            <a:lstStyle/>
            <a:p>
              <a:pPr eaLnBrk="0" hangingPunct="0"/>
              <a:endParaRPr lang="en-US">
                <a:latin typeface="Arial" charset="0"/>
              </a:endParaRPr>
            </a:p>
          </p:txBody>
        </p:sp>
        <p:sp>
          <p:nvSpPr>
            <p:cNvPr id="18444" name="Oval 11"/>
            <p:cNvSpPr>
              <a:spLocks noChangeArrowheads="1"/>
            </p:cNvSpPr>
            <p:nvPr/>
          </p:nvSpPr>
          <p:spPr bwMode="auto">
            <a:xfrm>
              <a:off x="1012" y="2622"/>
              <a:ext cx="102" cy="98"/>
            </a:xfrm>
            <a:prstGeom prst="ellipse">
              <a:avLst/>
            </a:prstGeom>
            <a:solidFill>
              <a:schemeClr val="bg1"/>
            </a:solidFill>
            <a:ln w="12700">
              <a:solidFill>
                <a:schemeClr val="tx2"/>
              </a:solidFill>
              <a:round/>
              <a:headEnd/>
              <a:tailEnd/>
            </a:ln>
          </p:spPr>
          <p:txBody>
            <a:bodyPr wrap="none" anchor="ctr"/>
            <a:lstStyle/>
            <a:p>
              <a:pPr eaLnBrk="0" hangingPunct="0"/>
              <a:endParaRPr lang="en-US">
                <a:latin typeface="Arial" charset="0"/>
              </a:endParaRPr>
            </a:p>
          </p:txBody>
        </p:sp>
        <p:sp>
          <p:nvSpPr>
            <p:cNvPr id="18445" name="AutoShape 12"/>
            <p:cNvSpPr>
              <a:spLocks noChangeArrowheads="1"/>
            </p:cNvSpPr>
            <p:nvPr/>
          </p:nvSpPr>
          <p:spPr bwMode="auto">
            <a:xfrm flipV="1">
              <a:off x="1033" y="2703"/>
              <a:ext cx="68" cy="8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47 w 21600"/>
                <a:gd name="T13" fmla="*/ 4574 h 21600"/>
                <a:gd name="T14" fmla="*/ 17153 w 21600"/>
                <a:gd name="T15" fmla="*/ 17026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lnTo>
                    <a:pt x="0" y="0"/>
                  </a:lnTo>
                  <a:close/>
                </a:path>
              </a:pathLst>
            </a:custGeom>
            <a:solidFill>
              <a:schemeClr val="bg1"/>
            </a:solidFill>
            <a:ln w="12700">
              <a:solidFill>
                <a:schemeClr val="bg1"/>
              </a:solidFill>
              <a:miter lim="800000"/>
              <a:headEnd/>
              <a:tailEnd/>
            </a:ln>
          </p:spPr>
          <p:txBody>
            <a:bodyPr wrap="none" anchor="ctr"/>
            <a:lstStyle/>
            <a:p>
              <a:endParaRPr lang="en-US" dirty="0">
                <a:latin typeface="Arial" pitchFamily="34" charset="0"/>
              </a:endParaRPr>
            </a:p>
          </p:txBody>
        </p:sp>
      </p:gr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p:cNvSpPr>
            <a:spLocks noGrp="1"/>
          </p:cNvSpPr>
          <p:nvPr>
            <p:ph type="title"/>
          </p:nvPr>
        </p:nvSpPr>
        <p:spPr/>
        <p:txBody>
          <a:bodyPr/>
          <a:lstStyle/>
          <a:p>
            <a:r>
              <a:rPr lang="en-US">
                <a:latin typeface="Arial" charset="0"/>
              </a:rPr>
              <a:t>Mutual Exclusion</a:t>
            </a:r>
          </a:p>
        </p:txBody>
      </p:sp>
      <p:sp>
        <p:nvSpPr>
          <p:cNvPr id="20482" name="Content Placeholder 2"/>
          <p:cNvSpPr>
            <a:spLocks noGrp="1"/>
          </p:cNvSpPr>
          <p:nvPr>
            <p:ph idx="1"/>
          </p:nvPr>
        </p:nvSpPr>
        <p:spPr/>
        <p:txBody>
          <a:bodyPr/>
          <a:lstStyle/>
          <a:p>
            <a:pPr>
              <a:buFontTx/>
              <a:buNone/>
            </a:pPr>
            <a:r>
              <a:rPr lang="en-US">
                <a:latin typeface="Arial" charset="0"/>
              </a:rPr>
              <a:t>In his 1965 paper E. W. Dijkstra wrote:</a:t>
            </a:r>
          </a:p>
          <a:p>
            <a:pPr>
              <a:buFontTx/>
              <a:buNone/>
            </a:pPr>
            <a:r>
              <a:rPr lang="en-US">
                <a:latin typeface="Arial" charset="0"/>
              </a:rPr>
              <a:t> </a:t>
            </a:r>
            <a:r>
              <a:rPr lang="en-US" sz="2400">
                <a:latin typeface="Arial" charset="0"/>
              </a:rPr>
              <a:t>"Given in this paper is a solution to a problem which, to the knowledge of the author, has been an open question since at least 1962, irrespective of the solvability. [...]  Although the setting of the problem might seem somewhat academic at first, the author trusts that anyone familiar with the logical problems that arise in computer coupling will appreciate the significance of the fact that this problem indeed can be solved."</a:t>
            </a:r>
            <a:endParaRPr lang="en-US" sz="2000">
              <a:latin typeface="Arial" charset="0"/>
            </a:endParaRPr>
          </a:p>
        </p:txBody>
      </p:sp>
      <p:sp>
        <p:nvSpPr>
          <p:cNvPr id="20483"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20484"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A2209EFF-4FE9-CB45-92EC-1B5247BC13C3}" type="slidenum">
              <a:rPr lang="ar-SA" sz="1400" b="0">
                <a:solidFill>
                  <a:schemeClr val="tx1"/>
                </a:solidFill>
                <a:latin typeface="Arial" charset="0"/>
                <a:cs typeface="Arial" charset="0"/>
              </a:rPr>
              <a:pPr/>
              <a:t>3</a:t>
            </a:fld>
            <a:endParaRPr lang="en-US" sz="1400" b="0">
              <a:solidFill>
                <a:schemeClr val="tx1"/>
              </a:solidFill>
              <a:latin typeface="Arial" charset="0"/>
              <a:cs typeface="Arial" charset="0"/>
            </a:endParaRPr>
          </a:p>
        </p:txBody>
      </p:sp>
      <p:grpSp>
        <p:nvGrpSpPr>
          <p:cNvPr id="20485" name="Group 17"/>
          <p:cNvGrpSpPr>
            <a:grpSpLocks/>
          </p:cNvGrpSpPr>
          <p:nvPr/>
        </p:nvGrpSpPr>
        <p:grpSpPr bwMode="auto">
          <a:xfrm>
            <a:off x="7267575" y="361950"/>
            <a:ext cx="1327150" cy="1374775"/>
            <a:chOff x="764" y="2340"/>
            <a:chExt cx="596" cy="610"/>
          </a:xfrm>
        </p:grpSpPr>
        <p:sp>
          <p:nvSpPr>
            <p:cNvPr id="20486" name="Oval 18"/>
            <p:cNvSpPr>
              <a:spLocks noChangeArrowheads="1"/>
            </p:cNvSpPr>
            <p:nvPr/>
          </p:nvSpPr>
          <p:spPr bwMode="auto">
            <a:xfrm>
              <a:off x="764" y="2340"/>
              <a:ext cx="596" cy="610"/>
            </a:xfrm>
            <a:prstGeom prst="ellipse">
              <a:avLst/>
            </a:prstGeom>
            <a:solidFill>
              <a:srgbClr val="CF0E30"/>
            </a:solidFill>
            <a:ln w="12700">
              <a:solidFill>
                <a:srgbClr val="CF0E30"/>
              </a:solidFill>
              <a:round/>
              <a:headEnd/>
              <a:tailEnd/>
            </a:ln>
          </p:spPr>
          <p:txBody>
            <a:bodyPr wrap="none" anchor="ctr"/>
            <a:lstStyle/>
            <a:p>
              <a:pPr eaLnBrk="0" hangingPunct="0"/>
              <a:endParaRPr lang="en-US">
                <a:latin typeface="Arial" charset="0"/>
              </a:endParaRPr>
            </a:p>
          </p:txBody>
        </p:sp>
        <p:sp>
          <p:nvSpPr>
            <p:cNvPr id="20487" name="Oval 19"/>
            <p:cNvSpPr>
              <a:spLocks noChangeArrowheads="1"/>
            </p:cNvSpPr>
            <p:nvPr/>
          </p:nvSpPr>
          <p:spPr bwMode="auto">
            <a:xfrm>
              <a:off x="838" y="2408"/>
              <a:ext cx="449" cy="474"/>
            </a:xfrm>
            <a:prstGeom prst="ellipse">
              <a:avLst/>
            </a:prstGeom>
            <a:solidFill>
              <a:schemeClr val="bg1"/>
            </a:solidFill>
            <a:ln w="12700">
              <a:solidFill>
                <a:schemeClr val="bg1"/>
              </a:solidFill>
              <a:round/>
              <a:headEnd/>
              <a:tailEnd/>
            </a:ln>
          </p:spPr>
          <p:txBody>
            <a:bodyPr wrap="none" anchor="ctr"/>
            <a:lstStyle/>
            <a:p>
              <a:pPr eaLnBrk="0" hangingPunct="0"/>
              <a:endParaRPr lang="en-US">
                <a:latin typeface="Arial" charset="0"/>
              </a:endParaRPr>
            </a:p>
          </p:txBody>
        </p:sp>
        <p:sp>
          <p:nvSpPr>
            <p:cNvPr id="20488" name="Oval 20"/>
            <p:cNvSpPr>
              <a:spLocks noChangeArrowheads="1"/>
            </p:cNvSpPr>
            <p:nvPr/>
          </p:nvSpPr>
          <p:spPr bwMode="auto">
            <a:xfrm>
              <a:off x="921" y="2446"/>
              <a:ext cx="285" cy="291"/>
            </a:xfrm>
            <a:prstGeom prst="ellipse">
              <a:avLst/>
            </a:prstGeom>
            <a:solidFill>
              <a:schemeClr val="tx2"/>
            </a:solidFill>
            <a:ln w="12700">
              <a:solidFill>
                <a:schemeClr val="tx2"/>
              </a:solidFill>
              <a:round/>
              <a:headEnd/>
              <a:tailEnd/>
            </a:ln>
          </p:spPr>
          <p:txBody>
            <a:bodyPr wrap="none" anchor="ctr"/>
            <a:lstStyle/>
            <a:p>
              <a:pPr eaLnBrk="0" hangingPunct="0"/>
              <a:endParaRPr lang="en-US">
                <a:latin typeface="Arial" charset="0"/>
              </a:endParaRPr>
            </a:p>
          </p:txBody>
        </p:sp>
        <p:sp>
          <p:nvSpPr>
            <p:cNvPr id="20489" name="Oval 21"/>
            <p:cNvSpPr>
              <a:spLocks noChangeArrowheads="1"/>
            </p:cNvSpPr>
            <p:nvPr/>
          </p:nvSpPr>
          <p:spPr bwMode="auto">
            <a:xfrm>
              <a:off x="962" y="2485"/>
              <a:ext cx="200" cy="229"/>
            </a:xfrm>
            <a:prstGeom prst="ellipse">
              <a:avLst/>
            </a:prstGeom>
            <a:solidFill>
              <a:schemeClr val="bg1"/>
            </a:solidFill>
            <a:ln w="12700">
              <a:solidFill>
                <a:schemeClr val="tx2"/>
              </a:solidFill>
              <a:round/>
              <a:headEnd/>
              <a:tailEnd/>
            </a:ln>
          </p:spPr>
          <p:txBody>
            <a:bodyPr wrap="none" anchor="ctr"/>
            <a:lstStyle/>
            <a:p>
              <a:pPr eaLnBrk="0" hangingPunct="0"/>
              <a:endParaRPr lang="en-US">
                <a:latin typeface="Arial" charset="0"/>
              </a:endParaRPr>
            </a:p>
          </p:txBody>
        </p:sp>
        <p:sp>
          <p:nvSpPr>
            <p:cNvPr id="20490" name="Oval 22"/>
            <p:cNvSpPr>
              <a:spLocks noChangeArrowheads="1"/>
            </p:cNvSpPr>
            <p:nvPr/>
          </p:nvSpPr>
          <p:spPr bwMode="auto">
            <a:xfrm>
              <a:off x="923" y="2563"/>
              <a:ext cx="283" cy="285"/>
            </a:xfrm>
            <a:prstGeom prst="ellipse">
              <a:avLst/>
            </a:prstGeom>
            <a:solidFill>
              <a:schemeClr val="tx2"/>
            </a:solidFill>
            <a:ln w="12700">
              <a:solidFill>
                <a:schemeClr val="tx2"/>
              </a:solidFill>
              <a:round/>
              <a:headEnd/>
              <a:tailEnd/>
            </a:ln>
          </p:spPr>
          <p:txBody>
            <a:bodyPr wrap="none" anchor="ctr"/>
            <a:lstStyle/>
            <a:p>
              <a:pPr eaLnBrk="0" hangingPunct="0"/>
              <a:endParaRPr lang="en-US">
                <a:latin typeface="Arial" charset="0"/>
              </a:endParaRPr>
            </a:p>
          </p:txBody>
        </p:sp>
        <p:sp>
          <p:nvSpPr>
            <p:cNvPr id="20491" name="Oval 23"/>
            <p:cNvSpPr>
              <a:spLocks noChangeArrowheads="1"/>
            </p:cNvSpPr>
            <p:nvPr/>
          </p:nvSpPr>
          <p:spPr bwMode="auto">
            <a:xfrm>
              <a:off x="1012" y="2622"/>
              <a:ext cx="102" cy="98"/>
            </a:xfrm>
            <a:prstGeom prst="ellipse">
              <a:avLst/>
            </a:prstGeom>
            <a:solidFill>
              <a:schemeClr val="bg1"/>
            </a:solidFill>
            <a:ln w="12700">
              <a:solidFill>
                <a:schemeClr val="tx2"/>
              </a:solidFill>
              <a:round/>
              <a:headEnd/>
              <a:tailEnd/>
            </a:ln>
          </p:spPr>
          <p:txBody>
            <a:bodyPr wrap="none" anchor="ctr"/>
            <a:lstStyle/>
            <a:p>
              <a:pPr eaLnBrk="0" hangingPunct="0"/>
              <a:endParaRPr lang="en-US">
                <a:latin typeface="Arial" charset="0"/>
              </a:endParaRPr>
            </a:p>
          </p:txBody>
        </p:sp>
        <p:sp>
          <p:nvSpPr>
            <p:cNvPr id="20492" name="AutoShape 24"/>
            <p:cNvSpPr>
              <a:spLocks noChangeArrowheads="1"/>
            </p:cNvSpPr>
            <p:nvPr/>
          </p:nvSpPr>
          <p:spPr bwMode="auto">
            <a:xfrm flipV="1">
              <a:off x="1033" y="2703"/>
              <a:ext cx="68" cy="8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47 w 21600"/>
                <a:gd name="T13" fmla="*/ 4574 h 21600"/>
                <a:gd name="T14" fmla="*/ 17153 w 21600"/>
                <a:gd name="T15" fmla="*/ 17026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lnTo>
                    <a:pt x="0" y="0"/>
                  </a:lnTo>
                  <a:close/>
                </a:path>
              </a:pathLst>
            </a:custGeom>
            <a:solidFill>
              <a:schemeClr val="bg1"/>
            </a:solidFill>
            <a:ln w="12700">
              <a:solidFill>
                <a:schemeClr val="bg1"/>
              </a:solidFill>
              <a:miter lim="800000"/>
              <a:headEnd/>
              <a:tailEnd/>
            </a:ln>
          </p:spPr>
          <p:txBody>
            <a:bodyPr wrap="none" anchor="ctr"/>
            <a:lstStyle/>
            <a:p>
              <a:endParaRPr lang="en-US" dirty="0">
                <a:latin typeface="Arial" pitchFamily="34" charset="0"/>
              </a:endParaRPr>
            </a:p>
          </p:txBody>
        </p:sp>
      </p:gr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22530"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A16EB1E6-9168-8E41-B711-9AEB439F2F7B}" type="slidenum">
              <a:rPr lang="ar-SA" sz="1400" b="0">
                <a:solidFill>
                  <a:schemeClr val="tx1"/>
                </a:solidFill>
                <a:latin typeface="Arial" charset="0"/>
                <a:cs typeface="Arial" charset="0"/>
              </a:rPr>
              <a:pPr/>
              <a:t>4</a:t>
            </a:fld>
            <a:endParaRPr lang="en-US" sz="1400" b="0">
              <a:solidFill>
                <a:schemeClr val="tx1"/>
              </a:solidFill>
              <a:latin typeface="Arial" charset="0"/>
              <a:cs typeface="Arial" charset="0"/>
            </a:endParaRPr>
          </a:p>
        </p:txBody>
      </p:sp>
      <p:pic>
        <p:nvPicPr>
          <p:cNvPr id="22531" name="Picture 25"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2" name="Rectangle 4"/>
          <p:cNvSpPr>
            <a:spLocks noGrp="1" noChangeArrowheads="1"/>
          </p:cNvSpPr>
          <p:nvPr>
            <p:ph type="title"/>
          </p:nvPr>
        </p:nvSpPr>
        <p:spPr/>
        <p:txBody>
          <a:bodyPr/>
          <a:lstStyle/>
          <a:p>
            <a:r>
              <a:rPr lang="en-US">
                <a:latin typeface="Arial" charset="0"/>
              </a:rPr>
              <a:t>Mutual Exclusion</a:t>
            </a:r>
          </a:p>
        </p:txBody>
      </p:sp>
      <p:sp>
        <p:nvSpPr>
          <p:cNvPr id="22533" name="Rectangle 5"/>
          <p:cNvSpPr>
            <a:spLocks noGrp="1" noChangeArrowheads="1"/>
          </p:cNvSpPr>
          <p:nvPr>
            <p:ph type="body" idx="1"/>
          </p:nvPr>
        </p:nvSpPr>
        <p:spPr>
          <a:xfrm>
            <a:off x="609600" y="2743200"/>
            <a:ext cx="7772400" cy="2819400"/>
          </a:xfrm>
        </p:spPr>
        <p:txBody>
          <a:bodyPr/>
          <a:lstStyle/>
          <a:p>
            <a:pPr>
              <a:lnSpc>
                <a:spcPct val="90000"/>
              </a:lnSpc>
            </a:pPr>
            <a:r>
              <a:rPr lang="en-US">
                <a:latin typeface="Arial" charset="0"/>
              </a:rPr>
              <a:t>Formal problem definitions</a:t>
            </a:r>
          </a:p>
          <a:p>
            <a:pPr>
              <a:lnSpc>
                <a:spcPct val="90000"/>
              </a:lnSpc>
            </a:pPr>
            <a:r>
              <a:rPr lang="en-US">
                <a:latin typeface="Arial" charset="0"/>
              </a:rPr>
              <a:t>Solutions for </a:t>
            </a:r>
            <a:r>
              <a:rPr lang="en-US">
                <a:solidFill>
                  <a:schemeClr val="tx1"/>
                </a:solidFill>
                <a:latin typeface="Arial" charset="0"/>
              </a:rPr>
              <a:t>2</a:t>
            </a:r>
            <a:r>
              <a:rPr lang="en-US">
                <a:latin typeface="Arial" charset="0"/>
              </a:rPr>
              <a:t> threads</a:t>
            </a:r>
          </a:p>
          <a:p>
            <a:pPr>
              <a:lnSpc>
                <a:spcPct val="90000"/>
              </a:lnSpc>
            </a:pPr>
            <a:r>
              <a:rPr lang="en-US">
                <a:latin typeface="Arial" charset="0"/>
              </a:rPr>
              <a:t>Solutions for </a:t>
            </a:r>
            <a:r>
              <a:rPr lang="en-US" i="1">
                <a:solidFill>
                  <a:schemeClr val="tx1"/>
                </a:solidFill>
                <a:latin typeface="Arial" charset="0"/>
              </a:rPr>
              <a:t>n</a:t>
            </a:r>
            <a:r>
              <a:rPr lang="en-US">
                <a:latin typeface="Arial" charset="0"/>
              </a:rPr>
              <a:t> threads</a:t>
            </a:r>
          </a:p>
          <a:p>
            <a:pPr>
              <a:lnSpc>
                <a:spcPct val="90000"/>
              </a:lnSpc>
            </a:pPr>
            <a:r>
              <a:rPr lang="en-US">
                <a:latin typeface="Arial" charset="0"/>
              </a:rPr>
              <a:t>Fair solutions</a:t>
            </a:r>
          </a:p>
          <a:p>
            <a:pPr>
              <a:lnSpc>
                <a:spcPct val="90000"/>
              </a:lnSpc>
            </a:pPr>
            <a:r>
              <a:rPr lang="en-US">
                <a:latin typeface="Arial" charset="0"/>
              </a:rPr>
              <a:t>Inherent costs</a:t>
            </a:r>
          </a:p>
        </p:txBody>
      </p:sp>
      <p:grpSp>
        <p:nvGrpSpPr>
          <p:cNvPr id="22534" name="Group 17"/>
          <p:cNvGrpSpPr>
            <a:grpSpLocks/>
          </p:cNvGrpSpPr>
          <p:nvPr/>
        </p:nvGrpSpPr>
        <p:grpSpPr bwMode="auto">
          <a:xfrm>
            <a:off x="7267575" y="1116013"/>
            <a:ext cx="1327150" cy="1374775"/>
            <a:chOff x="764" y="2340"/>
            <a:chExt cx="596" cy="610"/>
          </a:xfrm>
        </p:grpSpPr>
        <p:sp>
          <p:nvSpPr>
            <p:cNvPr id="22535" name="Oval 18"/>
            <p:cNvSpPr>
              <a:spLocks noChangeArrowheads="1"/>
            </p:cNvSpPr>
            <p:nvPr/>
          </p:nvSpPr>
          <p:spPr bwMode="auto">
            <a:xfrm>
              <a:off x="764" y="2340"/>
              <a:ext cx="596" cy="610"/>
            </a:xfrm>
            <a:prstGeom prst="ellipse">
              <a:avLst/>
            </a:prstGeom>
            <a:solidFill>
              <a:srgbClr val="CF0E30"/>
            </a:solidFill>
            <a:ln w="12700">
              <a:solidFill>
                <a:srgbClr val="CF0E30"/>
              </a:solidFill>
              <a:round/>
              <a:headEnd/>
              <a:tailEnd/>
            </a:ln>
          </p:spPr>
          <p:txBody>
            <a:bodyPr wrap="none" anchor="ctr"/>
            <a:lstStyle/>
            <a:p>
              <a:pPr eaLnBrk="0" hangingPunct="0"/>
              <a:endParaRPr lang="en-US">
                <a:latin typeface="Arial" charset="0"/>
              </a:endParaRPr>
            </a:p>
          </p:txBody>
        </p:sp>
        <p:sp>
          <p:nvSpPr>
            <p:cNvPr id="22536" name="Oval 19"/>
            <p:cNvSpPr>
              <a:spLocks noChangeArrowheads="1"/>
            </p:cNvSpPr>
            <p:nvPr/>
          </p:nvSpPr>
          <p:spPr bwMode="auto">
            <a:xfrm>
              <a:off x="838" y="2408"/>
              <a:ext cx="449" cy="474"/>
            </a:xfrm>
            <a:prstGeom prst="ellipse">
              <a:avLst/>
            </a:prstGeom>
            <a:solidFill>
              <a:schemeClr val="bg1"/>
            </a:solidFill>
            <a:ln w="12700">
              <a:solidFill>
                <a:schemeClr val="bg1"/>
              </a:solidFill>
              <a:round/>
              <a:headEnd/>
              <a:tailEnd/>
            </a:ln>
          </p:spPr>
          <p:txBody>
            <a:bodyPr wrap="none" anchor="ctr"/>
            <a:lstStyle/>
            <a:p>
              <a:pPr eaLnBrk="0" hangingPunct="0"/>
              <a:endParaRPr lang="en-US">
                <a:latin typeface="Arial" charset="0"/>
              </a:endParaRPr>
            </a:p>
          </p:txBody>
        </p:sp>
        <p:sp>
          <p:nvSpPr>
            <p:cNvPr id="22537" name="Oval 20"/>
            <p:cNvSpPr>
              <a:spLocks noChangeArrowheads="1"/>
            </p:cNvSpPr>
            <p:nvPr/>
          </p:nvSpPr>
          <p:spPr bwMode="auto">
            <a:xfrm>
              <a:off x="921" y="2446"/>
              <a:ext cx="285" cy="291"/>
            </a:xfrm>
            <a:prstGeom prst="ellipse">
              <a:avLst/>
            </a:prstGeom>
            <a:solidFill>
              <a:schemeClr val="tx2"/>
            </a:solidFill>
            <a:ln w="12700">
              <a:solidFill>
                <a:schemeClr val="tx2"/>
              </a:solidFill>
              <a:round/>
              <a:headEnd/>
              <a:tailEnd/>
            </a:ln>
          </p:spPr>
          <p:txBody>
            <a:bodyPr wrap="none" anchor="ctr"/>
            <a:lstStyle/>
            <a:p>
              <a:pPr eaLnBrk="0" hangingPunct="0"/>
              <a:endParaRPr lang="en-US">
                <a:latin typeface="Arial" charset="0"/>
              </a:endParaRPr>
            </a:p>
          </p:txBody>
        </p:sp>
        <p:sp>
          <p:nvSpPr>
            <p:cNvPr id="22538" name="Oval 21"/>
            <p:cNvSpPr>
              <a:spLocks noChangeArrowheads="1"/>
            </p:cNvSpPr>
            <p:nvPr/>
          </p:nvSpPr>
          <p:spPr bwMode="auto">
            <a:xfrm>
              <a:off x="962" y="2485"/>
              <a:ext cx="200" cy="229"/>
            </a:xfrm>
            <a:prstGeom prst="ellipse">
              <a:avLst/>
            </a:prstGeom>
            <a:solidFill>
              <a:schemeClr val="bg1"/>
            </a:solidFill>
            <a:ln w="12700">
              <a:solidFill>
                <a:schemeClr val="tx2"/>
              </a:solidFill>
              <a:round/>
              <a:headEnd/>
              <a:tailEnd/>
            </a:ln>
          </p:spPr>
          <p:txBody>
            <a:bodyPr wrap="none" anchor="ctr"/>
            <a:lstStyle/>
            <a:p>
              <a:pPr eaLnBrk="0" hangingPunct="0"/>
              <a:endParaRPr lang="en-US">
                <a:latin typeface="Arial" charset="0"/>
              </a:endParaRPr>
            </a:p>
          </p:txBody>
        </p:sp>
        <p:sp>
          <p:nvSpPr>
            <p:cNvPr id="22539" name="Oval 22"/>
            <p:cNvSpPr>
              <a:spLocks noChangeArrowheads="1"/>
            </p:cNvSpPr>
            <p:nvPr/>
          </p:nvSpPr>
          <p:spPr bwMode="auto">
            <a:xfrm>
              <a:off x="923" y="2563"/>
              <a:ext cx="283" cy="285"/>
            </a:xfrm>
            <a:prstGeom prst="ellipse">
              <a:avLst/>
            </a:prstGeom>
            <a:solidFill>
              <a:schemeClr val="tx2"/>
            </a:solidFill>
            <a:ln w="12700">
              <a:solidFill>
                <a:schemeClr val="tx2"/>
              </a:solidFill>
              <a:round/>
              <a:headEnd/>
              <a:tailEnd/>
            </a:ln>
          </p:spPr>
          <p:txBody>
            <a:bodyPr wrap="none" anchor="ctr"/>
            <a:lstStyle/>
            <a:p>
              <a:pPr eaLnBrk="0" hangingPunct="0"/>
              <a:endParaRPr lang="en-US">
                <a:latin typeface="Arial" charset="0"/>
              </a:endParaRPr>
            </a:p>
          </p:txBody>
        </p:sp>
        <p:sp>
          <p:nvSpPr>
            <p:cNvPr id="22540" name="Oval 23"/>
            <p:cNvSpPr>
              <a:spLocks noChangeArrowheads="1"/>
            </p:cNvSpPr>
            <p:nvPr/>
          </p:nvSpPr>
          <p:spPr bwMode="auto">
            <a:xfrm>
              <a:off x="1012" y="2622"/>
              <a:ext cx="102" cy="98"/>
            </a:xfrm>
            <a:prstGeom prst="ellipse">
              <a:avLst/>
            </a:prstGeom>
            <a:solidFill>
              <a:schemeClr val="bg1"/>
            </a:solidFill>
            <a:ln w="12700">
              <a:solidFill>
                <a:schemeClr val="tx2"/>
              </a:solidFill>
              <a:round/>
              <a:headEnd/>
              <a:tailEnd/>
            </a:ln>
          </p:spPr>
          <p:txBody>
            <a:bodyPr wrap="none" anchor="ctr"/>
            <a:lstStyle/>
            <a:p>
              <a:pPr eaLnBrk="0" hangingPunct="0"/>
              <a:endParaRPr lang="en-US">
                <a:latin typeface="Arial" charset="0"/>
              </a:endParaRPr>
            </a:p>
          </p:txBody>
        </p:sp>
        <p:sp>
          <p:nvSpPr>
            <p:cNvPr id="22541" name="AutoShape 24"/>
            <p:cNvSpPr>
              <a:spLocks noChangeArrowheads="1"/>
            </p:cNvSpPr>
            <p:nvPr/>
          </p:nvSpPr>
          <p:spPr bwMode="auto">
            <a:xfrm flipV="1">
              <a:off x="1033" y="2703"/>
              <a:ext cx="68" cy="8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47 w 21600"/>
                <a:gd name="T13" fmla="*/ 4574 h 21600"/>
                <a:gd name="T14" fmla="*/ 17153 w 21600"/>
                <a:gd name="T15" fmla="*/ 17026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lnTo>
                    <a:pt x="0" y="0"/>
                  </a:lnTo>
                  <a:close/>
                </a:path>
              </a:pathLst>
            </a:custGeom>
            <a:solidFill>
              <a:schemeClr val="bg1"/>
            </a:solidFill>
            <a:ln w="12700">
              <a:solidFill>
                <a:schemeClr val="bg1"/>
              </a:solidFill>
              <a:miter lim="800000"/>
              <a:headEnd/>
              <a:tailEnd/>
            </a:ln>
          </p:spPr>
          <p:txBody>
            <a:bodyPr wrap="none" anchor="ctr"/>
            <a:lstStyle/>
            <a:p>
              <a:endParaRPr lang="en-US" dirty="0">
                <a:latin typeface="Arial" pitchFamily="34" charset="0"/>
              </a:endParaRPr>
            </a:p>
          </p:txBody>
        </p:sp>
      </p:gr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24578"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15ED17B1-995B-4449-992C-877672F8631A}" type="slidenum">
              <a:rPr lang="ar-SA" sz="1400" b="0">
                <a:solidFill>
                  <a:schemeClr val="tx1"/>
                </a:solidFill>
                <a:latin typeface="Arial" charset="0"/>
                <a:cs typeface="Arial" charset="0"/>
              </a:rPr>
              <a:pPr/>
              <a:t>5</a:t>
            </a:fld>
            <a:endParaRPr lang="en-US" sz="1400" b="0">
              <a:solidFill>
                <a:schemeClr val="tx1"/>
              </a:solidFill>
              <a:latin typeface="Arial" charset="0"/>
              <a:cs typeface="Arial" charset="0"/>
            </a:endParaRPr>
          </a:p>
        </p:txBody>
      </p:sp>
      <p:pic>
        <p:nvPicPr>
          <p:cNvPr id="24579" name="Picture 4"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0" name="Rectangle 2"/>
          <p:cNvSpPr>
            <a:spLocks noGrp="1" noChangeArrowheads="1"/>
          </p:cNvSpPr>
          <p:nvPr>
            <p:ph type="title"/>
          </p:nvPr>
        </p:nvSpPr>
        <p:spPr/>
        <p:txBody>
          <a:bodyPr/>
          <a:lstStyle/>
          <a:p>
            <a:r>
              <a:rPr lang="en-US">
                <a:latin typeface="Arial" charset="0"/>
              </a:rPr>
              <a:t>Warning</a:t>
            </a:r>
          </a:p>
        </p:txBody>
      </p:sp>
      <p:sp>
        <p:nvSpPr>
          <p:cNvPr id="24581" name="Rectangle 3"/>
          <p:cNvSpPr>
            <a:spLocks noGrp="1" noChangeArrowheads="1"/>
          </p:cNvSpPr>
          <p:nvPr>
            <p:ph type="body" idx="1"/>
          </p:nvPr>
        </p:nvSpPr>
        <p:spPr/>
        <p:txBody>
          <a:bodyPr/>
          <a:lstStyle/>
          <a:p>
            <a:r>
              <a:rPr lang="en-US" dirty="0">
                <a:latin typeface="Arial" charset="0"/>
              </a:rPr>
              <a:t>You will </a:t>
            </a:r>
            <a:r>
              <a:rPr lang="en-US" i="1" dirty="0">
                <a:solidFill>
                  <a:schemeClr val="tx1"/>
                </a:solidFill>
                <a:latin typeface="Arial" charset="0"/>
              </a:rPr>
              <a:t>never</a:t>
            </a:r>
            <a:r>
              <a:rPr lang="en-US" dirty="0">
                <a:solidFill>
                  <a:schemeClr val="tx1"/>
                </a:solidFill>
                <a:latin typeface="Arial" charset="0"/>
              </a:rPr>
              <a:t> </a:t>
            </a:r>
            <a:r>
              <a:rPr lang="en-US" dirty="0">
                <a:latin typeface="Arial" charset="0"/>
              </a:rPr>
              <a:t>use these protocols</a:t>
            </a:r>
          </a:p>
          <a:p>
            <a:pPr lvl="1"/>
            <a:r>
              <a:rPr lang="en-US" dirty="0">
                <a:latin typeface="Arial" charset="0"/>
                <a:cs typeface="Arial" charset="0"/>
              </a:rPr>
              <a:t>Get over it</a:t>
            </a:r>
          </a:p>
          <a:p>
            <a:r>
              <a:rPr lang="en-US" dirty="0">
                <a:latin typeface="Arial" charset="0"/>
              </a:rPr>
              <a:t>You are advised to understand them</a:t>
            </a:r>
          </a:p>
          <a:p>
            <a:pPr lvl="1"/>
            <a:r>
              <a:rPr lang="en-US" dirty="0">
                <a:latin typeface="Arial" charset="0"/>
                <a:cs typeface="Arial" charset="0"/>
              </a:rPr>
              <a:t>The same issues show up everywhere</a:t>
            </a:r>
          </a:p>
          <a:p>
            <a:pPr lvl="1"/>
            <a:r>
              <a:rPr lang="en-US" dirty="0">
                <a:latin typeface="Arial" charset="0"/>
                <a:cs typeface="Arial" charset="0"/>
              </a:rPr>
              <a:t>Except hidden and more complex</a:t>
            </a:r>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26626"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2405832A-1FD5-7142-ACE1-FCEE95284805}" type="slidenum">
              <a:rPr lang="ar-SA" sz="1400" b="0">
                <a:solidFill>
                  <a:schemeClr val="tx1"/>
                </a:solidFill>
                <a:latin typeface="Arial" charset="0"/>
                <a:cs typeface="Arial" charset="0"/>
              </a:rPr>
              <a:pPr/>
              <a:t>6</a:t>
            </a:fld>
            <a:endParaRPr lang="en-US" sz="1400" b="0">
              <a:solidFill>
                <a:schemeClr val="tx1"/>
              </a:solidFill>
              <a:latin typeface="Arial" charset="0"/>
              <a:cs typeface="Arial" charset="0"/>
            </a:endParaRPr>
          </a:p>
        </p:txBody>
      </p:sp>
      <p:pic>
        <p:nvPicPr>
          <p:cNvPr id="26627" name="Picture 4"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8" name="Rectangle 2"/>
          <p:cNvSpPr>
            <a:spLocks noGrp="1" noChangeArrowheads="1"/>
          </p:cNvSpPr>
          <p:nvPr>
            <p:ph type="title"/>
          </p:nvPr>
        </p:nvSpPr>
        <p:spPr/>
        <p:txBody>
          <a:bodyPr/>
          <a:lstStyle/>
          <a:p>
            <a:r>
              <a:rPr lang="en-US" sz="4000">
                <a:latin typeface="Arial" charset="0"/>
              </a:rPr>
              <a:t>Why is Concurrent Programming so Hard?</a:t>
            </a:r>
          </a:p>
        </p:txBody>
      </p:sp>
      <p:sp>
        <p:nvSpPr>
          <p:cNvPr id="26629" name="Rectangle 3"/>
          <p:cNvSpPr>
            <a:spLocks noGrp="1" noChangeArrowheads="1"/>
          </p:cNvSpPr>
          <p:nvPr>
            <p:ph type="body" idx="1"/>
          </p:nvPr>
        </p:nvSpPr>
        <p:spPr/>
        <p:txBody>
          <a:bodyPr/>
          <a:lstStyle/>
          <a:p>
            <a:r>
              <a:rPr lang="en-US">
                <a:latin typeface="Arial" charset="0"/>
              </a:rPr>
              <a:t>Try preparing a seven-course banquet</a:t>
            </a:r>
          </a:p>
          <a:p>
            <a:pPr lvl="1"/>
            <a:r>
              <a:rPr lang="en-US">
                <a:latin typeface="Arial" charset="0"/>
                <a:cs typeface="Arial" charset="0"/>
              </a:rPr>
              <a:t>By yourself</a:t>
            </a:r>
          </a:p>
          <a:p>
            <a:pPr lvl="1"/>
            <a:r>
              <a:rPr lang="en-US">
                <a:latin typeface="Arial" charset="0"/>
                <a:cs typeface="Arial" charset="0"/>
              </a:rPr>
              <a:t>With one friend</a:t>
            </a:r>
          </a:p>
          <a:p>
            <a:pPr lvl="1"/>
            <a:r>
              <a:rPr lang="en-US">
                <a:latin typeface="Arial" charset="0"/>
                <a:cs typeface="Arial" charset="0"/>
              </a:rPr>
              <a:t>With twenty-seven friends …</a:t>
            </a:r>
          </a:p>
          <a:p>
            <a:r>
              <a:rPr lang="en-US">
                <a:latin typeface="Arial" charset="0"/>
              </a:rPr>
              <a:t>Before we can talk about programs</a:t>
            </a:r>
          </a:p>
          <a:p>
            <a:pPr lvl="1"/>
            <a:r>
              <a:rPr lang="en-US">
                <a:latin typeface="Arial" charset="0"/>
                <a:cs typeface="Arial" charset="0"/>
              </a:rPr>
              <a:t>Need a language</a:t>
            </a:r>
          </a:p>
          <a:p>
            <a:pPr lvl="1"/>
            <a:r>
              <a:rPr lang="en-US">
                <a:latin typeface="Arial" charset="0"/>
                <a:cs typeface="Arial" charset="0"/>
              </a:rPr>
              <a:t>Describing time and concurrency</a:t>
            </a:r>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28674"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B1BE73AB-423B-D847-BFF8-1C8B932944F2}" type="slidenum">
              <a:rPr lang="ar-SA" sz="1400" b="0">
                <a:solidFill>
                  <a:schemeClr val="tx1"/>
                </a:solidFill>
                <a:latin typeface="Arial" charset="0"/>
                <a:cs typeface="Arial" charset="0"/>
              </a:rPr>
              <a:pPr/>
              <a:t>7</a:t>
            </a:fld>
            <a:endParaRPr lang="en-US" sz="1400" b="0">
              <a:solidFill>
                <a:schemeClr val="tx1"/>
              </a:solidFill>
              <a:latin typeface="Arial" charset="0"/>
              <a:cs typeface="Arial" charset="0"/>
            </a:endParaRPr>
          </a:p>
        </p:txBody>
      </p:sp>
      <p:pic>
        <p:nvPicPr>
          <p:cNvPr id="28675" name="Picture 13"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6" name="Rectangle 2"/>
          <p:cNvSpPr>
            <a:spLocks noGrp="1" noChangeArrowheads="1"/>
          </p:cNvSpPr>
          <p:nvPr>
            <p:ph type="body" idx="1"/>
          </p:nvPr>
        </p:nvSpPr>
        <p:spPr>
          <a:xfrm>
            <a:off x="673100" y="1325563"/>
            <a:ext cx="7772400" cy="3276600"/>
          </a:xfrm>
        </p:spPr>
        <p:txBody>
          <a:bodyPr/>
          <a:lstStyle/>
          <a:p>
            <a:pPr>
              <a:lnSpc>
                <a:spcPct val="80000"/>
              </a:lnSpc>
            </a:pPr>
            <a:r>
              <a:rPr lang="ja-JP" altLang="en-US" dirty="0">
                <a:latin typeface="Arial" charset="0"/>
              </a:rPr>
              <a:t>“</a:t>
            </a:r>
            <a:r>
              <a:rPr lang="en-US" altLang="ja-JP" i="1" dirty="0">
                <a:latin typeface="Arial" charset="0"/>
              </a:rPr>
              <a:t>Absolute, true and mathematical time, of itself and from its own nature, flows equably without relation to anything external</a:t>
            </a:r>
            <a:r>
              <a:rPr lang="en-US" altLang="ja-JP" dirty="0">
                <a:latin typeface="Arial" charset="0"/>
              </a:rPr>
              <a:t>.</a:t>
            </a:r>
            <a:r>
              <a:rPr lang="ja-JP" altLang="en-US" dirty="0">
                <a:latin typeface="Arial" charset="0"/>
              </a:rPr>
              <a:t>”</a:t>
            </a:r>
            <a:r>
              <a:rPr lang="en-US" altLang="ja-JP" dirty="0">
                <a:latin typeface="Arial" charset="0"/>
              </a:rPr>
              <a:t> </a:t>
            </a:r>
            <a:r>
              <a:rPr lang="en-US" altLang="ja-JP">
                <a:latin typeface="Arial" charset="0"/>
              </a:rPr>
              <a:t>(Isaac </a:t>
            </a:r>
            <a:r>
              <a:rPr lang="en-US" altLang="ja-JP" dirty="0">
                <a:latin typeface="Arial" charset="0"/>
              </a:rPr>
              <a:t>Newton, 1689)</a:t>
            </a:r>
          </a:p>
          <a:p>
            <a:pPr>
              <a:lnSpc>
                <a:spcPct val="80000"/>
              </a:lnSpc>
              <a:buFontTx/>
              <a:buNone/>
            </a:pPr>
            <a:endParaRPr lang="en-US" dirty="0">
              <a:latin typeface="Arial" charset="0"/>
            </a:endParaRPr>
          </a:p>
          <a:p>
            <a:pPr>
              <a:lnSpc>
                <a:spcPct val="80000"/>
              </a:lnSpc>
            </a:pPr>
            <a:r>
              <a:rPr lang="ja-JP" altLang="en-US" dirty="0">
                <a:latin typeface="Arial" charset="0"/>
              </a:rPr>
              <a:t>“</a:t>
            </a:r>
            <a:r>
              <a:rPr lang="en-US" i="1" dirty="0"/>
              <a:t>Time is what keeps everything from happening at once</a:t>
            </a:r>
            <a:r>
              <a:rPr lang="en-US" altLang="ja-JP" dirty="0">
                <a:latin typeface="Arial" charset="0"/>
              </a:rPr>
              <a:t>.</a:t>
            </a:r>
            <a:r>
              <a:rPr lang="ja-JP" altLang="en-US" dirty="0">
                <a:latin typeface="Arial" charset="0"/>
              </a:rPr>
              <a:t>”</a:t>
            </a:r>
            <a:r>
              <a:rPr lang="en-US" altLang="ja-JP" dirty="0">
                <a:latin typeface="Arial" charset="0"/>
              </a:rPr>
              <a:t> (Ray Cummings, 1922)</a:t>
            </a:r>
            <a:endParaRPr lang="en-US" dirty="0">
              <a:latin typeface="Arial" charset="0"/>
            </a:endParaRPr>
          </a:p>
        </p:txBody>
      </p:sp>
      <p:sp>
        <p:nvSpPr>
          <p:cNvPr id="28677" name="Rectangle 3"/>
          <p:cNvSpPr>
            <a:spLocks noGrp="1" noChangeArrowheads="1"/>
          </p:cNvSpPr>
          <p:nvPr>
            <p:ph type="title"/>
          </p:nvPr>
        </p:nvSpPr>
        <p:spPr>
          <a:xfrm>
            <a:off x="671513" y="0"/>
            <a:ext cx="7772400" cy="1143000"/>
          </a:xfrm>
        </p:spPr>
        <p:txBody>
          <a:bodyPr/>
          <a:lstStyle/>
          <a:p>
            <a:r>
              <a:rPr lang="en-US">
                <a:latin typeface="Arial" charset="0"/>
              </a:rPr>
              <a:t>Time</a:t>
            </a:r>
          </a:p>
        </p:txBody>
      </p:sp>
      <p:grpSp>
        <p:nvGrpSpPr>
          <p:cNvPr id="28678" name="Group 12"/>
          <p:cNvGrpSpPr>
            <a:grpSpLocks/>
          </p:cNvGrpSpPr>
          <p:nvPr/>
        </p:nvGrpSpPr>
        <p:grpSpPr bwMode="auto">
          <a:xfrm>
            <a:off x="911225" y="5313363"/>
            <a:ext cx="7391400" cy="762000"/>
            <a:chOff x="528" y="3192"/>
            <a:chExt cx="4656" cy="480"/>
          </a:xfrm>
        </p:grpSpPr>
        <p:sp>
          <p:nvSpPr>
            <p:cNvPr id="28679" name="AutoShape 6"/>
            <p:cNvSpPr>
              <a:spLocks noChangeArrowheads="1"/>
            </p:cNvSpPr>
            <p:nvPr/>
          </p:nvSpPr>
          <p:spPr bwMode="auto">
            <a:xfrm>
              <a:off x="528" y="3192"/>
              <a:ext cx="4656" cy="48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pPr eaLnBrk="0" hangingPunct="0"/>
              <a:endParaRPr lang="en-US">
                <a:latin typeface="Arial" charset="0"/>
              </a:endParaRPr>
            </a:p>
          </p:txBody>
        </p:sp>
        <p:sp>
          <p:nvSpPr>
            <p:cNvPr id="28680" name="Text Box 7"/>
            <p:cNvSpPr txBox="1">
              <a:spLocks noChangeArrowheads="1"/>
            </p:cNvSpPr>
            <p:nvPr/>
          </p:nvSpPr>
          <p:spPr bwMode="auto">
            <a:xfrm>
              <a:off x="689" y="3284"/>
              <a:ext cx="48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r"/>
              <a:r>
                <a:rPr lang="en-US" sz="2400" b="0">
                  <a:solidFill>
                    <a:schemeClr val="bg1"/>
                  </a:solidFill>
                  <a:latin typeface="Arial" charset="0"/>
                </a:rPr>
                <a:t>time</a:t>
              </a:r>
            </a:p>
          </p:txBody>
        </p:sp>
      </p:gr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30722"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5F006615-01E7-034E-A99C-84C41ADDFE33}" type="slidenum">
              <a:rPr lang="ar-SA" sz="1400" b="0">
                <a:solidFill>
                  <a:schemeClr val="tx1"/>
                </a:solidFill>
                <a:latin typeface="Arial" charset="0"/>
                <a:cs typeface="Arial" charset="0"/>
              </a:rPr>
              <a:pPr/>
              <a:t>8</a:t>
            </a:fld>
            <a:endParaRPr lang="en-US" sz="1400" b="0">
              <a:solidFill>
                <a:schemeClr val="tx1"/>
              </a:solidFill>
              <a:latin typeface="Arial" charset="0"/>
              <a:cs typeface="Arial" charset="0"/>
            </a:endParaRPr>
          </a:p>
        </p:txBody>
      </p:sp>
      <p:pic>
        <p:nvPicPr>
          <p:cNvPr id="30723" name="Picture 11"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0724" name="Group 8"/>
          <p:cNvGrpSpPr>
            <a:grpSpLocks/>
          </p:cNvGrpSpPr>
          <p:nvPr/>
        </p:nvGrpSpPr>
        <p:grpSpPr bwMode="auto">
          <a:xfrm>
            <a:off x="838200" y="5067300"/>
            <a:ext cx="7391400" cy="762000"/>
            <a:chOff x="528" y="3192"/>
            <a:chExt cx="4656" cy="480"/>
          </a:xfrm>
        </p:grpSpPr>
        <p:sp>
          <p:nvSpPr>
            <p:cNvPr id="30730" name="AutoShape 9"/>
            <p:cNvSpPr>
              <a:spLocks noChangeArrowheads="1"/>
            </p:cNvSpPr>
            <p:nvPr/>
          </p:nvSpPr>
          <p:spPr bwMode="auto">
            <a:xfrm>
              <a:off x="528" y="3192"/>
              <a:ext cx="4656" cy="48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pPr eaLnBrk="0" hangingPunct="0"/>
              <a:endParaRPr lang="en-US">
                <a:latin typeface="Arial" charset="0"/>
              </a:endParaRPr>
            </a:p>
          </p:txBody>
        </p:sp>
        <p:sp>
          <p:nvSpPr>
            <p:cNvPr id="30731" name="Text Box 10"/>
            <p:cNvSpPr txBox="1">
              <a:spLocks noChangeArrowheads="1"/>
            </p:cNvSpPr>
            <p:nvPr/>
          </p:nvSpPr>
          <p:spPr bwMode="auto">
            <a:xfrm>
              <a:off x="689" y="3284"/>
              <a:ext cx="48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r"/>
              <a:r>
                <a:rPr lang="en-US" sz="2400" b="0">
                  <a:solidFill>
                    <a:schemeClr val="bg1"/>
                  </a:solidFill>
                  <a:latin typeface="Arial" charset="0"/>
                </a:rPr>
                <a:t>time</a:t>
              </a:r>
            </a:p>
          </p:txBody>
        </p:sp>
      </p:grpSp>
      <p:sp>
        <p:nvSpPr>
          <p:cNvPr id="30725" name="Rectangle 2"/>
          <p:cNvSpPr>
            <a:spLocks noGrp="1" noChangeArrowheads="1"/>
          </p:cNvSpPr>
          <p:nvPr>
            <p:ph type="body" idx="1"/>
          </p:nvPr>
        </p:nvSpPr>
        <p:spPr>
          <a:xfrm>
            <a:off x="762000" y="2286000"/>
            <a:ext cx="7772400" cy="3276600"/>
          </a:xfrm>
        </p:spPr>
        <p:txBody>
          <a:bodyPr/>
          <a:lstStyle/>
          <a:p>
            <a:r>
              <a:rPr lang="en-US">
                <a:latin typeface="Arial" charset="0"/>
              </a:rPr>
              <a:t>An </a:t>
            </a:r>
            <a:r>
              <a:rPr lang="en-US" i="1">
                <a:solidFill>
                  <a:srgbClr val="FF0000"/>
                </a:solidFill>
                <a:latin typeface="Arial" charset="0"/>
              </a:rPr>
              <a:t>event</a:t>
            </a:r>
            <a:r>
              <a:rPr lang="en-US">
                <a:latin typeface="Arial" charset="0"/>
              </a:rPr>
              <a:t>  </a:t>
            </a:r>
            <a:r>
              <a:rPr lang="en-US">
                <a:solidFill>
                  <a:schemeClr val="tx1"/>
                </a:solidFill>
                <a:latin typeface="Arial" charset="0"/>
              </a:rPr>
              <a:t>a</a:t>
            </a:r>
            <a:r>
              <a:rPr lang="en-US" baseline="-25000">
                <a:solidFill>
                  <a:schemeClr val="tx1"/>
                </a:solidFill>
                <a:latin typeface="Arial" charset="0"/>
              </a:rPr>
              <a:t>0</a:t>
            </a:r>
            <a:r>
              <a:rPr lang="en-US">
                <a:latin typeface="Arial" charset="0"/>
              </a:rPr>
              <a:t> of thread </a:t>
            </a:r>
            <a:r>
              <a:rPr lang="en-US">
                <a:solidFill>
                  <a:schemeClr val="tx1"/>
                </a:solidFill>
                <a:latin typeface="Arial" charset="0"/>
              </a:rPr>
              <a:t>A</a:t>
            </a:r>
            <a:r>
              <a:rPr lang="en-US">
                <a:latin typeface="Arial" charset="0"/>
              </a:rPr>
              <a:t> is</a:t>
            </a:r>
          </a:p>
          <a:p>
            <a:pPr lvl="1"/>
            <a:r>
              <a:rPr lang="en-US">
                <a:latin typeface="Arial" charset="0"/>
                <a:cs typeface="Arial" charset="0"/>
              </a:rPr>
              <a:t>Instantaneous</a:t>
            </a:r>
          </a:p>
          <a:p>
            <a:pPr lvl="1"/>
            <a:r>
              <a:rPr lang="en-US">
                <a:latin typeface="Arial" charset="0"/>
                <a:cs typeface="Arial" charset="0"/>
              </a:rPr>
              <a:t>No simultaneous events (break ties)</a:t>
            </a:r>
          </a:p>
        </p:txBody>
      </p:sp>
      <p:sp>
        <p:nvSpPr>
          <p:cNvPr id="30726" name="Line 4"/>
          <p:cNvSpPr>
            <a:spLocks noChangeShapeType="1"/>
          </p:cNvSpPr>
          <p:nvPr/>
        </p:nvSpPr>
        <p:spPr bwMode="auto">
          <a:xfrm>
            <a:off x="2743200" y="4724400"/>
            <a:ext cx="0" cy="4572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30727" name="Line 5"/>
          <p:cNvSpPr>
            <a:spLocks noChangeShapeType="1"/>
          </p:cNvSpPr>
          <p:nvPr/>
        </p:nvSpPr>
        <p:spPr bwMode="auto">
          <a:xfrm>
            <a:off x="2743200" y="5181600"/>
            <a:ext cx="0" cy="457200"/>
          </a:xfrm>
          <a:prstGeom prst="line">
            <a:avLst/>
          </a:prstGeom>
          <a:noFill/>
          <a:ln w="7620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30728" name="Rectangle 6"/>
          <p:cNvSpPr>
            <a:spLocks noChangeArrowheads="1"/>
          </p:cNvSpPr>
          <p:nvPr/>
        </p:nvSpPr>
        <p:spPr bwMode="auto">
          <a:xfrm>
            <a:off x="2435225" y="4129088"/>
            <a:ext cx="5302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eaLnBrk="0" hangingPunct="0"/>
            <a:r>
              <a:rPr lang="en-US" sz="2800" b="0">
                <a:solidFill>
                  <a:schemeClr val="tx1"/>
                </a:solidFill>
                <a:latin typeface="Arial" charset="0"/>
              </a:rPr>
              <a:t>a</a:t>
            </a:r>
            <a:r>
              <a:rPr lang="en-US" sz="2800" b="0" baseline="-25000">
                <a:solidFill>
                  <a:schemeClr val="tx1"/>
                </a:solidFill>
                <a:latin typeface="Arial" charset="0"/>
              </a:rPr>
              <a:t>0</a:t>
            </a:r>
          </a:p>
        </p:txBody>
      </p:sp>
      <p:sp>
        <p:nvSpPr>
          <p:cNvPr id="30729" name="Rectangle 7"/>
          <p:cNvSpPr>
            <a:spLocks noGrp="1" noChangeArrowheads="1"/>
          </p:cNvSpPr>
          <p:nvPr>
            <p:ph type="title"/>
          </p:nvPr>
        </p:nvSpPr>
        <p:spPr/>
        <p:txBody>
          <a:bodyPr/>
          <a:lstStyle/>
          <a:p>
            <a:r>
              <a:rPr lang="en-US">
                <a:latin typeface="Arial" charset="0"/>
              </a:rPr>
              <a:t>Events</a:t>
            </a:r>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32770"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1C3DDBC1-7B1B-334A-AC60-8275628411E8}" type="slidenum">
              <a:rPr lang="ar-SA" sz="1400" b="0">
                <a:solidFill>
                  <a:schemeClr val="tx1"/>
                </a:solidFill>
                <a:latin typeface="Arial" charset="0"/>
                <a:cs typeface="Arial" charset="0"/>
              </a:rPr>
              <a:pPr/>
              <a:t>9</a:t>
            </a:fld>
            <a:endParaRPr lang="en-US" sz="1400" b="0">
              <a:solidFill>
                <a:schemeClr val="tx1"/>
              </a:solidFill>
              <a:latin typeface="Arial" charset="0"/>
              <a:cs typeface="Arial" charset="0"/>
            </a:endParaRPr>
          </a:p>
        </p:txBody>
      </p:sp>
      <p:pic>
        <p:nvPicPr>
          <p:cNvPr id="32771" name="Picture 24"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2772" name="Group 18"/>
          <p:cNvGrpSpPr>
            <a:grpSpLocks/>
          </p:cNvGrpSpPr>
          <p:nvPr/>
        </p:nvGrpSpPr>
        <p:grpSpPr bwMode="auto">
          <a:xfrm>
            <a:off x="838200" y="5024438"/>
            <a:ext cx="7391400" cy="762000"/>
            <a:chOff x="528" y="3192"/>
            <a:chExt cx="4656" cy="480"/>
          </a:xfrm>
        </p:grpSpPr>
        <p:sp>
          <p:nvSpPr>
            <p:cNvPr id="32788" name="AutoShape 19"/>
            <p:cNvSpPr>
              <a:spLocks noChangeArrowheads="1"/>
            </p:cNvSpPr>
            <p:nvPr/>
          </p:nvSpPr>
          <p:spPr bwMode="auto">
            <a:xfrm>
              <a:off x="528" y="3192"/>
              <a:ext cx="4656" cy="48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pPr eaLnBrk="0" hangingPunct="0"/>
              <a:endParaRPr lang="en-US">
                <a:latin typeface="Arial" charset="0"/>
              </a:endParaRPr>
            </a:p>
          </p:txBody>
        </p:sp>
        <p:sp>
          <p:nvSpPr>
            <p:cNvPr id="32789" name="Text Box 20"/>
            <p:cNvSpPr txBox="1">
              <a:spLocks noChangeArrowheads="1"/>
            </p:cNvSpPr>
            <p:nvPr/>
          </p:nvSpPr>
          <p:spPr bwMode="auto">
            <a:xfrm>
              <a:off x="689" y="3284"/>
              <a:ext cx="48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r"/>
              <a:r>
                <a:rPr lang="en-US" sz="2400" b="0">
                  <a:solidFill>
                    <a:schemeClr val="bg1"/>
                  </a:solidFill>
                  <a:latin typeface="Arial" charset="0"/>
                </a:rPr>
                <a:t>time</a:t>
              </a:r>
            </a:p>
          </p:txBody>
        </p:sp>
      </p:grpSp>
      <p:sp>
        <p:nvSpPr>
          <p:cNvPr id="32773" name="Rectangle 2"/>
          <p:cNvSpPr>
            <a:spLocks noGrp="1" noChangeArrowheads="1"/>
          </p:cNvSpPr>
          <p:nvPr>
            <p:ph type="body" idx="1"/>
          </p:nvPr>
        </p:nvSpPr>
        <p:spPr>
          <a:xfrm>
            <a:off x="762000" y="1676400"/>
            <a:ext cx="7772400" cy="3276600"/>
          </a:xfrm>
        </p:spPr>
        <p:txBody>
          <a:bodyPr/>
          <a:lstStyle/>
          <a:p>
            <a:r>
              <a:rPr lang="en-US">
                <a:latin typeface="Arial" charset="0"/>
              </a:rPr>
              <a:t>A </a:t>
            </a:r>
            <a:r>
              <a:rPr lang="en-US" i="1">
                <a:solidFill>
                  <a:srgbClr val="FF0000"/>
                </a:solidFill>
                <a:latin typeface="Arial" charset="0"/>
              </a:rPr>
              <a:t>thread</a:t>
            </a:r>
            <a:r>
              <a:rPr lang="en-US">
                <a:latin typeface="Arial" charset="0"/>
              </a:rPr>
              <a:t> </a:t>
            </a:r>
            <a:r>
              <a:rPr lang="en-US">
                <a:solidFill>
                  <a:schemeClr val="tx1"/>
                </a:solidFill>
                <a:latin typeface="Arial" charset="0"/>
              </a:rPr>
              <a:t>A</a:t>
            </a:r>
            <a:r>
              <a:rPr lang="en-US">
                <a:latin typeface="Arial" charset="0"/>
              </a:rPr>
              <a:t> is (formally) a sequence </a:t>
            </a:r>
            <a:r>
              <a:rPr lang="en-US">
                <a:solidFill>
                  <a:schemeClr val="tx1"/>
                </a:solidFill>
                <a:latin typeface="Arial" charset="0"/>
              </a:rPr>
              <a:t>a</a:t>
            </a:r>
            <a:r>
              <a:rPr lang="en-US" baseline="-25000">
                <a:solidFill>
                  <a:schemeClr val="tx1"/>
                </a:solidFill>
                <a:latin typeface="Arial" charset="0"/>
              </a:rPr>
              <a:t>0</a:t>
            </a:r>
            <a:r>
              <a:rPr lang="en-US">
                <a:solidFill>
                  <a:schemeClr val="tx1"/>
                </a:solidFill>
                <a:latin typeface="Arial" charset="0"/>
              </a:rPr>
              <a:t>,</a:t>
            </a:r>
            <a:r>
              <a:rPr lang="en-US">
                <a:latin typeface="Arial" charset="0"/>
              </a:rPr>
              <a:t> </a:t>
            </a:r>
            <a:r>
              <a:rPr lang="en-US">
                <a:solidFill>
                  <a:schemeClr val="tx1"/>
                </a:solidFill>
                <a:latin typeface="Arial" charset="0"/>
              </a:rPr>
              <a:t>a</a:t>
            </a:r>
            <a:r>
              <a:rPr lang="en-US" baseline="-25000">
                <a:solidFill>
                  <a:schemeClr val="tx1"/>
                </a:solidFill>
                <a:latin typeface="Arial" charset="0"/>
              </a:rPr>
              <a:t>1</a:t>
            </a:r>
            <a:r>
              <a:rPr lang="en-US">
                <a:solidFill>
                  <a:schemeClr val="tx1"/>
                </a:solidFill>
                <a:latin typeface="Arial" charset="0"/>
              </a:rPr>
              <a:t>, ...</a:t>
            </a:r>
            <a:r>
              <a:rPr lang="en-US" baseline="-25000">
                <a:solidFill>
                  <a:schemeClr val="tx1"/>
                </a:solidFill>
                <a:latin typeface="Arial" charset="0"/>
              </a:rPr>
              <a:t> </a:t>
            </a:r>
            <a:r>
              <a:rPr lang="en-US">
                <a:latin typeface="Arial" charset="0"/>
              </a:rPr>
              <a:t>of events </a:t>
            </a:r>
          </a:p>
          <a:p>
            <a:pPr lvl="1"/>
            <a:r>
              <a:rPr lang="ja-JP" altLang="en-US">
                <a:latin typeface="Arial" charset="0"/>
                <a:cs typeface="Arial" charset="0"/>
              </a:rPr>
              <a:t>“</a:t>
            </a:r>
            <a:r>
              <a:rPr lang="en-US" altLang="ja-JP">
                <a:latin typeface="Arial" charset="0"/>
                <a:cs typeface="Arial" charset="0"/>
              </a:rPr>
              <a:t>Trace</a:t>
            </a:r>
            <a:r>
              <a:rPr lang="ja-JP" altLang="en-US">
                <a:latin typeface="Arial" charset="0"/>
                <a:cs typeface="Arial" charset="0"/>
              </a:rPr>
              <a:t>”</a:t>
            </a:r>
            <a:r>
              <a:rPr lang="en-US" altLang="ja-JP">
                <a:latin typeface="Arial" charset="0"/>
                <a:cs typeface="Arial" charset="0"/>
              </a:rPr>
              <a:t> model</a:t>
            </a:r>
          </a:p>
          <a:p>
            <a:pPr lvl="1"/>
            <a:r>
              <a:rPr lang="en-US">
                <a:latin typeface="Arial" charset="0"/>
                <a:cs typeface="Arial" charset="0"/>
              </a:rPr>
              <a:t>Notation: </a:t>
            </a:r>
            <a:r>
              <a:rPr lang="en-US">
                <a:solidFill>
                  <a:schemeClr val="tx1"/>
                </a:solidFill>
                <a:latin typeface="Arial" charset="0"/>
                <a:cs typeface="Arial" charset="0"/>
              </a:rPr>
              <a:t>a</a:t>
            </a:r>
            <a:r>
              <a:rPr lang="en-US" baseline="-25000">
                <a:solidFill>
                  <a:schemeClr val="tx1"/>
                </a:solidFill>
                <a:latin typeface="Arial" charset="0"/>
                <a:cs typeface="Arial" charset="0"/>
              </a:rPr>
              <a:t>0</a:t>
            </a:r>
            <a:r>
              <a:rPr lang="en-US">
                <a:latin typeface="Arial" charset="0"/>
                <a:cs typeface="Arial" charset="0"/>
              </a:rPr>
              <a:t> </a:t>
            </a:r>
            <a:r>
              <a:rPr lang="en-US" sz="2000">
                <a:solidFill>
                  <a:schemeClr val="tx1"/>
                </a:solidFill>
                <a:latin typeface="Arial" charset="0"/>
                <a:cs typeface="Arial" charset="0"/>
                <a:sym typeface="Wingdings" charset="0"/>
              </a:rPr>
              <a:t></a:t>
            </a:r>
            <a:r>
              <a:rPr lang="en-US" sz="2000">
                <a:latin typeface="Arial" charset="0"/>
                <a:cs typeface="Arial" charset="0"/>
                <a:sym typeface="Wingdings" charset="0"/>
              </a:rPr>
              <a:t> </a:t>
            </a:r>
            <a:r>
              <a:rPr lang="en-US">
                <a:solidFill>
                  <a:schemeClr val="tx1"/>
                </a:solidFill>
                <a:latin typeface="Arial" charset="0"/>
                <a:cs typeface="Arial" charset="0"/>
              </a:rPr>
              <a:t>a</a:t>
            </a:r>
            <a:r>
              <a:rPr lang="en-US" baseline="-25000">
                <a:solidFill>
                  <a:schemeClr val="tx1"/>
                </a:solidFill>
                <a:latin typeface="Arial" charset="0"/>
                <a:cs typeface="Arial" charset="0"/>
              </a:rPr>
              <a:t>1 </a:t>
            </a:r>
            <a:r>
              <a:rPr lang="en-US">
                <a:latin typeface="Arial" charset="0"/>
                <a:cs typeface="Arial" charset="0"/>
              </a:rPr>
              <a:t>indicates order</a:t>
            </a:r>
          </a:p>
        </p:txBody>
      </p:sp>
      <p:sp>
        <p:nvSpPr>
          <p:cNvPr id="32774" name="Line 4"/>
          <p:cNvSpPr>
            <a:spLocks noChangeShapeType="1"/>
          </p:cNvSpPr>
          <p:nvPr/>
        </p:nvSpPr>
        <p:spPr bwMode="auto">
          <a:xfrm>
            <a:off x="2743200" y="4724400"/>
            <a:ext cx="0" cy="4572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32775" name="Line 5"/>
          <p:cNvSpPr>
            <a:spLocks noChangeShapeType="1"/>
          </p:cNvSpPr>
          <p:nvPr/>
        </p:nvSpPr>
        <p:spPr bwMode="auto">
          <a:xfrm>
            <a:off x="2743200" y="5181600"/>
            <a:ext cx="0" cy="457200"/>
          </a:xfrm>
          <a:prstGeom prst="line">
            <a:avLst/>
          </a:prstGeom>
          <a:noFill/>
          <a:ln w="7620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32776" name="Rectangle 6"/>
          <p:cNvSpPr>
            <a:spLocks noChangeArrowheads="1"/>
          </p:cNvSpPr>
          <p:nvPr/>
        </p:nvSpPr>
        <p:spPr bwMode="auto">
          <a:xfrm>
            <a:off x="2435225" y="4129088"/>
            <a:ext cx="5302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eaLnBrk="0" hangingPunct="0"/>
            <a:r>
              <a:rPr lang="en-US" sz="2800" b="0">
                <a:solidFill>
                  <a:schemeClr val="tx1"/>
                </a:solidFill>
                <a:latin typeface="Arial" charset="0"/>
              </a:rPr>
              <a:t>a</a:t>
            </a:r>
            <a:r>
              <a:rPr lang="en-US" sz="2800" b="0" baseline="-25000">
                <a:solidFill>
                  <a:schemeClr val="tx1"/>
                </a:solidFill>
                <a:latin typeface="Arial" charset="0"/>
              </a:rPr>
              <a:t>0</a:t>
            </a:r>
          </a:p>
        </p:txBody>
      </p:sp>
      <p:sp>
        <p:nvSpPr>
          <p:cNvPr id="32777" name="Rectangle 7"/>
          <p:cNvSpPr>
            <a:spLocks noGrp="1" noChangeArrowheads="1"/>
          </p:cNvSpPr>
          <p:nvPr>
            <p:ph type="title"/>
          </p:nvPr>
        </p:nvSpPr>
        <p:spPr/>
        <p:txBody>
          <a:bodyPr/>
          <a:lstStyle/>
          <a:p>
            <a:r>
              <a:rPr lang="en-US">
                <a:latin typeface="Arial" charset="0"/>
              </a:rPr>
              <a:t>Threads</a:t>
            </a:r>
          </a:p>
        </p:txBody>
      </p:sp>
      <p:sp>
        <p:nvSpPr>
          <p:cNvPr id="32778" name="Line 8"/>
          <p:cNvSpPr>
            <a:spLocks noChangeShapeType="1"/>
          </p:cNvSpPr>
          <p:nvPr/>
        </p:nvSpPr>
        <p:spPr bwMode="auto">
          <a:xfrm>
            <a:off x="3492500" y="4710113"/>
            <a:ext cx="0" cy="4572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32779" name="Line 9"/>
          <p:cNvSpPr>
            <a:spLocks noChangeShapeType="1"/>
          </p:cNvSpPr>
          <p:nvPr/>
        </p:nvSpPr>
        <p:spPr bwMode="auto">
          <a:xfrm>
            <a:off x="3492500" y="5167313"/>
            <a:ext cx="0" cy="457200"/>
          </a:xfrm>
          <a:prstGeom prst="line">
            <a:avLst/>
          </a:prstGeom>
          <a:noFill/>
          <a:ln w="7620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32780" name="Rectangle 10"/>
          <p:cNvSpPr>
            <a:spLocks noChangeArrowheads="1"/>
          </p:cNvSpPr>
          <p:nvPr/>
        </p:nvSpPr>
        <p:spPr bwMode="auto">
          <a:xfrm>
            <a:off x="3197225" y="4114800"/>
            <a:ext cx="5175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eaLnBrk="0" hangingPunct="0"/>
            <a:r>
              <a:rPr lang="en-US" sz="2800" b="0">
                <a:solidFill>
                  <a:schemeClr val="tx1"/>
                </a:solidFill>
                <a:latin typeface="Arial" charset="0"/>
              </a:rPr>
              <a:t>a</a:t>
            </a:r>
            <a:r>
              <a:rPr lang="en-US" sz="2800" b="0" baseline="-25000">
                <a:solidFill>
                  <a:schemeClr val="tx1"/>
                </a:solidFill>
                <a:latin typeface="Arial" charset="0"/>
              </a:rPr>
              <a:t>1</a:t>
            </a:r>
          </a:p>
        </p:txBody>
      </p:sp>
      <p:sp>
        <p:nvSpPr>
          <p:cNvPr id="32781" name="Line 11"/>
          <p:cNvSpPr>
            <a:spLocks noChangeShapeType="1"/>
          </p:cNvSpPr>
          <p:nvPr/>
        </p:nvSpPr>
        <p:spPr bwMode="auto">
          <a:xfrm>
            <a:off x="4241800" y="4695825"/>
            <a:ext cx="0" cy="4572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32782" name="Line 12"/>
          <p:cNvSpPr>
            <a:spLocks noChangeShapeType="1"/>
          </p:cNvSpPr>
          <p:nvPr/>
        </p:nvSpPr>
        <p:spPr bwMode="auto">
          <a:xfrm>
            <a:off x="4241800" y="5153025"/>
            <a:ext cx="0" cy="457200"/>
          </a:xfrm>
          <a:prstGeom prst="line">
            <a:avLst/>
          </a:prstGeom>
          <a:noFill/>
          <a:ln w="7620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32783" name="Rectangle 13"/>
          <p:cNvSpPr>
            <a:spLocks noChangeArrowheads="1"/>
          </p:cNvSpPr>
          <p:nvPr/>
        </p:nvSpPr>
        <p:spPr bwMode="auto">
          <a:xfrm>
            <a:off x="3965575" y="4114800"/>
            <a:ext cx="5302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eaLnBrk="0" hangingPunct="0"/>
            <a:r>
              <a:rPr lang="en-US" sz="2800" b="0">
                <a:solidFill>
                  <a:schemeClr val="tx1"/>
                </a:solidFill>
                <a:latin typeface="Arial" charset="0"/>
              </a:rPr>
              <a:t>a</a:t>
            </a:r>
            <a:r>
              <a:rPr lang="en-US" sz="2800" b="0" baseline="-25000">
                <a:solidFill>
                  <a:schemeClr val="tx1"/>
                </a:solidFill>
                <a:latin typeface="Arial" charset="0"/>
              </a:rPr>
              <a:t>2</a:t>
            </a:r>
          </a:p>
        </p:txBody>
      </p:sp>
      <p:sp>
        <p:nvSpPr>
          <p:cNvPr id="32784" name="Line 14"/>
          <p:cNvSpPr>
            <a:spLocks noChangeShapeType="1"/>
          </p:cNvSpPr>
          <p:nvPr/>
        </p:nvSpPr>
        <p:spPr bwMode="auto">
          <a:xfrm>
            <a:off x="4876800" y="5181600"/>
            <a:ext cx="0" cy="457200"/>
          </a:xfrm>
          <a:prstGeom prst="line">
            <a:avLst/>
          </a:prstGeom>
          <a:noFill/>
          <a:ln w="7620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32785" name="Line 15"/>
          <p:cNvSpPr>
            <a:spLocks noChangeShapeType="1"/>
          </p:cNvSpPr>
          <p:nvPr/>
        </p:nvSpPr>
        <p:spPr bwMode="auto">
          <a:xfrm>
            <a:off x="5029200" y="5181600"/>
            <a:ext cx="0" cy="457200"/>
          </a:xfrm>
          <a:prstGeom prst="line">
            <a:avLst/>
          </a:prstGeom>
          <a:noFill/>
          <a:ln w="7620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32786" name="Line 16"/>
          <p:cNvSpPr>
            <a:spLocks noChangeShapeType="1"/>
          </p:cNvSpPr>
          <p:nvPr/>
        </p:nvSpPr>
        <p:spPr bwMode="auto">
          <a:xfrm>
            <a:off x="5181600" y="5181600"/>
            <a:ext cx="0" cy="457200"/>
          </a:xfrm>
          <a:prstGeom prst="line">
            <a:avLst/>
          </a:prstGeom>
          <a:noFill/>
          <a:ln w="7620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32787" name="Rectangle 17"/>
          <p:cNvSpPr>
            <a:spLocks noChangeArrowheads="1"/>
          </p:cNvSpPr>
          <p:nvPr/>
        </p:nvSpPr>
        <p:spPr bwMode="auto">
          <a:xfrm>
            <a:off x="4679950" y="4114800"/>
            <a:ext cx="5445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eaLnBrk="0" hangingPunct="0"/>
            <a:r>
              <a:rPr lang="en-US" sz="2800" b="0">
                <a:solidFill>
                  <a:schemeClr val="tx1"/>
                </a:solidFill>
                <a:latin typeface="Arial" charset="0"/>
              </a:rPr>
              <a:t>…</a:t>
            </a:r>
            <a:endParaRPr lang="en-US" sz="2800" b="0" baseline="-25000">
              <a:solidFill>
                <a:schemeClr val="tx1"/>
              </a:solidFill>
              <a:latin typeface="Arial" charset="0"/>
            </a:endParaRPr>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34818"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5E21EC0C-FA06-5A48-A925-36437FF1219D}" type="slidenum">
              <a:rPr lang="ar-SA" sz="1400" b="0">
                <a:solidFill>
                  <a:schemeClr val="tx1"/>
                </a:solidFill>
                <a:latin typeface="Arial" charset="0"/>
                <a:cs typeface="Arial" charset="0"/>
              </a:rPr>
              <a:pPr/>
              <a:t>10</a:t>
            </a:fld>
            <a:endParaRPr lang="en-US" sz="1400" b="0">
              <a:solidFill>
                <a:schemeClr val="tx1"/>
              </a:solidFill>
              <a:latin typeface="Arial" charset="0"/>
              <a:cs typeface="Arial" charset="0"/>
            </a:endParaRPr>
          </a:p>
        </p:txBody>
      </p:sp>
      <p:pic>
        <p:nvPicPr>
          <p:cNvPr id="34819" name="Picture 4"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0" name="Rectangle 2"/>
          <p:cNvSpPr>
            <a:spLocks noGrp="1" noChangeArrowheads="1"/>
          </p:cNvSpPr>
          <p:nvPr>
            <p:ph type="body" idx="1"/>
          </p:nvPr>
        </p:nvSpPr>
        <p:spPr>
          <a:xfrm>
            <a:off x="762000" y="2286000"/>
            <a:ext cx="7772400" cy="3276600"/>
          </a:xfrm>
        </p:spPr>
        <p:txBody>
          <a:bodyPr/>
          <a:lstStyle/>
          <a:p>
            <a:r>
              <a:rPr lang="en-US">
                <a:latin typeface="Arial" charset="0"/>
              </a:rPr>
              <a:t>Assign to shared variable</a:t>
            </a:r>
          </a:p>
          <a:p>
            <a:r>
              <a:rPr lang="en-US">
                <a:latin typeface="Arial" charset="0"/>
              </a:rPr>
              <a:t>Assign to local variable</a:t>
            </a:r>
          </a:p>
          <a:p>
            <a:r>
              <a:rPr lang="en-US">
                <a:latin typeface="Arial" charset="0"/>
              </a:rPr>
              <a:t>Invoke method</a:t>
            </a:r>
          </a:p>
          <a:p>
            <a:r>
              <a:rPr lang="en-US">
                <a:latin typeface="Arial" charset="0"/>
              </a:rPr>
              <a:t>Return from method</a:t>
            </a:r>
          </a:p>
          <a:p>
            <a:r>
              <a:rPr lang="en-US">
                <a:latin typeface="Arial" charset="0"/>
              </a:rPr>
              <a:t>Lots of other things …</a:t>
            </a:r>
          </a:p>
          <a:p>
            <a:endParaRPr lang="en-US">
              <a:latin typeface="Arial" charset="0"/>
            </a:endParaRPr>
          </a:p>
        </p:txBody>
      </p:sp>
      <p:sp>
        <p:nvSpPr>
          <p:cNvPr id="34821" name="Rectangle 3"/>
          <p:cNvSpPr>
            <a:spLocks noGrp="1" noChangeArrowheads="1"/>
          </p:cNvSpPr>
          <p:nvPr>
            <p:ph type="title"/>
          </p:nvPr>
        </p:nvSpPr>
        <p:spPr/>
        <p:txBody>
          <a:bodyPr/>
          <a:lstStyle/>
          <a:p>
            <a:r>
              <a:rPr lang="en-US">
                <a:latin typeface="Arial" charset="0"/>
              </a:rPr>
              <a:t>Example Thread Events</a:t>
            </a:r>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36866"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09DDFB3F-2B2A-F544-BC1A-BB60E50D67B6}" type="slidenum">
              <a:rPr lang="ar-SA" sz="1400" b="0">
                <a:solidFill>
                  <a:schemeClr val="tx1"/>
                </a:solidFill>
                <a:latin typeface="Arial" charset="0"/>
                <a:cs typeface="Arial" charset="0"/>
              </a:rPr>
              <a:pPr/>
              <a:t>11</a:t>
            </a:fld>
            <a:endParaRPr lang="en-US" sz="1400" b="0">
              <a:solidFill>
                <a:schemeClr val="tx1"/>
              </a:solidFill>
              <a:latin typeface="Arial" charset="0"/>
              <a:cs typeface="Arial" charset="0"/>
            </a:endParaRPr>
          </a:p>
        </p:txBody>
      </p:sp>
      <p:pic>
        <p:nvPicPr>
          <p:cNvPr id="36867" name="Picture 26"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68" name="AutoShape 2"/>
          <p:cNvSpPr>
            <a:spLocks noChangeArrowheads="1"/>
          </p:cNvSpPr>
          <p:nvPr/>
        </p:nvSpPr>
        <p:spPr bwMode="auto">
          <a:xfrm>
            <a:off x="3429000" y="1676400"/>
            <a:ext cx="5105400" cy="3505200"/>
          </a:xfrm>
          <a:prstGeom prst="cloudCallout">
            <a:avLst>
              <a:gd name="adj1" fmla="val -69370"/>
              <a:gd name="adj2" fmla="val 35144"/>
            </a:avLst>
          </a:prstGeom>
          <a:solidFill>
            <a:srgbClr val="CCECFF"/>
          </a:solidFill>
          <a:ln w="38100">
            <a:solidFill>
              <a:schemeClr val="tx1"/>
            </a:solidFill>
            <a:round/>
            <a:headEnd/>
            <a:tailEnd/>
          </a:ln>
        </p:spPr>
        <p:txBody>
          <a:bodyPr anchor="ctr"/>
          <a:lstStyle/>
          <a:p>
            <a:pPr algn="ctr" eaLnBrk="0" hangingPunct="0"/>
            <a:endParaRPr lang="en-US" sz="3200" b="0" baseline="-25000">
              <a:solidFill>
                <a:schemeClr val="tx1"/>
              </a:solidFill>
              <a:latin typeface="Arial" charset="0"/>
            </a:endParaRPr>
          </a:p>
        </p:txBody>
      </p:sp>
      <p:sp>
        <p:nvSpPr>
          <p:cNvPr id="36869" name="Rectangle 3"/>
          <p:cNvSpPr>
            <a:spLocks noGrp="1" noChangeArrowheads="1"/>
          </p:cNvSpPr>
          <p:nvPr>
            <p:ph type="title"/>
          </p:nvPr>
        </p:nvSpPr>
        <p:spPr/>
        <p:txBody>
          <a:bodyPr/>
          <a:lstStyle/>
          <a:p>
            <a:r>
              <a:rPr lang="en-US">
                <a:latin typeface="Arial" charset="0"/>
              </a:rPr>
              <a:t>Threads are State Machines</a:t>
            </a:r>
          </a:p>
        </p:txBody>
      </p:sp>
      <p:grpSp>
        <p:nvGrpSpPr>
          <p:cNvPr id="36870" name="Group 4"/>
          <p:cNvGrpSpPr>
            <a:grpSpLocks/>
          </p:cNvGrpSpPr>
          <p:nvPr/>
        </p:nvGrpSpPr>
        <p:grpSpPr bwMode="auto">
          <a:xfrm>
            <a:off x="990600" y="4419600"/>
            <a:ext cx="1447800" cy="1295400"/>
            <a:chOff x="3168" y="1824"/>
            <a:chExt cx="912" cy="816"/>
          </a:xfrm>
        </p:grpSpPr>
        <p:sp>
          <p:nvSpPr>
            <p:cNvPr id="36883" name="Freeform 5"/>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6884" name="Freeform 6"/>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6885" name="Freeform 7"/>
            <p:cNvSpPr>
              <a:spLocks/>
            </p:cNvSpPr>
            <p:nvPr/>
          </p:nvSpPr>
          <p:spPr bwMode="auto">
            <a:xfrm>
              <a:off x="3504" y="1824"/>
              <a:ext cx="144" cy="288"/>
            </a:xfrm>
            <a:custGeom>
              <a:avLst/>
              <a:gdLst>
                <a:gd name="T0" fmla="*/ 0 w 144"/>
                <a:gd name="T1" fmla="*/ 6 h 336"/>
                <a:gd name="T2" fmla="*/ 96 w 144"/>
                <a:gd name="T3" fmla="*/ 0 h 336"/>
                <a:gd name="T4" fmla="*/ 144 w 144"/>
                <a:gd name="T5" fmla="*/ 6 h 336"/>
                <a:gd name="T6" fmla="*/ 144 w 144"/>
                <a:gd name="T7" fmla="*/ 39 h 336"/>
                <a:gd name="T8" fmla="*/ 96 w 144"/>
                <a:gd name="T9" fmla="*/ 33 h 336"/>
                <a:gd name="T10" fmla="*/ 96 w 144"/>
                <a:gd name="T11" fmla="*/ 11 h 336"/>
                <a:gd name="T12" fmla="*/ 0 w 144"/>
                <a:gd name="T13" fmla="*/ 17 h 336"/>
                <a:gd name="T14" fmla="*/ 0 w 144"/>
                <a:gd name="T15" fmla="*/ 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6886" name="Freeform 8"/>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36887" name="Freeform 9"/>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36888" name="Freeform 10"/>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36889" name="Freeform 11"/>
            <p:cNvSpPr>
              <a:spLocks/>
            </p:cNvSpPr>
            <p:nvPr/>
          </p:nvSpPr>
          <p:spPr bwMode="auto">
            <a:xfrm>
              <a:off x="3504" y="2304"/>
              <a:ext cx="240" cy="336"/>
            </a:xfrm>
            <a:custGeom>
              <a:avLst/>
              <a:gdLst>
                <a:gd name="T0" fmla="*/ 2 w 336"/>
                <a:gd name="T1" fmla="*/ 0 h 432"/>
                <a:gd name="T2" fmla="*/ 3 w 336"/>
                <a:gd name="T3" fmla="*/ 2 h 432"/>
                <a:gd name="T4" fmla="*/ 1 w 336"/>
                <a:gd name="T5" fmla="*/ 4 h 432"/>
                <a:gd name="T6" fmla="*/ 1 w 336"/>
                <a:gd name="T7" fmla="*/ 12 h 432"/>
                <a:gd name="T8" fmla="*/ 0 w 336"/>
                <a:gd name="T9" fmla="*/ 9 h 432"/>
                <a:gd name="T10" fmla="*/ 0 w 336"/>
                <a:gd name="T11" fmla="*/ 2 h 432"/>
                <a:gd name="T12" fmla="*/ 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6890" name="Freeform 12"/>
            <p:cNvSpPr>
              <a:spLocks/>
            </p:cNvSpPr>
            <p:nvPr/>
          </p:nvSpPr>
          <p:spPr bwMode="auto">
            <a:xfrm>
              <a:off x="3312" y="2160"/>
              <a:ext cx="240" cy="288"/>
            </a:xfrm>
            <a:custGeom>
              <a:avLst/>
              <a:gdLst>
                <a:gd name="T0" fmla="*/ 2 w 336"/>
                <a:gd name="T1" fmla="*/ 0 h 432"/>
                <a:gd name="T2" fmla="*/ 3 w 336"/>
                <a:gd name="T3" fmla="*/ 1 h 432"/>
                <a:gd name="T4" fmla="*/ 1 w 336"/>
                <a:gd name="T5" fmla="*/ 1 h 432"/>
                <a:gd name="T6" fmla="*/ 1 w 336"/>
                <a:gd name="T7" fmla="*/ 1 h 432"/>
                <a:gd name="T8" fmla="*/ 0 w 336"/>
                <a:gd name="T9" fmla="*/ 1 h 432"/>
                <a:gd name="T10" fmla="*/ 0 w 336"/>
                <a:gd name="T11" fmla="*/ 1 h 432"/>
                <a:gd name="T12" fmla="*/ 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6891" name="Freeform 13"/>
            <p:cNvSpPr>
              <a:spLocks/>
            </p:cNvSpPr>
            <p:nvPr/>
          </p:nvSpPr>
          <p:spPr bwMode="auto">
            <a:xfrm>
              <a:off x="3168" y="2016"/>
              <a:ext cx="192" cy="288"/>
            </a:xfrm>
            <a:custGeom>
              <a:avLst/>
              <a:gdLst>
                <a:gd name="T0" fmla="*/ 1 w 336"/>
                <a:gd name="T1" fmla="*/ 0 h 432"/>
                <a:gd name="T2" fmla="*/ 1 w 336"/>
                <a:gd name="T3" fmla="*/ 1 h 432"/>
                <a:gd name="T4" fmla="*/ 1 w 336"/>
                <a:gd name="T5" fmla="*/ 1 h 432"/>
                <a:gd name="T6" fmla="*/ 1 w 336"/>
                <a:gd name="T7" fmla="*/ 1 h 432"/>
                <a:gd name="T8" fmla="*/ 0 w 336"/>
                <a:gd name="T9" fmla="*/ 1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36871" name="Oval 14"/>
          <p:cNvSpPr>
            <a:spLocks noChangeArrowheads="1"/>
          </p:cNvSpPr>
          <p:nvPr/>
        </p:nvSpPr>
        <p:spPr bwMode="auto">
          <a:xfrm>
            <a:off x="5029200" y="2743200"/>
            <a:ext cx="381000" cy="381000"/>
          </a:xfrm>
          <a:prstGeom prst="ellipse">
            <a:avLst/>
          </a:prstGeom>
          <a:solidFill>
            <a:schemeClr val="accent1"/>
          </a:solidFill>
          <a:ln w="38100">
            <a:solidFill>
              <a:schemeClr val="tx1"/>
            </a:solidFill>
            <a:round/>
            <a:headEnd/>
            <a:tailEnd/>
          </a:ln>
        </p:spPr>
        <p:txBody>
          <a:bodyPr wrap="none" anchor="ctr"/>
          <a:lstStyle/>
          <a:p>
            <a:pPr eaLnBrk="0" hangingPunct="0"/>
            <a:endParaRPr lang="en-US">
              <a:latin typeface="Arial" charset="0"/>
            </a:endParaRPr>
          </a:p>
        </p:txBody>
      </p:sp>
      <p:sp>
        <p:nvSpPr>
          <p:cNvPr id="36872" name="Oval 15"/>
          <p:cNvSpPr>
            <a:spLocks noChangeArrowheads="1"/>
          </p:cNvSpPr>
          <p:nvPr/>
        </p:nvSpPr>
        <p:spPr bwMode="auto">
          <a:xfrm>
            <a:off x="6705600" y="2743200"/>
            <a:ext cx="381000" cy="381000"/>
          </a:xfrm>
          <a:prstGeom prst="ellipse">
            <a:avLst/>
          </a:prstGeom>
          <a:solidFill>
            <a:srgbClr val="6666FF"/>
          </a:solidFill>
          <a:ln w="38100">
            <a:solidFill>
              <a:schemeClr val="tx1"/>
            </a:solidFill>
            <a:round/>
            <a:headEnd/>
            <a:tailEnd/>
          </a:ln>
        </p:spPr>
        <p:txBody>
          <a:bodyPr wrap="none" anchor="ctr"/>
          <a:lstStyle/>
          <a:p>
            <a:pPr eaLnBrk="0" hangingPunct="0"/>
            <a:endParaRPr lang="en-US">
              <a:latin typeface="Arial" charset="0"/>
            </a:endParaRPr>
          </a:p>
        </p:txBody>
      </p:sp>
      <p:sp>
        <p:nvSpPr>
          <p:cNvPr id="36873" name="Oval 16"/>
          <p:cNvSpPr>
            <a:spLocks noChangeArrowheads="1"/>
          </p:cNvSpPr>
          <p:nvPr/>
        </p:nvSpPr>
        <p:spPr bwMode="auto">
          <a:xfrm>
            <a:off x="5867400" y="4191000"/>
            <a:ext cx="381000" cy="381000"/>
          </a:xfrm>
          <a:prstGeom prst="ellipse">
            <a:avLst/>
          </a:prstGeom>
          <a:solidFill>
            <a:srgbClr val="FF0000"/>
          </a:solidFill>
          <a:ln w="38100">
            <a:solidFill>
              <a:schemeClr val="tx1"/>
            </a:solidFill>
            <a:round/>
            <a:headEnd/>
            <a:tailEnd/>
          </a:ln>
        </p:spPr>
        <p:txBody>
          <a:bodyPr wrap="none" anchor="ctr"/>
          <a:lstStyle/>
          <a:p>
            <a:pPr eaLnBrk="0" hangingPunct="0"/>
            <a:endParaRPr lang="en-US">
              <a:latin typeface="Arial" charset="0"/>
            </a:endParaRPr>
          </a:p>
        </p:txBody>
      </p:sp>
      <p:sp>
        <p:nvSpPr>
          <p:cNvPr id="36874" name="Freeform 17"/>
          <p:cNvSpPr>
            <a:spLocks/>
          </p:cNvSpPr>
          <p:nvPr/>
        </p:nvSpPr>
        <p:spPr bwMode="auto">
          <a:xfrm>
            <a:off x="5413375" y="2532063"/>
            <a:ext cx="1320800" cy="284162"/>
          </a:xfrm>
          <a:custGeom>
            <a:avLst/>
            <a:gdLst>
              <a:gd name="T0" fmla="*/ 0 w 832"/>
              <a:gd name="T1" fmla="*/ 2147483647 h 179"/>
              <a:gd name="T2" fmla="*/ 2147483647 w 832"/>
              <a:gd name="T3" fmla="*/ 2147483647 h 179"/>
              <a:gd name="T4" fmla="*/ 2147483647 w 832"/>
              <a:gd name="T5" fmla="*/ 2147483647 h 179"/>
              <a:gd name="T6" fmla="*/ 0 60000 65536"/>
              <a:gd name="T7" fmla="*/ 0 60000 65536"/>
              <a:gd name="T8" fmla="*/ 0 60000 65536"/>
              <a:gd name="T9" fmla="*/ 0 w 832"/>
              <a:gd name="T10" fmla="*/ 0 h 179"/>
              <a:gd name="T11" fmla="*/ 832 w 832"/>
              <a:gd name="T12" fmla="*/ 179 h 179"/>
            </a:gdLst>
            <a:ahLst/>
            <a:cxnLst>
              <a:cxn ang="T6">
                <a:pos x="T0" y="T1"/>
              </a:cxn>
              <a:cxn ang="T7">
                <a:pos x="T2" y="T3"/>
              </a:cxn>
              <a:cxn ang="T8">
                <a:pos x="T4" y="T5"/>
              </a:cxn>
            </a:cxnLst>
            <a:rect l="T9" t="T10" r="T11" b="T12"/>
            <a:pathLst>
              <a:path w="832" h="179">
                <a:moveTo>
                  <a:pt x="0" y="151"/>
                </a:moveTo>
                <a:cubicBezTo>
                  <a:pt x="70" y="127"/>
                  <a:pt x="291" y="0"/>
                  <a:pt x="430" y="5"/>
                </a:cubicBezTo>
                <a:cubicBezTo>
                  <a:pt x="614" y="5"/>
                  <a:pt x="748" y="143"/>
                  <a:pt x="832" y="179"/>
                </a:cubicBezTo>
              </a:path>
            </a:pathLst>
          </a:custGeom>
          <a:noFill/>
          <a:ln w="3810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dirty="0">
              <a:latin typeface="Arial" pitchFamily="34" charset="0"/>
            </a:endParaRPr>
          </a:p>
        </p:txBody>
      </p:sp>
      <p:sp>
        <p:nvSpPr>
          <p:cNvPr id="36875" name="Freeform 18"/>
          <p:cNvSpPr>
            <a:spLocks/>
          </p:cNvSpPr>
          <p:nvPr/>
        </p:nvSpPr>
        <p:spPr bwMode="auto">
          <a:xfrm>
            <a:off x="6284913" y="3149600"/>
            <a:ext cx="706437" cy="1117600"/>
          </a:xfrm>
          <a:custGeom>
            <a:avLst/>
            <a:gdLst>
              <a:gd name="T0" fmla="*/ 2147483647 w 445"/>
              <a:gd name="T1" fmla="*/ 0 h 704"/>
              <a:gd name="T2" fmla="*/ 2147483647 w 445"/>
              <a:gd name="T3" fmla="*/ 2147483647 h 704"/>
              <a:gd name="T4" fmla="*/ 0 w 445"/>
              <a:gd name="T5" fmla="*/ 2147483647 h 704"/>
              <a:gd name="T6" fmla="*/ 0 60000 65536"/>
              <a:gd name="T7" fmla="*/ 0 60000 65536"/>
              <a:gd name="T8" fmla="*/ 0 60000 65536"/>
              <a:gd name="T9" fmla="*/ 0 w 445"/>
              <a:gd name="T10" fmla="*/ 0 h 704"/>
              <a:gd name="T11" fmla="*/ 445 w 445"/>
              <a:gd name="T12" fmla="*/ 704 h 704"/>
            </a:gdLst>
            <a:ahLst/>
            <a:cxnLst>
              <a:cxn ang="T6">
                <a:pos x="T0" y="T1"/>
              </a:cxn>
              <a:cxn ang="T7">
                <a:pos x="T2" y="T3"/>
              </a:cxn>
              <a:cxn ang="T8">
                <a:pos x="T4" y="T5"/>
              </a:cxn>
            </a:cxnLst>
            <a:rect l="T9" t="T10" r="T11" b="T12"/>
            <a:pathLst>
              <a:path w="445" h="704">
                <a:moveTo>
                  <a:pt x="430" y="0"/>
                </a:moveTo>
                <a:cubicBezTo>
                  <a:pt x="421" y="78"/>
                  <a:pt x="445" y="345"/>
                  <a:pt x="373" y="462"/>
                </a:cubicBezTo>
                <a:cubicBezTo>
                  <a:pt x="292" y="628"/>
                  <a:pt x="78" y="654"/>
                  <a:pt x="0" y="704"/>
                </a:cubicBezTo>
              </a:path>
            </a:pathLst>
          </a:custGeom>
          <a:noFill/>
          <a:ln w="3810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dirty="0">
              <a:latin typeface="Arial" pitchFamily="34" charset="0"/>
            </a:endParaRPr>
          </a:p>
        </p:txBody>
      </p:sp>
      <p:sp>
        <p:nvSpPr>
          <p:cNvPr id="36876" name="Freeform 19"/>
          <p:cNvSpPr>
            <a:spLocks/>
          </p:cNvSpPr>
          <p:nvPr/>
        </p:nvSpPr>
        <p:spPr bwMode="auto">
          <a:xfrm>
            <a:off x="5130800" y="3178175"/>
            <a:ext cx="703263" cy="1074738"/>
          </a:xfrm>
          <a:custGeom>
            <a:avLst/>
            <a:gdLst>
              <a:gd name="T0" fmla="*/ 2147483647 w 443"/>
              <a:gd name="T1" fmla="*/ 2147483647 h 677"/>
              <a:gd name="T2" fmla="*/ 2147483647 w 443"/>
              <a:gd name="T3" fmla="*/ 2147483647 h 677"/>
              <a:gd name="T4" fmla="*/ 2147483647 w 443"/>
              <a:gd name="T5" fmla="*/ 0 h 677"/>
              <a:gd name="T6" fmla="*/ 0 60000 65536"/>
              <a:gd name="T7" fmla="*/ 0 60000 65536"/>
              <a:gd name="T8" fmla="*/ 0 60000 65536"/>
              <a:gd name="T9" fmla="*/ 0 w 443"/>
              <a:gd name="T10" fmla="*/ 0 h 677"/>
              <a:gd name="T11" fmla="*/ 443 w 443"/>
              <a:gd name="T12" fmla="*/ 677 h 677"/>
            </a:gdLst>
            <a:ahLst/>
            <a:cxnLst>
              <a:cxn ang="T6">
                <a:pos x="T0" y="T1"/>
              </a:cxn>
              <a:cxn ang="T7">
                <a:pos x="T2" y="T3"/>
              </a:cxn>
              <a:cxn ang="T8">
                <a:pos x="T4" y="T5"/>
              </a:cxn>
            </a:cxnLst>
            <a:rect l="T9" t="T10" r="T11" b="T12"/>
            <a:pathLst>
              <a:path w="443" h="677">
                <a:moveTo>
                  <a:pt x="443" y="677"/>
                </a:moveTo>
                <a:cubicBezTo>
                  <a:pt x="383" y="630"/>
                  <a:pt x="146" y="514"/>
                  <a:pt x="80" y="401"/>
                </a:cubicBezTo>
                <a:cubicBezTo>
                  <a:pt x="0" y="236"/>
                  <a:pt x="56" y="84"/>
                  <a:pt x="50" y="0"/>
                </a:cubicBezTo>
              </a:path>
            </a:pathLst>
          </a:custGeom>
          <a:noFill/>
          <a:ln w="3810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dirty="0">
              <a:latin typeface="Arial" pitchFamily="34" charset="0"/>
            </a:endParaRPr>
          </a:p>
        </p:txBody>
      </p:sp>
      <p:sp>
        <p:nvSpPr>
          <p:cNvPr id="36877" name="Freeform 20"/>
          <p:cNvSpPr>
            <a:spLocks/>
          </p:cNvSpPr>
          <p:nvPr/>
        </p:nvSpPr>
        <p:spPr bwMode="auto">
          <a:xfrm>
            <a:off x="4292600" y="2336800"/>
            <a:ext cx="1038225" cy="812800"/>
          </a:xfrm>
          <a:custGeom>
            <a:avLst/>
            <a:gdLst>
              <a:gd name="T0" fmla="*/ 2147483647 w 654"/>
              <a:gd name="T1" fmla="*/ 2147483647 h 512"/>
              <a:gd name="T2" fmla="*/ 2147483647 w 654"/>
              <a:gd name="T3" fmla="*/ 2147483647 h 512"/>
              <a:gd name="T4" fmla="*/ 2147483647 w 654"/>
              <a:gd name="T5" fmla="*/ 2147483647 h 512"/>
              <a:gd name="T6" fmla="*/ 2147483647 w 654"/>
              <a:gd name="T7" fmla="*/ 2147483647 h 512"/>
              <a:gd name="T8" fmla="*/ 2147483647 w 654"/>
              <a:gd name="T9" fmla="*/ 2147483647 h 512"/>
              <a:gd name="T10" fmla="*/ 0 60000 65536"/>
              <a:gd name="T11" fmla="*/ 0 60000 65536"/>
              <a:gd name="T12" fmla="*/ 0 60000 65536"/>
              <a:gd name="T13" fmla="*/ 0 60000 65536"/>
              <a:gd name="T14" fmla="*/ 0 60000 65536"/>
              <a:gd name="T15" fmla="*/ 0 w 654"/>
              <a:gd name="T16" fmla="*/ 0 h 512"/>
              <a:gd name="T17" fmla="*/ 654 w 654"/>
              <a:gd name="T18" fmla="*/ 512 h 512"/>
            </a:gdLst>
            <a:ahLst/>
            <a:cxnLst>
              <a:cxn ang="T10">
                <a:pos x="T0" y="T1"/>
              </a:cxn>
              <a:cxn ang="T11">
                <a:pos x="T2" y="T3"/>
              </a:cxn>
              <a:cxn ang="T12">
                <a:pos x="T4" y="T5"/>
              </a:cxn>
              <a:cxn ang="T13">
                <a:pos x="T6" y="T7"/>
              </a:cxn>
              <a:cxn ang="T14">
                <a:pos x="T8" y="T9"/>
              </a:cxn>
            </a:cxnLst>
            <a:rect l="T15" t="T16" r="T17" b="T18"/>
            <a:pathLst>
              <a:path w="654" h="512">
                <a:moveTo>
                  <a:pt x="464" y="448"/>
                </a:moveTo>
                <a:cubicBezTo>
                  <a:pt x="304" y="480"/>
                  <a:pt x="144" y="512"/>
                  <a:pt x="80" y="448"/>
                </a:cubicBezTo>
                <a:cubicBezTo>
                  <a:pt x="16" y="384"/>
                  <a:pt x="0" y="128"/>
                  <a:pt x="80" y="64"/>
                </a:cubicBezTo>
                <a:cubicBezTo>
                  <a:pt x="160" y="0"/>
                  <a:pt x="466" y="40"/>
                  <a:pt x="560" y="64"/>
                </a:cubicBezTo>
                <a:cubicBezTo>
                  <a:pt x="654" y="88"/>
                  <a:pt x="635" y="181"/>
                  <a:pt x="643" y="208"/>
                </a:cubicBezTo>
              </a:path>
            </a:pathLst>
          </a:custGeom>
          <a:noFill/>
          <a:ln w="3810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dirty="0">
              <a:latin typeface="Arial" pitchFamily="34" charset="0"/>
            </a:endParaRPr>
          </a:p>
        </p:txBody>
      </p:sp>
      <p:sp>
        <p:nvSpPr>
          <p:cNvPr id="36878" name="Text Box 21"/>
          <p:cNvSpPr txBox="1">
            <a:spLocks noChangeArrowheads="1"/>
          </p:cNvSpPr>
          <p:nvPr/>
        </p:nvSpPr>
        <p:spPr bwMode="auto">
          <a:xfrm>
            <a:off x="533400" y="2819400"/>
            <a:ext cx="2514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ctr"/>
            <a:r>
              <a:rPr lang="en-US" sz="3200" b="0">
                <a:latin typeface="Arial" charset="0"/>
                <a:cs typeface="Arial" charset="0"/>
              </a:rPr>
              <a:t>Events</a:t>
            </a:r>
            <a:r>
              <a:rPr lang="en-US" sz="3200" b="0">
                <a:latin typeface="Arial" charset="0"/>
              </a:rPr>
              <a:t> are transitions</a:t>
            </a:r>
          </a:p>
        </p:txBody>
      </p:sp>
      <p:sp>
        <p:nvSpPr>
          <p:cNvPr id="36879" name="Rectangle 22"/>
          <p:cNvSpPr>
            <a:spLocks noChangeArrowheads="1"/>
          </p:cNvSpPr>
          <p:nvPr/>
        </p:nvSpPr>
        <p:spPr bwMode="auto">
          <a:xfrm>
            <a:off x="5767388" y="1935163"/>
            <a:ext cx="57943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eaLnBrk="0" hangingPunct="0"/>
            <a:r>
              <a:rPr lang="en-US" sz="3200" b="0">
                <a:solidFill>
                  <a:schemeClr val="tx1"/>
                </a:solidFill>
                <a:latin typeface="Arial" charset="0"/>
              </a:rPr>
              <a:t>a</a:t>
            </a:r>
            <a:r>
              <a:rPr lang="en-US" sz="3200" b="0" baseline="-25000">
                <a:solidFill>
                  <a:schemeClr val="tx1"/>
                </a:solidFill>
                <a:latin typeface="Arial" charset="0"/>
              </a:rPr>
              <a:t>0</a:t>
            </a:r>
          </a:p>
        </p:txBody>
      </p:sp>
      <p:sp>
        <p:nvSpPr>
          <p:cNvPr id="36880" name="Rectangle 23"/>
          <p:cNvSpPr>
            <a:spLocks noChangeArrowheads="1"/>
          </p:cNvSpPr>
          <p:nvPr/>
        </p:nvSpPr>
        <p:spPr bwMode="auto">
          <a:xfrm>
            <a:off x="6805613" y="3581400"/>
            <a:ext cx="5651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eaLnBrk="0" hangingPunct="0"/>
            <a:r>
              <a:rPr lang="en-US" sz="3200" b="0">
                <a:solidFill>
                  <a:schemeClr val="tx1"/>
                </a:solidFill>
                <a:latin typeface="Arial" charset="0"/>
              </a:rPr>
              <a:t>a</a:t>
            </a:r>
            <a:r>
              <a:rPr lang="en-US" sz="3200" b="0" baseline="-25000">
                <a:solidFill>
                  <a:schemeClr val="tx1"/>
                </a:solidFill>
                <a:latin typeface="Arial" charset="0"/>
              </a:rPr>
              <a:t>1</a:t>
            </a:r>
          </a:p>
        </p:txBody>
      </p:sp>
      <p:sp>
        <p:nvSpPr>
          <p:cNvPr id="36881" name="Rectangle 24"/>
          <p:cNvSpPr>
            <a:spLocks noChangeArrowheads="1"/>
          </p:cNvSpPr>
          <p:nvPr/>
        </p:nvSpPr>
        <p:spPr bwMode="auto">
          <a:xfrm>
            <a:off x="4754563" y="3581400"/>
            <a:ext cx="57943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eaLnBrk="0" hangingPunct="0"/>
            <a:r>
              <a:rPr lang="en-US" sz="3200" b="0">
                <a:solidFill>
                  <a:schemeClr val="tx1"/>
                </a:solidFill>
                <a:latin typeface="Arial" charset="0"/>
              </a:rPr>
              <a:t>a</a:t>
            </a:r>
            <a:r>
              <a:rPr lang="en-US" sz="3200" b="0" baseline="-25000">
                <a:solidFill>
                  <a:schemeClr val="tx1"/>
                </a:solidFill>
                <a:latin typeface="Arial" charset="0"/>
              </a:rPr>
              <a:t>2</a:t>
            </a:r>
          </a:p>
        </p:txBody>
      </p:sp>
      <p:sp>
        <p:nvSpPr>
          <p:cNvPr id="36882" name="Rectangle 25"/>
          <p:cNvSpPr>
            <a:spLocks noChangeArrowheads="1"/>
          </p:cNvSpPr>
          <p:nvPr/>
        </p:nvSpPr>
        <p:spPr bwMode="auto">
          <a:xfrm>
            <a:off x="4471988" y="2438400"/>
            <a:ext cx="57943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eaLnBrk="0" hangingPunct="0"/>
            <a:r>
              <a:rPr lang="en-US" sz="3200" b="0">
                <a:solidFill>
                  <a:schemeClr val="tx1"/>
                </a:solidFill>
                <a:latin typeface="Arial" charset="0"/>
              </a:rPr>
              <a:t>a</a:t>
            </a:r>
            <a:r>
              <a:rPr lang="en-US" sz="3200" b="0" baseline="-25000">
                <a:solidFill>
                  <a:schemeClr val="tx1"/>
                </a:solidFill>
                <a:latin typeface="Arial" charset="0"/>
              </a:rPr>
              <a:t>3</a:t>
            </a:r>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38914"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EC4DC4BD-2BE8-784C-AD67-4D9747E6B8BB}" type="slidenum">
              <a:rPr lang="ar-SA" sz="1400" b="0">
                <a:solidFill>
                  <a:schemeClr val="tx1"/>
                </a:solidFill>
                <a:latin typeface="Arial" charset="0"/>
                <a:cs typeface="Arial" charset="0"/>
              </a:rPr>
              <a:pPr/>
              <a:t>12</a:t>
            </a:fld>
            <a:endParaRPr lang="en-US" sz="1400" b="0">
              <a:solidFill>
                <a:schemeClr val="tx1"/>
              </a:solidFill>
              <a:latin typeface="Arial" charset="0"/>
              <a:cs typeface="Arial" charset="0"/>
            </a:endParaRPr>
          </a:p>
        </p:txBody>
      </p:sp>
      <p:pic>
        <p:nvPicPr>
          <p:cNvPr id="38915" name="Picture 4"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6" name="Rectangle 2"/>
          <p:cNvSpPr>
            <a:spLocks noGrp="1" noChangeArrowheads="1"/>
          </p:cNvSpPr>
          <p:nvPr>
            <p:ph type="title"/>
          </p:nvPr>
        </p:nvSpPr>
        <p:spPr/>
        <p:txBody>
          <a:bodyPr/>
          <a:lstStyle/>
          <a:p>
            <a:r>
              <a:rPr lang="en-US">
                <a:latin typeface="Arial" charset="0"/>
              </a:rPr>
              <a:t>States</a:t>
            </a:r>
          </a:p>
        </p:txBody>
      </p:sp>
      <p:sp>
        <p:nvSpPr>
          <p:cNvPr id="38917" name="Rectangle 3"/>
          <p:cNvSpPr>
            <a:spLocks noGrp="1" noChangeArrowheads="1"/>
          </p:cNvSpPr>
          <p:nvPr>
            <p:ph type="body" idx="1"/>
          </p:nvPr>
        </p:nvSpPr>
        <p:spPr/>
        <p:txBody>
          <a:bodyPr/>
          <a:lstStyle/>
          <a:p>
            <a:r>
              <a:rPr lang="en-US">
                <a:latin typeface="Arial" charset="0"/>
              </a:rPr>
              <a:t>Thread State</a:t>
            </a:r>
          </a:p>
          <a:p>
            <a:pPr lvl="1"/>
            <a:r>
              <a:rPr lang="en-US">
                <a:latin typeface="Arial" charset="0"/>
                <a:cs typeface="Arial" charset="0"/>
              </a:rPr>
              <a:t>Program counter</a:t>
            </a:r>
          </a:p>
          <a:p>
            <a:pPr lvl="1"/>
            <a:r>
              <a:rPr lang="en-US">
                <a:latin typeface="Arial" charset="0"/>
                <a:cs typeface="Arial" charset="0"/>
              </a:rPr>
              <a:t>Local variables</a:t>
            </a:r>
          </a:p>
          <a:p>
            <a:r>
              <a:rPr lang="en-US">
                <a:latin typeface="Arial" charset="0"/>
              </a:rPr>
              <a:t>System state</a:t>
            </a:r>
          </a:p>
          <a:p>
            <a:pPr lvl="1"/>
            <a:r>
              <a:rPr lang="en-US">
                <a:latin typeface="Arial" charset="0"/>
                <a:cs typeface="Arial" charset="0"/>
              </a:rPr>
              <a:t>Object fields (shared variables)</a:t>
            </a:r>
          </a:p>
          <a:p>
            <a:pPr lvl="1"/>
            <a:r>
              <a:rPr lang="en-US">
                <a:latin typeface="Arial" charset="0"/>
                <a:cs typeface="Arial" charset="0"/>
              </a:rPr>
              <a:t>Union of thread states</a:t>
            </a:r>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40962"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5D1B8CA9-49BB-8349-9A8C-897F1B280D26}" type="slidenum">
              <a:rPr lang="ar-SA" sz="1400" b="0">
                <a:solidFill>
                  <a:schemeClr val="tx1"/>
                </a:solidFill>
                <a:latin typeface="Arial" charset="0"/>
                <a:cs typeface="Arial" charset="0"/>
              </a:rPr>
              <a:pPr/>
              <a:t>13</a:t>
            </a:fld>
            <a:endParaRPr lang="en-US" sz="1400" b="0">
              <a:solidFill>
                <a:schemeClr val="tx1"/>
              </a:solidFill>
              <a:latin typeface="Arial" charset="0"/>
              <a:cs typeface="Arial" charset="0"/>
            </a:endParaRPr>
          </a:p>
        </p:txBody>
      </p:sp>
      <p:pic>
        <p:nvPicPr>
          <p:cNvPr id="40963" name="Picture 20"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0964" name="Group 14"/>
          <p:cNvGrpSpPr>
            <a:grpSpLocks/>
          </p:cNvGrpSpPr>
          <p:nvPr/>
        </p:nvGrpSpPr>
        <p:grpSpPr bwMode="auto">
          <a:xfrm>
            <a:off x="898525" y="2973388"/>
            <a:ext cx="6254750" cy="762000"/>
            <a:chOff x="528" y="3192"/>
            <a:chExt cx="4656" cy="480"/>
          </a:xfrm>
        </p:grpSpPr>
        <p:sp>
          <p:nvSpPr>
            <p:cNvPr id="40971" name="AutoShape 15"/>
            <p:cNvSpPr>
              <a:spLocks noChangeArrowheads="1"/>
            </p:cNvSpPr>
            <p:nvPr/>
          </p:nvSpPr>
          <p:spPr bwMode="auto">
            <a:xfrm>
              <a:off x="528" y="3192"/>
              <a:ext cx="4656" cy="48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pPr eaLnBrk="0" hangingPunct="0"/>
              <a:endParaRPr lang="en-US">
                <a:latin typeface="Arial" charset="0"/>
              </a:endParaRPr>
            </a:p>
          </p:txBody>
        </p:sp>
        <p:sp>
          <p:nvSpPr>
            <p:cNvPr id="40972" name="Text Box 16"/>
            <p:cNvSpPr txBox="1">
              <a:spLocks noChangeArrowheads="1"/>
            </p:cNvSpPr>
            <p:nvPr/>
          </p:nvSpPr>
          <p:spPr bwMode="auto">
            <a:xfrm>
              <a:off x="601" y="3284"/>
              <a:ext cx="57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r"/>
              <a:r>
                <a:rPr lang="en-US" sz="2400" b="0">
                  <a:solidFill>
                    <a:schemeClr val="bg1"/>
                  </a:solidFill>
                  <a:latin typeface="Arial" charset="0"/>
                </a:rPr>
                <a:t>time</a:t>
              </a:r>
            </a:p>
          </p:txBody>
        </p:sp>
      </p:grpSp>
      <p:sp>
        <p:nvSpPr>
          <p:cNvPr id="40965" name="Rectangle 2"/>
          <p:cNvSpPr>
            <a:spLocks noGrp="1" noChangeArrowheads="1"/>
          </p:cNvSpPr>
          <p:nvPr>
            <p:ph type="body" idx="1"/>
          </p:nvPr>
        </p:nvSpPr>
        <p:spPr>
          <a:xfrm>
            <a:off x="762000" y="2286000"/>
            <a:ext cx="7772400" cy="3276600"/>
          </a:xfrm>
        </p:spPr>
        <p:txBody>
          <a:bodyPr/>
          <a:lstStyle/>
          <a:p>
            <a:r>
              <a:rPr lang="en-US">
                <a:latin typeface="Arial" charset="0"/>
              </a:rPr>
              <a:t>Thread </a:t>
            </a:r>
            <a:r>
              <a:rPr lang="en-US">
                <a:solidFill>
                  <a:schemeClr val="tx1"/>
                </a:solidFill>
                <a:latin typeface="Arial" charset="0"/>
              </a:rPr>
              <a:t>A</a:t>
            </a:r>
          </a:p>
          <a:p>
            <a:pPr lvl="1"/>
            <a:endParaRPr lang="en-US">
              <a:solidFill>
                <a:schemeClr val="tx1"/>
              </a:solidFill>
              <a:latin typeface="Arial" charset="0"/>
              <a:cs typeface="Arial" charset="0"/>
            </a:endParaRPr>
          </a:p>
          <a:p>
            <a:pPr lvl="1"/>
            <a:endParaRPr lang="en-US">
              <a:solidFill>
                <a:schemeClr val="tx1"/>
              </a:solidFill>
              <a:latin typeface="Arial" charset="0"/>
              <a:cs typeface="Arial" charset="0"/>
            </a:endParaRPr>
          </a:p>
        </p:txBody>
      </p:sp>
      <p:sp>
        <p:nvSpPr>
          <p:cNvPr id="40966" name="Rectangle 4"/>
          <p:cNvSpPr>
            <a:spLocks noGrp="1" noChangeArrowheads="1"/>
          </p:cNvSpPr>
          <p:nvPr>
            <p:ph type="title"/>
          </p:nvPr>
        </p:nvSpPr>
        <p:spPr/>
        <p:txBody>
          <a:bodyPr/>
          <a:lstStyle/>
          <a:p>
            <a:r>
              <a:rPr lang="en-US">
                <a:latin typeface="Arial" charset="0"/>
              </a:rPr>
              <a:t>Concurrency</a:t>
            </a:r>
          </a:p>
        </p:txBody>
      </p:sp>
      <p:sp>
        <p:nvSpPr>
          <p:cNvPr id="40967" name="Line 6"/>
          <p:cNvSpPr>
            <a:spLocks noChangeShapeType="1"/>
          </p:cNvSpPr>
          <p:nvPr/>
        </p:nvSpPr>
        <p:spPr bwMode="auto">
          <a:xfrm>
            <a:off x="2590800" y="3124200"/>
            <a:ext cx="0" cy="457200"/>
          </a:xfrm>
          <a:prstGeom prst="line">
            <a:avLst/>
          </a:prstGeom>
          <a:noFill/>
          <a:ln w="7620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40968" name="Line 7"/>
          <p:cNvSpPr>
            <a:spLocks noChangeShapeType="1"/>
          </p:cNvSpPr>
          <p:nvPr/>
        </p:nvSpPr>
        <p:spPr bwMode="auto">
          <a:xfrm>
            <a:off x="2895600" y="3124200"/>
            <a:ext cx="0" cy="457200"/>
          </a:xfrm>
          <a:prstGeom prst="line">
            <a:avLst/>
          </a:prstGeom>
          <a:noFill/>
          <a:ln w="7620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40969" name="Line 8"/>
          <p:cNvSpPr>
            <a:spLocks noChangeShapeType="1"/>
          </p:cNvSpPr>
          <p:nvPr/>
        </p:nvSpPr>
        <p:spPr bwMode="auto">
          <a:xfrm>
            <a:off x="3200400" y="3124200"/>
            <a:ext cx="0" cy="457200"/>
          </a:xfrm>
          <a:prstGeom prst="line">
            <a:avLst/>
          </a:prstGeom>
          <a:noFill/>
          <a:ln w="7620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40970" name="Line 14"/>
          <p:cNvSpPr>
            <a:spLocks noChangeShapeType="1"/>
          </p:cNvSpPr>
          <p:nvPr/>
        </p:nvSpPr>
        <p:spPr bwMode="auto">
          <a:xfrm>
            <a:off x="5153025" y="3132138"/>
            <a:ext cx="0" cy="457200"/>
          </a:xfrm>
          <a:prstGeom prst="line">
            <a:avLst/>
          </a:prstGeom>
          <a:noFill/>
          <a:ln w="7620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43010"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E4443EA8-BD8D-2D42-A455-5EFB6EEA7218}" type="slidenum">
              <a:rPr lang="ar-SA" sz="1400" b="0">
                <a:solidFill>
                  <a:schemeClr val="tx1"/>
                </a:solidFill>
                <a:latin typeface="Arial" charset="0"/>
                <a:cs typeface="Arial" charset="0"/>
              </a:rPr>
              <a:pPr/>
              <a:t>14</a:t>
            </a:fld>
            <a:endParaRPr lang="en-US" sz="1400" b="0">
              <a:solidFill>
                <a:schemeClr val="tx1"/>
              </a:solidFill>
              <a:latin typeface="Arial" charset="0"/>
              <a:cs typeface="Arial" charset="0"/>
            </a:endParaRPr>
          </a:p>
        </p:txBody>
      </p:sp>
      <p:pic>
        <p:nvPicPr>
          <p:cNvPr id="43011" name="Picture 2"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3012" name="Group 3"/>
          <p:cNvGrpSpPr>
            <a:grpSpLocks/>
          </p:cNvGrpSpPr>
          <p:nvPr/>
        </p:nvGrpSpPr>
        <p:grpSpPr bwMode="auto">
          <a:xfrm>
            <a:off x="2466975" y="4497388"/>
            <a:ext cx="6254750" cy="762000"/>
            <a:chOff x="528" y="3192"/>
            <a:chExt cx="4656" cy="480"/>
          </a:xfrm>
        </p:grpSpPr>
        <p:sp>
          <p:nvSpPr>
            <p:cNvPr id="43026" name="AutoShape 4"/>
            <p:cNvSpPr>
              <a:spLocks noChangeArrowheads="1"/>
            </p:cNvSpPr>
            <p:nvPr/>
          </p:nvSpPr>
          <p:spPr bwMode="auto">
            <a:xfrm>
              <a:off x="528" y="3192"/>
              <a:ext cx="4656" cy="48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pPr eaLnBrk="0" hangingPunct="0"/>
              <a:endParaRPr lang="en-US">
                <a:latin typeface="Arial" charset="0"/>
              </a:endParaRPr>
            </a:p>
          </p:txBody>
        </p:sp>
        <p:sp>
          <p:nvSpPr>
            <p:cNvPr id="43027" name="Text Box 5"/>
            <p:cNvSpPr txBox="1">
              <a:spLocks noChangeArrowheads="1"/>
            </p:cNvSpPr>
            <p:nvPr/>
          </p:nvSpPr>
          <p:spPr bwMode="auto">
            <a:xfrm>
              <a:off x="601" y="3284"/>
              <a:ext cx="57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r"/>
              <a:r>
                <a:rPr lang="en-US" sz="2400" b="0">
                  <a:solidFill>
                    <a:schemeClr val="bg1"/>
                  </a:solidFill>
                  <a:latin typeface="Arial" charset="0"/>
                </a:rPr>
                <a:t>time</a:t>
              </a:r>
            </a:p>
          </p:txBody>
        </p:sp>
      </p:grpSp>
      <p:grpSp>
        <p:nvGrpSpPr>
          <p:cNvPr id="43013" name="Group 6"/>
          <p:cNvGrpSpPr>
            <a:grpSpLocks/>
          </p:cNvGrpSpPr>
          <p:nvPr/>
        </p:nvGrpSpPr>
        <p:grpSpPr bwMode="auto">
          <a:xfrm>
            <a:off x="898525" y="2973388"/>
            <a:ext cx="6254750" cy="762000"/>
            <a:chOff x="528" y="3192"/>
            <a:chExt cx="4656" cy="480"/>
          </a:xfrm>
        </p:grpSpPr>
        <p:sp>
          <p:nvSpPr>
            <p:cNvPr id="43024" name="AutoShape 7"/>
            <p:cNvSpPr>
              <a:spLocks noChangeArrowheads="1"/>
            </p:cNvSpPr>
            <p:nvPr/>
          </p:nvSpPr>
          <p:spPr bwMode="auto">
            <a:xfrm>
              <a:off x="528" y="3192"/>
              <a:ext cx="4656" cy="48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pPr eaLnBrk="0" hangingPunct="0"/>
              <a:endParaRPr lang="en-US">
                <a:latin typeface="Arial" charset="0"/>
              </a:endParaRPr>
            </a:p>
          </p:txBody>
        </p:sp>
        <p:sp>
          <p:nvSpPr>
            <p:cNvPr id="43025" name="Text Box 8"/>
            <p:cNvSpPr txBox="1">
              <a:spLocks noChangeArrowheads="1"/>
            </p:cNvSpPr>
            <p:nvPr/>
          </p:nvSpPr>
          <p:spPr bwMode="auto">
            <a:xfrm>
              <a:off x="601" y="3284"/>
              <a:ext cx="57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r"/>
              <a:r>
                <a:rPr lang="en-US" sz="2400" b="0">
                  <a:solidFill>
                    <a:schemeClr val="bg1"/>
                  </a:solidFill>
                  <a:latin typeface="Arial" charset="0"/>
                </a:rPr>
                <a:t>time</a:t>
              </a:r>
            </a:p>
          </p:txBody>
        </p:sp>
      </p:grpSp>
      <p:sp>
        <p:nvSpPr>
          <p:cNvPr id="43014" name="Rectangle 9"/>
          <p:cNvSpPr>
            <a:spLocks noGrp="1" noChangeArrowheads="1"/>
          </p:cNvSpPr>
          <p:nvPr>
            <p:ph type="body" idx="1"/>
          </p:nvPr>
        </p:nvSpPr>
        <p:spPr>
          <a:xfrm>
            <a:off x="762000" y="2286000"/>
            <a:ext cx="7772400" cy="3276600"/>
          </a:xfrm>
        </p:spPr>
        <p:txBody>
          <a:bodyPr/>
          <a:lstStyle/>
          <a:p>
            <a:r>
              <a:rPr lang="en-US">
                <a:latin typeface="Arial" charset="0"/>
              </a:rPr>
              <a:t>Thread </a:t>
            </a:r>
            <a:r>
              <a:rPr lang="en-US">
                <a:solidFill>
                  <a:schemeClr val="tx1"/>
                </a:solidFill>
                <a:latin typeface="Arial" charset="0"/>
              </a:rPr>
              <a:t>A</a:t>
            </a:r>
          </a:p>
          <a:p>
            <a:pPr lvl="1"/>
            <a:endParaRPr lang="en-US">
              <a:solidFill>
                <a:schemeClr val="tx1"/>
              </a:solidFill>
              <a:latin typeface="Arial" charset="0"/>
              <a:cs typeface="Arial" charset="0"/>
            </a:endParaRPr>
          </a:p>
          <a:p>
            <a:pPr lvl="1"/>
            <a:endParaRPr lang="en-US">
              <a:solidFill>
                <a:schemeClr val="tx1"/>
              </a:solidFill>
              <a:latin typeface="Arial" charset="0"/>
              <a:cs typeface="Arial" charset="0"/>
            </a:endParaRPr>
          </a:p>
          <a:p>
            <a:r>
              <a:rPr lang="en-US">
                <a:latin typeface="Arial" charset="0"/>
              </a:rPr>
              <a:t>Thread </a:t>
            </a:r>
            <a:r>
              <a:rPr lang="en-US">
                <a:solidFill>
                  <a:schemeClr val="tx1"/>
                </a:solidFill>
                <a:latin typeface="Arial" charset="0"/>
              </a:rPr>
              <a:t>B</a:t>
            </a:r>
            <a:endParaRPr lang="en-US" baseline="-25000">
              <a:solidFill>
                <a:schemeClr val="tx1"/>
              </a:solidFill>
              <a:latin typeface="Arial" charset="0"/>
            </a:endParaRPr>
          </a:p>
        </p:txBody>
      </p:sp>
      <p:sp>
        <p:nvSpPr>
          <p:cNvPr id="43015" name="Rectangle 10"/>
          <p:cNvSpPr>
            <a:spLocks noGrp="1" noChangeArrowheads="1"/>
          </p:cNvSpPr>
          <p:nvPr>
            <p:ph type="title"/>
          </p:nvPr>
        </p:nvSpPr>
        <p:spPr/>
        <p:txBody>
          <a:bodyPr/>
          <a:lstStyle/>
          <a:p>
            <a:r>
              <a:rPr lang="en-US">
                <a:latin typeface="Arial" charset="0"/>
              </a:rPr>
              <a:t>Concurrency</a:t>
            </a:r>
          </a:p>
        </p:txBody>
      </p:sp>
      <p:sp>
        <p:nvSpPr>
          <p:cNvPr id="43016" name="Line 11"/>
          <p:cNvSpPr>
            <a:spLocks noChangeShapeType="1"/>
          </p:cNvSpPr>
          <p:nvPr/>
        </p:nvSpPr>
        <p:spPr bwMode="auto">
          <a:xfrm>
            <a:off x="2590800" y="3124200"/>
            <a:ext cx="0" cy="457200"/>
          </a:xfrm>
          <a:prstGeom prst="line">
            <a:avLst/>
          </a:prstGeom>
          <a:noFill/>
          <a:ln w="7620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43017" name="Line 12"/>
          <p:cNvSpPr>
            <a:spLocks noChangeShapeType="1"/>
          </p:cNvSpPr>
          <p:nvPr/>
        </p:nvSpPr>
        <p:spPr bwMode="auto">
          <a:xfrm>
            <a:off x="2895600" y="3124200"/>
            <a:ext cx="0" cy="457200"/>
          </a:xfrm>
          <a:prstGeom prst="line">
            <a:avLst/>
          </a:prstGeom>
          <a:noFill/>
          <a:ln w="7620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43018" name="Line 13"/>
          <p:cNvSpPr>
            <a:spLocks noChangeShapeType="1"/>
          </p:cNvSpPr>
          <p:nvPr/>
        </p:nvSpPr>
        <p:spPr bwMode="auto">
          <a:xfrm>
            <a:off x="3200400" y="3124200"/>
            <a:ext cx="0" cy="457200"/>
          </a:xfrm>
          <a:prstGeom prst="line">
            <a:avLst/>
          </a:prstGeom>
          <a:noFill/>
          <a:ln w="7620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43019" name="Line 14"/>
          <p:cNvSpPr>
            <a:spLocks noChangeShapeType="1"/>
          </p:cNvSpPr>
          <p:nvPr/>
        </p:nvSpPr>
        <p:spPr bwMode="auto">
          <a:xfrm>
            <a:off x="5153025" y="3132138"/>
            <a:ext cx="0" cy="457200"/>
          </a:xfrm>
          <a:prstGeom prst="line">
            <a:avLst/>
          </a:prstGeom>
          <a:noFill/>
          <a:ln w="7620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43020" name="Line 15"/>
          <p:cNvSpPr>
            <a:spLocks noChangeShapeType="1"/>
          </p:cNvSpPr>
          <p:nvPr/>
        </p:nvSpPr>
        <p:spPr bwMode="auto">
          <a:xfrm>
            <a:off x="4349750" y="4648200"/>
            <a:ext cx="0" cy="457200"/>
          </a:xfrm>
          <a:prstGeom prst="line">
            <a:avLst/>
          </a:prstGeom>
          <a:noFill/>
          <a:ln w="76200">
            <a:solidFill>
              <a:srgbClr val="008000"/>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43021" name="Line 16"/>
          <p:cNvSpPr>
            <a:spLocks noChangeShapeType="1"/>
          </p:cNvSpPr>
          <p:nvPr/>
        </p:nvSpPr>
        <p:spPr bwMode="auto">
          <a:xfrm>
            <a:off x="5105400" y="4648200"/>
            <a:ext cx="0" cy="457200"/>
          </a:xfrm>
          <a:prstGeom prst="line">
            <a:avLst/>
          </a:prstGeom>
          <a:noFill/>
          <a:ln w="76200">
            <a:solidFill>
              <a:srgbClr val="008000"/>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43022" name="Line 17"/>
          <p:cNvSpPr>
            <a:spLocks noChangeShapeType="1"/>
          </p:cNvSpPr>
          <p:nvPr/>
        </p:nvSpPr>
        <p:spPr bwMode="auto">
          <a:xfrm>
            <a:off x="5867400" y="4648200"/>
            <a:ext cx="0" cy="457200"/>
          </a:xfrm>
          <a:prstGeom prst="line">
            <a:avLst/>
          </a:prstGeom>
          <a:noFill/>
          <a:ln w="76200">
            <a:solidFill>
              <a:srgbClr val="008000"/>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43023" name="Line 18"/>
          <p:cNvSpPr>
            <a:spLocks noChangeShapeType="1"/>
          </p:cNvSpPr>
          <p:nvPr/>
        </p:nvSpPr>
        <p:spPr bwMode="auto">
          <a:xfrm>
            <a:off x="6777038" y="4659313"/>
            <a:ext cx="0" cy="457200"/>
          </a:xfrm>
          <a:prstGeom prst="line">
            <a:avLst/>
          </a:prstGeom>
          <a:noFill/>
          <a:ln w="76200">
            <a:solidFill>
              <a:srgbClr val="008000"/>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45058"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A8010850-242F-0B4A-BBB8-0D8D31D17FD1}" type="slidenum">
              <a:rPr lang="ar-SA" sz="1400" b="0">
                <a:solidFill>
                  <a:schemeClr val="tx1"/>
                </a:solidFill>
                <a:latin typeface="Arial" charset="0"/>
                <a:cs typeface="Arial" charset="0"/>
              </a:rPr>
              <a:pPr/>
              <a:t>15</a:t>
            </a:fld>
            <a:endParaRPr lang="en-US" sz="1400" b="0">
              <a:solidFill>
                <a:schemeClr val="tx1"/>
              </a:solidFill>
              <a:latin typeface="Arial" charset="0"/>
              <a:cs typeface="Arial" charset="0"/>
            </a:endParaRPr>
          </a:p>
        </p:txBody>
      </p:sp>
      <p:pic>
        <p:nvPicPr>
          <p:cNvPr id="45059" name="Picture 16"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5060" name="Group 13"/>
          <p:cNvGrpSpPr>
            <a:grpSpLocks/>
          </p:cNvGrpSpPr>
          <p:nvPr/>
        </p:nvGrpSpPr>
        <p:grpSpPr bwMode="auto">
          <a:xfrm>
            <a:off x="838200" y="4581525"/>
            <a:ext cx="7391400" cy="762000"/>
            <a:chOff x="528" y="3192"/>
            <a:chExt cx="4656" cy="480"/>
          </a:xfrm>
        </p:grpSpPr>
        <p:sp>
          <p:nvSpPr>
            <p:cNvPr id="45071" name="AutoShape 14"/>
            <p:cNvSpPr>
              <a:spLocks noChangeArrowheads="1"/>
            </p:cNvSpPr>
            <p:nvPr/>
          </p:nvSpPr>
          <p:spPr bwMode="auto">
            <a:xfrm>
              <a:off x="528" y="3192"/>
              <a:ext cx="4656" cy="48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pPr eaLnBrk="0" hangingPunct="0"/>
              <a:endParaRPr lang="en-US">
                <a:latin typeface="Arial" charset="0"/>
              </a:endParaRPr>
            </a:p>
          </p:txBody>
        </p:sp>
        <p:sp>
          <p:nvSpPr>
            <p:cNvPr id="45072" name="Text Box 15"/>
            <p:cNvSpPr txBox="1">
              <a:spLocks noChangeArrowheads="1"/>
            </p:cNvSpPr>
            <p:nvPr/>
          </p:nvSpPr>
          <p:spPr bwMode="auto">
            <a:xfrm>
              <a:off x="689" y="3284"/>
              <a:ext cx="48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r"/>
              <a:r>
                <a:rPr lang="en-US" sz="2400" b="0">
                  <a:solidFill>
                    <a:schemeClr val="bg1"/>
                  </a:solidFill>
                  <a:latin typeface="Arial" charset="0"/>
                </a:rPr>
                <a:t>time</a:t>
              </a:r>
            </a:p>
          </p:txBody>
        </p:sp>
      </p:grpSp>
      <p:sp>
        <p:nvSpPr>
          <p:cNvPr id="45061" name="Rectangle 2"/>
          <p:cNvSpPr>
            <a:spLocks noGrp="1" noChangeArrowheads="1"/>
          </p:cNvSpPr>
          <p:nvPr>
            <p:ph type="title"/>
          </p:nvPr>
        </p:nvSpPr>
        <p:spPr/>
        <p:txBody>
          <a:bodyPr/>
          <a:lstStyle/>
          <a:p>
            <a:r>
              <a:rPr lang="en-US">
                <a:latin typeface="Arial" charset="0"/>
              </a:rPr>
              <a:t>Interleavings</a:t>
            </a:r>
          </a:p>
        </p:txBody>
      </p:sp>
      <p:sp>
        <p:nvSpPr>
          <p:cNvPr id="45062" name="Line 4"/>
          <p:cNvSpPr>
            <a:spLocks noChangeShapeType="1"/>
          </p:cNvSpPr>
          <p:nvPr/>
        </p:nvSpPr>
        <p:spPr bwMode="auto">
          <a:xfrm>
            <a:off x="2590800" y="4724400"/>
            <a:ext cx="0" cy="457200"/>
          </a:xfrm>
          <a:prstGeom prst="line">
            <a:avLst/>
          </a:prstGeom>
          <a:noFill/>
          <a:ln w="7620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45063" name="Line 5"/>
          <p:cNvSpPr>
            <a:spLocks noChangeShapeType="1"/>
          </p:cNvSpPr>
          <p:nvPr/>
        </p:nvSpPr>
        <p:spPr bwMode="auto">
          <a:xfrm>
            <a:off x="2895600" y="4724400"/>
            <a:ext cx="0" cy="457200"/>
          </a:xfrm>
          <a:prstGeom prst="line">
            <a:avLst/>
          </a:prstGeom>
          <a:noFill/>
          <a:ln w="7620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45064" name="Line 6"/>
          <p:cNvSpPr>
            <a:spLocks noChangeShapeType="1"/>
          </p:cNvSpPr>
          <p:nvPr/>
        </p:nvSpPr>
        <p:spPr bwMode="auto">
          <a:xfrm>
            <a:off x="3200400" y="4724400"/>
            <a:ext cx="0" cy="457200"/>
          </a:xfrm>
          <a:prstGeom prst="line">
            <a:avLst/>
          </a:prstGeom>
          <a:noFill/>
          <a:ln w="7620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45065" name="Line 7"/>
          <p:cNvSpPr>
            <a:spLocks noChangeShapeType="1"/>
          </p:cNvSpPr>
          <p:nvPr/>
        </p:nvSpPr>
        <p:spPr bwMode="auto">
          <a:xfrm>
            <a:off x="5257800" y="4724400"/>
            <a:ext cx="0" cy="457200"/>
          </a:xfrm>
          <a:prstGeom prst="line">
            <a:avLst/>
          </a:prstGeom>
          <a:noFill/>
          <a:ln w="7620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45066" name="Line 8"/>
          <p:cNvSpPr>
            <a:spLocks noChangeShapeType="1"/>
          </p:cNvSpPr>
          <p:nvPr/>
        </p:nvSpPr>
        <p:spPr bwMode="auto">
          <a:xfrm>
            <a:off x="3048000" y="4724400"/>
            <a:ext cx="0" cy="457200"/>
          </a:xfrm>
          <a:prstGeom prst="line">
            <a:avLst/>
          </a:prstGeom>
          <a:noFill/>
          <a:ln w="76200">
            <a:solidFill>
              <a:srgbClr val="008000"/>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45067" name="Line 9"/>
          <p:cNvSpPr>
            <a:spLocks noChangeShapeType="1"/>
          </p:cNvSpPr>
          <p:nvPr/>
        </p:nvSpPr>
        <p:spPr bwMode="auto">
          <a:xfrm>
            <a:off x="3962400" y="4724400"/>
            <a:ext cx="0" cy="457200"/>
          </a:xfrm>
          <a:prstGeom prst="line">
            <a:avLst/>
          </a:prstGeom>
          <a:noFill/>
          <a:ln w="76200">
            <a:solidFill>
              <a:srgbClr val="008000"/>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45068" name="Line 10"/>
          <p:cNvSpPr>
            <a:spLocks noChangeShapeType="1"/>
          </p:cNvSpPr>
          <p:nvPr/>
        </p:nvSpPr>
        <p:spPr bwMode="auto">
          <a:xfrm>
            <a:off x="4724400" y="4724400"/>
            <a:ext cx="0" cy="457200"/>
          </a:xfrm>
          <a:prstGeom prst="line">
            <a:avLst/>
          </a:prstGeom>
          <a:noFill/>
          <a:ln w="76200">
            <a:solidFill>
              <a:srgbClr val="008000"/>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45069" name="Line 11"/>
          <p:cNvSpPr>
            <a:spLocks noChangeShapeType="1"/>
          </p:cNvSpPr>
          <p:nvPr/>
        </p:nvSpPr>
        <p:spPr bwMode="auto">
          <a:xfrm>
            <a:off x="5715000" y="4724400"/>
            <a:ext cx="0" cy="457200"/>
          </a:xfrm>
          <a:prstGeom prst="line">
            <a:avLst/>
          </a:prstGeom>
          <a:noFill/>
          <a:ln w="76200">
            <a:solidFill>
              <a:srgbClr val="008000"/>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45070" name="Rectangle 12"/>
          <p:cNvSpPr>
            <a:spLocks noGrp="1" noChangeArrowheads="1"/>
          </p:cNvSpPr>
          <p:nvPr>
            <p:ph type="body" idx="1"/>
          </p:nvPr>
        </p:nvSpPr>
        <p:spPr/>
        <p:txBody>
          <a:bodyPr/>
          <a:lstStyle/>
          <a:p>
            <a:endParaRPr lang="en-US">
              <a:latin typeface="Arial" charset="0"/>
            </a:endParaRPr>
          </a:p>
          <a:p>
            <a:r>
              <a:rPr lang="en-US">
                <a:latin typeface="Arial" charset="0"/>
              </a:rPr>
              <a:t>Events of two or more threads</a:t>
            </a:r>
          </a:p>
          <a:p>
            <a:pPr lvl="1"/>
            <a:r>
              <a:rPr lang="en-US">
                <a:latin typeface="Arial" charset="0"/>
                <a:cs typeface="Arial" charset="0"/>
              </a:rPr>
              <a:t>Interleaved</a:t>
            </a:r>
          </a:p>
          <a:p>
            <a:pPr lvl="1"/>
            <a:r>
              <a:rPr lang="en-US">
                <a:latin typeface="Arial" charset="0"/>
                <a:cs typeface="Arial" charset="0"/>
              </a:rPr>
              <a:t>Not necessarily independent (why?)</a:t>
            </a:r>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47106"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69B45084-CBFE-F245-BDCB-57C759D78E87}" type="slidenum">
              <a:rPr lang="ar-SA" sz="1400" b="0">
                <a:solidFill>
                  <a:schemeClr val="tx1"/>
                </a:solidFill>
                <a:latin typeface="Arial" charset="0"/>
                <a:cs typeface="Arial" charset="0"/>
              </a:rPr>
              <a:pPr/>
              <a:t>16</a:t>
            </a:fld>
            <a:endParaRPr lang="en-US" sz="1400" b="0">
              <a:solidFill>
                <a:schemeClr val="tx1"/>
              </a:solidFill>
              <a:latin typeface="Arial" charset="0"/>
              <a:cs typeface="Arial" charset="0"/>
            </a:endParaRPr>
          </a:p>
        </p:txBody>
      </p:sp>
      <p:pic>
        <p:nvPicPr>
          <p:cNvPr id="47107" name="Picture 16"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7108" name="Group 13"/>
          <p:cNvGrpSpPr>
            <a:grpSpLocks/>
          </p:cNvGrpSpPr>
          <p:nvPr/>
        </p:nvGrpSpPr>
        <p:grpSpPr bwMode="auto">
          <a:xfrm>
            <a:off x="838200" y="5281613"/>
            <a:ext cx="7391400" cy="762000"/>
            <a:chOff x="528" y="3192"/>
            <a:chExt cx="4656" cy="480"/>
          </a:xfrm>
        </p:grpSpPr>
        <p:sp>
          <p:nvSpPr>
            <p:cNvPr id="47119" name="AutoShape 14"/>
            <p:cNvSpPr>
              <a:spLocks noChangeArrowheads="1"/>
            </p:cNvSpPr>
            <p:nvPr/>
          </p:nvSpPr>
          <p:spPr bwMode="auto">
            <a:xfrm>
              <a:off x="528" y="3192"/>
              <a:ext cx="4656" cy="48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pPr eaLnBrk="0" hangingPunct="0"/>
              <a:endParaRPr lang="en-US">
                <a:latin typeface="Arial" charset="0"/>
              </a:endParaRPr>
            </a:p>
          </p:txBody>
        </p:sp>
        <p:sp>
          <p:nvSpPr>
            <p:cNvPr id="47120" name="Text Box 15"/>
            <p:cNvSpPr txBox="1">
              <a:spLocks noChangeArrowheads="1"/>
            </p:cNvSpPr>
            <p:nvPr/>
          </p:nvSpPr>
          <p:spPr bwMode="auto">
            <a:xfrm>
              <a:off x="689" y="3284"/>
              <a:ext cx="48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r"/>
              <a:r>
                <a:rPr lang="en-US" sz="2400" b="0">
                  <a:solidFill>
                    <a:schemeClr val="bg1"/>
                  </a:solidFill>
                  <a:latin typeface="Arial" charset="0"/>
                </a:rPr>
                <a:t>time</a:t>
              </a:r>
            </a:p>
          </p:txBody>
        </p:sp>
      </p:grpSp>
      <p:sp>
        <p:nvSpPr>
          <p:cNvPr id="47109" name="Rectangle 2"/>
          <p:cNvSpPr>
            <a:spLocks noGrp="1" noChangeArrowheads="1"/>
          </p:cNvSpPr>
          <p:nvPr>
            <p:ph type="body" idx="1"/>
          </p:nvPr>
        </p:nvSpPr>
        <p:spPr>
          <a:xfrm>
            <a:off x="762000" y="2286000"/>
            <a:ext cx="7772400" cy="3276600"/>
          </a:xfrm>
        </p:spPr>
        <p:txBody>
          <a:bodyPr/>
          <a:lstStyle/>
          <a:p>
            <a:r>
              <a:rPr lang="en-US">
                <a:latin typeface="Arial" charset="0"/>
              </a:rPr>
              <a:t>An </a:t>
            </a:r>
            <a:r>
              <a:rPr lang="en-US" i="1">
                <a:solidFill>
                  <a:srgbClr val="FF0000"/>
                </a:solidFill>
                <a:latin typeface="Arial" charset="0"/>
              </a:rPr>
              <a:t>interval</a:t>
            </a:r>
            <a:r>
              <a:rPr lang="en-US">
                <a:latin typeface="Arial" charset="0"/>
              </a:rPr>
              <a:t>  </a:t>
            </a:r>
            <a:r>
              <a:rPr lang="en-US">
                <a:solidFill>
                  <a:schemeClr val="tx1"/>
                </a:solidFill>
                <a:latin typeface="Arial" charset="0"/>
              </a:rPr>
              <a:t>A</a:t>
            </a:r>
            <a:r>
              <a:rPr lang="en-US" baseline="-25000">
                <a:solidFill>
                  <a:schemeClr val="tx1"/>
                </a:solidFill>
                <a:latin typeface="Arial" charset="0"/>
              </a:rPr>
              <a:t>0 </a:t>
            </a:r>
            <a:r>
              <a:rPr lang="en-US">
                <a:solidFill>
                  <a:schemeClr val="tx1"/>
                </a:solidFill>
                <a:latin typeface="Arial" charset="0"/>
              </a:rPr>
              <a:t>=(a</a:t>
            </a:r>
            <a:r>
              <a:rPr lang="en-US" baseline="-25000">
                <a:solidFill>
                  <a:schemeClr val="tx1"/>
                </a:solidFill>
                <a:latin typeface="Arial" charset="0"/>
              </a:rPr>
              <a:t>0</a:t>
            </a:r>
            <a:r>
              <a:rPr lang="en-US">
                <a:solidFill>
                  <a:schemeClr val="tx1"/>
                </a:solidFill>
                <a:latin typeface="Arial" charset="0"/>
              </a:rPr>
              <a:t>,a</a:t>
            </a:r>
            <a:r>
              <a:rPr lang="en-US" baseline="-25000">
                <a:solidFill>
                  <a:schemeClr val="tx1"/>
                </a:solidFill>
                <a:latin typeface="Arial" charset="0"/>
              </a:rPr>
              <a:t>1</a:t>
            </a:r>
            <a:r>
              <a:rPr lang="en-US">
                <a:solidFill>
                  <a:schemeClr val="tx1"/>
                </a:solidFill>
                <a:latin typeface="Arial" charset="0"/>
              </a:rPr>
              <a:t>)</a:t>
            </a:r>
            <a:r>
              <a:rPr lang="en-US">
                <a:latin typeface="Arial" charset="0"/>
              </a:rPr>
              <a:t> is</a:t>
            </a:r>
          </a:p>
          <a:p>
            <a:pPr lvl="1"/>
            <a:r>
              <a:rPr lang="en-US">
                <a:latin typeface="Arial" charset="0"/>
                <a:cs typeface="Arial" charset="0"/>
              </a:rPr>
              <a:t>Time between events </a:t>
            </a:r>
            <a:r>
              <a:rPr lang="en-US">
                <a:solidFill>
                  <a:schemeClr val="tx1"/>
                </a:solidFill>
                <a:latin typeface="Arial" charset="0"/>
                <a:cs typeface="Arial" charset="0"/>
              </a:rPr>
              <a:t>a</a:t>
            </a:r>
            <a:r>
              <a:rPr lang="en-US" baseline="-25000">
                <a:solidFill>
                  <a:schemeClr val="tx1"/>
                </a:solidFill>
                <a:latin typeface="Arial" charset="0"/>
                <a:cs typeface="Arial" charset="0"/>
              </a:rPr>
              <a:t>0 </a:t>
            </a:r>
            <a:r>
              <a:rPr lang="en-US">
                <a:latin typeface="Arial" charset="0"/>
                <a:cs typeface="Arial" charset="0"/>
              </a:rPr>
              <a:t>and </a:t>
            </a:r>
            <a:r>
              <a:rPr lang="en-US">
                <a:solidFill>
                  <a:schemeClr val="tx1"/>
                </a:solidFill>
                <a:latin typeface="Arial" charset="0"/>
                <a:cs typeface="Arial" charset="0"/>
              </a:rPr>
              <a:t>a</a:t>
            </a:r>
            <a:r>
              <a:rPr lang="en-US" baseline="-25000">
                <a:solidFill>
                  <a:schemeClr val="tx1"/>
                </a:solidFill>
                <a:latin typeface="Arial" charset="0"/>
                <a:cs typeface="Arial" charset="0"/>
              </a:rPr>
              <a:t>1</a:t>
            </a:r>
            <a:r>
              <a:rPr lang="en-US">
                <a:latin typeface="Arial" charset="0"/>
                <a:cs typeface="Arial" charset="0"/>
              </a:rPr>
              <a:t> </a:t>
            </a:r>
          </a:p>
        </p:txBody>
      </p:sp>
      <p:sp>
        <p:nvSpPr>
          <p:cNvPr id="47110" name="Line 4"/>
          <p:cNvSpPr>
            <a:spLocks noChangeShapeType="1"/>
          </p:cNvSpPr>
          <p:nvPr/>
        </p:nvSpPr>
        <p:spPr bwMode="auto">
          <a:xfrm>
            <a:off x="2743200" y="4572000"/>
            <a:ext cx="0" cy="838200"/>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47111" name="Rectangle 5"/>
          <p:cNvSpPr>
            <a:spLocks noChangeArrowheads="1"/>
          </p:cNvSpPr>
          <p:nvPr/>
        </p:nvSpPr>
        <p:spPr bwMode="auto">
          <a:xfrm>
            <a:off x="2193925" y="4205288"/>
            <a:ext cx="5302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eaLnBrk="0" hangingPunct="0"/>
            <a:r>
              <a:rPr lang="en-US" sz="2800" b="0">
                <a:solidFill>
                  <a:schemeClr val="tx1"/>
                </a:solidFill>
                <a:latin typeface="Arial" charset="0"/>
              </a:rPr>
              <a:t>a</a:t>
            </a:r>
            <a:r>
              <a:rPr lang="en-US" sz="2800" b="0" baseline="-25000">
                <a:solidFill>
                  <a:schemeClr val="tx1"/>
                </a:solidFill>
                <a:latin typeface="Arial" charset="0"/>
              </a:rPr>
              <a:t>0</a:t>
            </a:r>
          </a:p>
        </p:txBody>
      </p:sp>
      <p:sp>
        <p:nvSpPr>
          <p:cNvPr id="47112" name="Line 6"/>
          <p:cNvSpPr>
            <a:spLocks noChangeShapeType="1"/>
          </p:cNvSpPr>
          <p:nvPr/>
        </p:nvSpPr>
        <p:spPr bwMode="auto">
          <a:xfrm>
            <a:off x="3986213" y="4572000"/>
            <a:ext cx="0" cy="838200"/>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47113" name="Rectangle 7"/>
          <p:cNvSpPr>
            <a:spLocks noChangeArrowheads="1"/>
          </p:cNvSpPr>
          <p:nvPr/>
        </p:nvSpPr>
        <p:spPr bwMode="auto">
          <a:xfrm>
            <a:off x="3902075" y="4205288"/>
            <a:ext cx="5175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eaLnBrk="0" hangingPunct="0"/>
            <a:r>
              <a:rPr lang="en-US" sz="2800" b="0">
                <a:solidFill>
                  <a:schemeClr val="tx1"/>
                </a:solidFill>
                <a:latin typeface="Arial" charset="0"/>
              </a:rPr>
              <a:t>a</a:t>
            </a:r>
            <a:r>
              <a:rPr lang="en-US" sz="2800" b="0" baseline="-25000">
                <a:solidFill>
                  <a:schemeClr val="tx1"/>
                </a:solidFill>
                <a:latin typeface="Arial" charset="0"/>
              </a:rPr>
              <a:t>1</a:t>
            </a:r>
          </a:p>
        </p:txBody>
      </p:sp>
      <p:sp>
        <p:nvSpPr>
          <p:cNvPr id="47114" name="AutoShape 8"/>
          <p:cNvSpPr>
            <a:spLocks noChangeArrowheads="1"/>
          </p:cNvSpPr>
          <p:nvPr/>
        </p:nvSpPr>
        <p:spPr bwMode="auto">
          <a:xfrm rot="10800000">
            <a:off x="2743200" y="4038600"/>
            <a:ext cx="1219200" cy="990600"/>
          </a:xfrm>
          <a:prstGeom prst="leftRightArrow">
            <a:avLst>
              <a:gd name="adj1" fmla="val 50000"/>
              <a:gd name="adj2" fmla="val 24615"/>
            </a:avLst>
          </a:prstGeom>
          <a:solidFill>
            <a:srgbClr val="FFFF00"/>
          </a:solidFill>
          <a:ln w="38100">
            <a:solidFill>
              <a:schemeClr val="tx1"/>
            </a:solidFill>
            <a:miter lim="800000"/>
            <a:headEnd/>
            <a:tailEnd/>
          </a:ln>
        </p:spPr>
        <p:txBody>
          <a:bodyPr wrap="none" anchor="ctr"/>
          <a:lstStyle/>
          <a:p>
            <a:pPr eaLnBrk="0" hangingPunct="0"/>
            <a:endParaRPr lang="en-US">
              <a:latin typeface="Arial" charset="0"/>
            </a:endParaRPr>
          </a:p>
        </p:txBody>
      </p:sp>
      <p:sp>
        <p:nvSpPr>
          <p:cNvPr id="47115" name="Rectangle 9"/>
          <p:cNvSpPr>
            <a:spLocks noGrp="1" noChangeArrowheads="1"/>
          </p:cNvSpPr>
          <p:nvPr>
            <p:ph type="title"/>
          </p:nvPr>
        </p:nvSpPr>
        <p:spPr/>
        <p:txBody>
          <a:bodyPr/>
          <a:lstStyle/>
          <a:p>
            <a:r>
              <a:rPr lang="en-US">
                <a:latin typeface="Arial" charset="0"/>
              </a:rPr>
              <a:t>Intervals</a:t>
            </a:r>
          </a:p>
        </p:txBody>
      </p:sp>
      <p:sp>
        <p:nvSpPr>
          <p:cNvPr id="47116" name="Rectangle 10"/>
          <p:cNvSpPr>
            <a:spLocks noChangeArrowheads="1"/>
          </p:cNvSpPr>
          <p:nvPr/>
        </p:nvSpPr>
        <p:spPr bwMode="auto">
          <a:xfrm>
            <a:off x="3079750" y="4273550"/>
            <a:ext cx="5699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eaLnBrk="0" hangingPunct="0"/>
            <a:r>
              <a:rPr lang="en-US" sz="2800" b="0">
                <a:solidFill>
                  <a:schemeClr val="tx1"/>
                </a:solidFill>
                <a:latin typeface="Arial" charset="0"/>
              </a:rPr>
              <a:t>A</a:t>
            </a:r>
            <a:r>
              <a:rPr lang="en-US" sz="2800" b="0" baseline="-25000">
                <a:solidFill>
                  <a:schemeClr val="tx1"/>
                </a:solidFill>
                <a:latin typeface="Arial" charset="0"/>
              </a:rPr>
              <a:t>0</a:t>
            </a:r>
          </a:p>
        </p:txBody>
      </p:sp>
      <p:sp>
        <p:nvSpPr>
          <p:cNvPr id="47117" name="Line 11"/>
          <p:cNvSpPr>
            <a:spLocks noChangeShapeType="1"/>
          </p:cNvSpPr>
          <p:nvPr/>
        </p:nvSpPr>
        <p:spPr bwMode="auto">
          <a:xfrm>
            <a:off x="2743200" y="5410200"/>
            <a:ext cx="0" cy="457200"/>
          </a:xfrm>
          <a:prstGeom prst="line">
            <a:avLst/>
          </a:prstGeom>
          <a:noFill/>
          <a:ln w="7620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47118" name="Line 12"/>
          <p:cNvSpPr>
            <a:spLocks noChangeShapeType="1"/>
          </p:cNvSpPr>
          <p:nvPr/>
        </p:nvSpPr>
        <p:spPr bwMode="auto">
          <a:xfrm>
            <a:off x="3962400" y="5410200"/>
            <a:ext cx="0" cy="457200"/>
          </a:xfrm>
          <a:prstGeom prst="line">
            <a:avLst/>
          </a:prstGeom>
          <a:noFill/>
          <a:ln w="7620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49154"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69E5143D-5643-5D41-A924-88183C332F71}" type="slidenum">
              <a:rPr lang="ar-SA" sz="1400" b="0">
                <a:solidFill>
                  <a:schemeClr val="tx1"/>
                </a:solidFill>
                <a:latin typeface="Arial" charset="0"/>
                <a:cs typeface="Arial" charset="0"/>
              </a:rPr>
              <a:pPr/>
              <a:t>17</a:t>
            </a:fld>
            <a:endParaRPr lang="en-US" sz="1400" b="0">
              <a:solidFill>
                <a:schemeClr val="tx1"/>
              </a:solidFill>
              <a:latin typeface="Arial" charset="0"/>
              <a:cs typeface="Arial" charset="0"/>
            </a:endParaRPr>
          </a:p>
        </p:txBody>
      </p:sp>
      <p:pic>
        <p:nvPicPr>
          <p:cNvPr id="49155" name="Picture 27"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9156" name="Group 21"/>
          <p:cNvGrpSpPr>
            <a:grpSpLocks/>
          </p:cNvGrpSpPr>
          <p:nvPr/>
        </p:nvGrpSpPr>
        <p:grpSpPr bwMode="auto">
          <a:xfrm>
            <a:off x="990600" y="5248275"/>
            <a:ext cx="7391400" cy="762000"/>
            <a:chOff x="528" y="3192"/>
            <a:chExt cx="4656" cy="480"/>
          </a:xfrm>
        </p:grpSpPr>
        <p:sp>
          <p:nvSpPr>
            <p:cNvPr id="49175" name="AutoShape 22"/>
            <p:cNvSpPr>
              <a:spLocks noChangeArrowheads="1"/>
            </p:cNvSpPr>
            <p:nvPr/>
          </p:nvSpPr>
          <p:spPr bwMode="auto">
            <a:xfrm>
              <a:off x="528" y="3192"/>
              <a:ext cx="4656" cy="48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pPr eaLnBrk="0" hangingPunct="0"/>
              <a:endParaRPr lang="en-US">
                <a:latin typeface="Arial" charset="0"/>
              </a:endParaRPr>
            </a:p>
          </p:txBody>
        </p:sp>
        <p:sp>
          <p:nvSpPr>
            <p:cNvPr id="49176" name="Text Box 23"/>
            <p:cNvSpPr txBox="1">
              <a:spLocks noChangeArrowheads="1"/>
            </p:cNvSpPr>
            <p:nvPr/>
          </p:nvSpPr>
          <p:spPr bwMode="auto">
            <a:xfrm>
              <a:off x="689" y="3284"/>
              <a:ext cx="48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r"/>
              <a:r>
                <a:rPr lang="en-US" sz="2400" b="0">
                  <a:solidFill>
                    <a:schemeClr val="bg1"/>
                  </a:solidFill>
                  <a:latin typeface="Arial" charset="0"/>
                </a:rPr>
                <a:t>time</a:t>
              </a:r>
            </a:p>
          </p:txBody>
        </p:sp>
      </p:grpSp>
      <p:sp>
        <p:nvSpPr>
          <p:cNvPr id="49157" name="Line 2"/>
          <p:cNvSpPr>
            <a:spLocks noChangeShapeType="1"/>
          </p:cNvSpPr>
          <p:nvPr/>
        </p:nvSpPr>
        <p:spPr bwMode="auto">
          <a:xfrm>
            <a:off x="3352800" y="3352800"/>
            <a:ext cx="0" cy="2514600"/>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49158" name="Line 4"/>
          <p:cNvSpPr>
            <a:spLocks noChangeShapeType="1"/>
          </p:cNvSpPr>
          <p:nvPr/>
        </p:nvSpPr>
        <p:spPr bwMode="auto">
          <a:xfrm>
            <a:off x="2743200" y="4572000"/>
            <a:ext cx="0" cy="838200"/>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49159" name="Line 5"/>
          <p:cNvSpPr>
            <a:spLocks noChangeShapeType="1"/>
          </p:cNvSpPr>
          <p:nvPr/>
        </p:nvSpPr>
        <p:spPr bwMode="auto">
          <a:xfrm>
            <a:off x="3986213" y="4572000"/>
            <a:ext cx="0" cy="838200"/>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49160" name="Rectangle 6"/>
          <p:cNvSpPr>
            <a:spLocks noGrp="1" noChangeArrowheads="1"/>
          </p:cNvSpPr>
          <p:nvPr>
            <p:ph type="title"/>
          </p:nvPr>
        </p:nvSpPr>
        <p:spPr/>
        <p:txBody>
          <a:bodyPr/>
          <a:lstStyle/>
          <a:p>
            <a:r>
              <a:rPr lang="en-US">
                <a:latin typeface="Arial" charset="0"/>
              </a:rPr>
              <a:t>Intervals may Overlap</a:t>
            </a:r>
          </a:p>
        </p:txBody>
      </p:sp>
      <p:grpSp>
        <p:nvGrpSpPr>
          <p:cNvPr id="49161" name="Group 7"/>
          <p:cNvGrpSpPr>
            <a:grpSpLocks/>
          </p:cNvGrpSpPr>
          <p:nvPr/>
        </p:nvGrpSpPr>
        <p:grpSpPr bwMode="auto">
          <a:xfrm>
            <a:off x="2193925" y="4038600"/>
            <a:ext cx="2225675" cy="990600"/>
            <a:chOff x="1382" y="2544"/>
            <a:chExt cx="1402" cy="624"/>
          </a:xfrm>
        </p:grpSpPr>
        <p:sp>
          <p:nvSpPr>
            <p:cNvPr id="49171" name="Rectangle 8"/>
            <p:cNvSpPr>
              <a:spLocks noChangeArrowheads="1"/>
            </p:cNvSpPr>
            <p:nvPr/>
          </p:nvSpPr>
          <p:spPr bwMode="auto">
            <a:xfrm>
              <a:off x="1382" y="2649"/>
              <a:ext cx="33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eaLnBrk="0" hangingPunct="0"/>
              <a:r>
                <a:rPr lang="en-US" sz="2800" b="0">
                  <a:solidFill>
                    <a:schemeClr val="tx1"/>
                  </a:solidFill>
                  <a:latin typeface="Arial" charset="0"/>
                </a:rPr>
                <a:t>a</a:t>
              </a:r>
              <a:r>
                <a:rPr lang="en-US" sz="2800" b="0" baseline="-25000">
                  <a:solidFill>
                    <a:schemeClr val="tx1"/>
                  </a:solidFill>
                  <a:latin typeface="Arial" charset="0"/>
                </a:rPr>
                <a:t>0</a:t>
              </a:r>
            </a:p>
          </p:txBody>
        </p:sp>
        <p:sp>
          <p:nvSpPr>
            <p:cNvPr id="49172" name="Rectangle 9"/>
            <p:cNvSpPr>
              <a:spLocks noChangeArrowheads="1"/>
            </p:cNvSpPr>
            <p:nvPr/>
          </p:nvSpPr>
          <p:spPr bwMode="auto">
            <a:xfrm>
              <a:off x="2458" y="2649"/>
              <a:ext cx="32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eaLnBrk="0" hangingPunct="0"/>
              <a:r>
                <a:rPr lang="en-US" sz="2800" b="0">
                  <a:solidFill>
                    <a:schemeClr val="tx1"/>
                  </a:solidFill>
                  <a:latin typeface="Arial" charset="0"/>
                </a:rPr>
                <a:t>a</a:t>
              </a:r>
              <a:r>
                <a:rPr lang="en-US" sz="2800" b="0" baseline="-25000">
                  <a:solidFill>
                    <a:schemeClr val="tx1"/>
                  </a:solidFill>
                  <a:latin typeface="Arial" charset="0"/>
                </a:rPr>
                <a:t>1</a:t>
              </a:r>
            </a:p>
          </p:txBody>
        </p:sp>
        <p:sp>
          <p:nvSpPr>
            <p:cNvPr id="49173" name="AutoShape 10"/>
            <p:cNvSpPr>
              <a:spLocks noChangeArrowheads="1"/>
            </p:cNvSpPr>
            <p:nvPr/>
          </p:nvSpPr>
          <p:spPr bwMode="auto">
            <a:xfrm rot="10800000">
              <a:off x="1728" y="2544"/>
              <a:ext cx="768" cy="624"/>
            </a:xfrm>
            <a:prstGeom prst="leftRightArrow">
              <a:avLst>
                <a:gd name="adj1" fmla="val 50000"/>
                <a:gd name="adj2" fmla="val 24615"/>
              </a:avLst>
            </a:prstGeom>
            <a:solidFill>
              <a:srgbClr val="FFFF00"/>
            </a:solidFill>
            <a:ln w="38100">
              <a:solidFill>
                <a:schemeClr val="tx1"/>
              </a:solidFill>
              <a:miter lim="800000"/>
              <a:headEnd/>
              <a:tailEnd/>
            </a:ln>
          </p:spPr>
          <p:txBody>
            <a:bodyPr wrap="none" anchor="ctr"/>
            <a:lstStyle/>
            <a:p>
              <a:pPr eaLnBrk="0" hangingPunct="0"/>
              <a:endParaRPr lang="en-US">
                <a:latin typeface="Arial" charset="0"/>
              </a:endParaRPr>
            </a:p>
          </p:txBody>
        </p:sp>
        <p:sp>
          <p:nvSpPr>
            <p:cNvPr id="49174" name="Rectangle 11"/>
            <p:cNvSpPr>
              <a:spLocks noChangeArrowheads="1"/>
            </p:cNvSpPr>
            <p:nvPr/>
          </p:nvSpPr>
          <p:spPr bwMode="auto">
            <a:xfrm>
              <a:off x="1940" y="2692"/>
              <a:ext cx="35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eaLnBrk="0" hangingPunct="0"/>
              <a:r>
                <a:rPr lang="en-US" sz="2800" b="0">
                  <a:solidFill>
                    <a:schemeClr val="tx1"/>
                  </a:solidFill>
                  <a:latin typeface="Arial" charset="0"/>
                </a:rPr>
                <a:t>A</a:t>
              </a:r>
              <a:r>
                <a:rPr lang="en-US" sz="2800" b="0" baseline="-25000">
                  <a:solidFill>
                    <a:schemeClr val="tx1"/>
                  </a:solidFill>
                  <a:latin typeface="Arial" charset="0"/>
                </a:rPr>
                <a:t>0</a:t>
              </a:r>
            </a:p>
          </p:txBody>
        </p:sp>
      </p:grpSp>
      <p:sp>
        <p:nvSpPr>
          <p:cNvPr id="49162" name="Line 12"/>
          <p:cNvSpPr>
            <a:spLocks noChangeShapeType="1"/>
          </p:cNvSpPr>
          <p:nvPr/>
        </p:nvSpPr>
        <p:spPr bwMode="auto">
          <a:xfrm>
            <a:off x="2743200" y="5410200"/>
            <a:ext cx="0" cy="457200"/>
          </a:xfrm>
          <a:prstGeom prst="line">
            <a:avLst/>
          </a:prstGeom>
          <a:noFill/>
          <a:ln w="7620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49163" name="Line 13"/>
          <p:cNvSpPr>
            <a:spLocks noChangeShapeType="1"/>
          </p:cNvSpPr>
          <p:nvPr/>
        </p:nvSpPr>
        <p:spPr bwMode="auto">
          <a:xfrm>
            <a:off x="3962400" y="5410200"/>
            <a:ext cx="0" cy="457200"/>
          </a:xfrm>
          <a:prstGeom prst="line">
            <a:avLst/>
          </a:prstGeom>
          <a:noFill/>
          <a:ln w="7620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49164" name="Rectangle 14"/>
          <p:cNvSpPr>
            <a:spLocks noChangeArrowheads="1"/>
          </p:cNvSpPr>
          <p:nvPr/>
        </p:nvSpPr>
        <p:spPr bwMode="auto">
          <a:xfrm>
            <a:off x="2816225" y="3062288"/>
            <a:ext cx="5175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eaLnBrk="0" hangingPunct="0"/>
            <a:r>
              <a:rPr lang="en-US" sz="2800" b="0">
                <a:solidFill>
                  <a:schemeClr val="tx1"/>
                </a:solidFill>
                <a:latin typeface="Arial" charset="0"/>
              </a:rPr>
              <a:t>b</a:t>
            </a:r>
            <a:r>
              <a:rPr lang="en-US" sz="2800" b="0" baseline="-25000">
                <a:solidFill>
                  <a:schemeClr val="tx1"/>
                </a:solidFill>
                <a:latin typeface="Arial" charset="0"/>
              </a:rPr>
              <a:t>0</a:t>
            </a:r>
          </a:p>
        </p:txBody>
      </p:sp>
      <p:sp>
        <p:nvSpPr>
          <p:cNvPr id="49165" name="Rectangle 15"/>
          <p:cNvSpPr>
            <a:spLocks noChangeArrowheads="1"/>
          </p:cNvSpPr>
          <p:nvPr/>
        </p:nvSpPr>
        <p:spPr bwMode="auto">
          <a:xfrm>
            <a:off x="4511675" y="3062288"/>
            <a:ext cx="5175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eaLnBrk="0" hangingPunct="0"/>
            <a:r>
              <a:rPr lang="en-US" sz="2800" b="0">
                <a:solidFill>
                  <a:schemeClr val="tx1"/>
                </a:solidFill>
                <a:latin typeface="Arial" charset="0"/>
              </a:rPr>
              <a:t>b</a:t>
            </a:r>
            <a:r>
              <a:rPr lang="en-US" sz="2800" b="0" baseline="-25000">
                <a:solidFill>
                  <a:schemeClr val="tx1"/>
                </a:solidFill>
                <a:latin typeface="Arial" charset="0"/>
              </a:rPr>
              <a:t>1</a:t>
            </a:r>
          </a:p>
        </p:txBody>
      </p:sp>
      <p:sp>
        <p:nvSpPr>
          <p:cNvPr id="49166" name="AutoShape 16"/>
          <p:cNvSpPr>
            <a:spLocks noChangeArrowheads="1"/>
          </p:cNvSpPr>
          <p:nvPr/>
        </p:nvSpPr>
        <p:spPr bwMode="auto">
          <a:xfrm rot="10800000">
            <a:off x="3352800" y="2895600"/>
            <a:ext cx="1219200" cy="990600"/>
          </a:xfrm>
          <a:prstGeom prst="leftRightArrow">
            <a:avLst>
              <a:gd name="adj1" fmla="val 50000"/>
              <a:gd name="adj2" fmla="val 24615"/>
            </a:avLst>
          </a:prstGeom>
          <a:solidFill>
            <a:srgbClr val="008000"/>
          </a:solidFill>
          <a:ln w="38100">
            <a:solidFill>
              <a:schemeClr val="tx1"/>
            </a:solidFill>
            <a:miter lim="800000"/>
            <a:headEnd/>
            <a:tailEnd/>
          </a:ln>
        </p:spPr>
        <p:txBody>
          <a:bodyPr rot="10800000" wrap="none" anchor="ctr"/>
          <a:lstStyle/>
          <a:p>
            <a:pPr algn="ctr" eaLnBrk="0" hangingPunct="0"/>
            <a:endParaRPr lang="en-US" b="0">
              <a:solidFill>
                <a:srgbClr val="008000"/>
              </a:solidFill>
              <a:latin typeface="Arial" charset="0"/>
            </a:endParaRPr>
          </a:p>
        </p:txBody>
      </p:sp>
      <p:sp>
        <p:nvSpPr>
          <p:cNvPr id="49167" name="Rectangle 17"/>
          <p:cNvSpPr>
            <a:spLocks noChangeArrowheads="1"/>
          </p:cNvSpPr>
          <p:nvPr/>
        </p:nvSpPr>
        <p:spPr bwMode="auto">
          <a:xfrm>
            <a:off x="3689350" y="3130550"/>
            <a:ext cx="5699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eaLnBrk="0" hangingPunct="0"/>
            <a:r>
              <a:rPr lang="en-US" sz="2800" b="0">
                <a:solidFill>
                  <a:schemeClr val="bg1"/>
                </a:solidFill>
                <a:latin typeface="Arial" charset="0"/>
              </a:rPr>
              <a:t>B</a:t>
            </a:r>
            <a:r>
              <a:rPr lang="en-US" sz="2800" b="0" baseline="-25000">
                <a:solidFill>
                  <a:schemeClr val="bg1"/>
                </a:solidFill>
                <a:latin typeface="Arial" charset="0"/>
              </a:rPr>
              <a:t>0</a:t>
            </a:r>
          </a:p>
        </p:txBody>
      </p:sp>
      <p:sp>
        <p:nvSpPr>
          <p:cNvPr id="49168" name="Line 18"/>
          <p:cNvSpPr>
            <a:spLocks noChangeShapeType="1"/>
          </p:cNvSpPr>
          <p:nvPr/>
        </p:nvSpPr>
        <p:spPr bwMode="auto">
          <a:xfrm>
            <a:off x="3352800" y="5410200"/>
            <a:ext cx="0" cy="457200"/>
          </a:xfrm>
          <a:prstGeom prst="line">
            <a:avLst/>
          </a:prstGeom>
          <a:noFill/>
          <a:ln w="76200">
            <a:solidFill>
              <a:srgbClr val="008000"/>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49169" name="Line 19"/>
          <p:cNvSpPr>
            <a:spLocks noChangeShapeType="1"/>
          </p:cNvSpPr>
          <p:nvPr/>
        </p:nvSpPr>
        <p:spPr bwMode="auto">
          <a:xfrm>
            <a:off x="4572000" y="3352800"/>
            <a:ext cx="0" cy="2514600"/>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49170" name="Line 20"/>
          <p:cNvSpPr>
            <a:spLocks noChangeShapeType="1"/>
          </p:cNvSpPr>
          <p:nvPr/>
        </p:nvSpPr>
        <p:spPr bwMode="auto">
          <a:xfrm>
            <a:off x="4572000" y="5410200"/>
            <a:ext cx="0" cy="457200"/>
          </a:xfrm>
          <a:prstGeom prst="line">
            <a:avLst/>
          </a:prstGeom>
          <a:noFill/>
          <a:ln w="76200">
            <a:solidFill>
              <a:srgbClr val="008000"/>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51202"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5D001098-AC39-0F43-BE0C-64CE5C238B8B}" type="slidenum">
              <a:rPr lang="ar-SA" sz="1400" b="0">
                <a:solidFill>
                  <a:schemeClr val="tx1"/>
                </a:solidFill>
                <a:latin typeface="Arial" charset="0"/>
                <a:cs typeface="Arial" charset="0"/>
              </a:rPr>
              <a:pPr/>
              <a:t>18</a:t>
            </a:fld>
            <a:endParaRPr lang="en-US" sz="1400" b="0">
              <a:solidFill>
                <a:schemeClr val="tx1"/>
              </a:solidFill>
              <a:latin typeface="Arial" charset="0"/>
              <a:cs typeface="Arial" charset="0"/>
            </a:endParaRPr>
          </a:p>
        </p:txBody>
      </p:sp>
      <p:pic>
        <p:nvPicPr>
          <p:cNvPr id="51203" name="Picture 24"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1204" name="Group 21"/>
          <p:cNvGrpSpPr>
            <a:grpSpLocks/>
          </p:cNvGrpSpPr>
          <p:nvPr/>
        </p:nvGrpSpPr>
        <p:grpSpPr bwMode="auto">
          <a:xfrm>
            <a:off x="990600" y="5248275"/>
            <a:ext cx="7391400" cy="762000"/>
            <a:chOff x="528" y="3192"/>
            <a:chExt cx="4656" cy="480"/>
          </a:xfrm>
        </p:grpSpPr>
        <p:sp>
          <p:nvSpPr>
            <p:cNvPr id="51223" name="AutoShape 22"/>
            <p:cNvSpPr>
              <a:spLocks noChangeArrowheads="1"/>
            </p:cNvSpPr>
            <p:nvPr/>
          </p:nvSpPr>
          <p:spPr bwMode="auto">
            <a:xfrm>
              <a:off x="528" y="3192"/>
              <a:ext cx="4656" cy="48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pPr eaLnBrk="0" hangingPunct="0"/>
              <a:endParaRPr lang="en-US">
                <a:latin typeface="Arial" charset="0"/>
              </a:endParaRPr>
            </a:p>
          </p:txBody>
        </p:sp>
        <p:sp>
          <p:nvSpPr>
            <p:cNvPr id="51224" name="Text Box 23"/>
            <p:cNvSpPr txBox="1">
              <a:spLocks noChangeArrowheads="1"/>
            </p:cNvSpPr>
            <p:nvPr/>
          </p:nvSpPr>
          <p:spPr bwMode="auto">
            <a:xfrm>
              <a:off x="689" y="3284"/>
              <a:ext cx="48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r"/>
              <a:r>
                <a:rPr lang="en-US" sz="2400" b="0">
                  <a:solidFill>
                    <a:schemeClr val="bg1"/>
                  </a:solidFill>
                  <a:latin typeface="Arial" charset="0"/>
                </a:rPr>
                <a:t>time</a:t>
              </a:r>
            </a:p>
          </p:txBody>
        </p:sp>
      </p:grpSp>
      <p:sp>
        <p:nvSpPr>
          <p:cNvPr id="51205" name="Line 2"/>
          <p:cNvSpPr>
            <a:spLocks noChangeShapeType="1"/>
          </p:cNvSpPr>
          <p:nvPr/>
        </p:nvSpPr>
        <p:spPr bwMode="auto">
          <a:xfrm>
            <a:off x="4343400" y="3352800"/>
            <a:ext cx="0" cy="2514600"/>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51206" name="Line 4"/>
          <p:cNvSpPr>
            <a:spLocks noChangeShapeType="1"/>
          </p:cNvSpPr>
          <p:nvPr/>
        </p:nvSpPr>
        <p:spPr bwMode="auto">
          <a:xfrm>
            <a:off x="2743200" y="4572000"/>
            <a:ext cx="0" cy="838200"/>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51207" name="Line 5"/>
          <p:cNvSpPr>
            <a:spLocks noChangeShapeType="1"/>
          </p:cNvSpPr>
          <p:nvPr/>
        </p:nvSpPr>
        <p:spPr bwMode="auto">
          <a:xfrm>
            <a:off x="3986213" y="4572000"/>
            <a:ext cx="0" cy="838200"/>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51208" name="Rectangle 6"/>
          <p:cNvSpPr>
            <a:spLocks noGrp="1" noChangeArrowheads="1"/>
          </p:cNvSpPr>
          <p:nvPr>
            <p:ph type="title"/>
          </p:nvPr>
        </p:nvSpPr>
        <p:spPr/>
        <p:txBody>
          <a:bodyPr/>
          <a:lstStyle/>
          <a:p>
            <a:r>
              <a:rPr lang="en-US">
                <a:latin typeface="Arial" charset="0"/>
              </a:rPr>
              <a:t>Intervals may be Disjoint</a:t>
            </a:r>
          </a:p>
        </p:txBody>
      </p:sp>
      <p:grpSp>
        <p:nvGrpSpPr>
          <p:cNvPr id="51209" name="Group 7"/>
          <p:cNvGrpSpPr>
            <a:grpSpLocks/>
          </p:cNvGrpSpPr>
          <p:nvPr/>
        </p:nvGrpSpPr>
        <p:grpSpPr bwMode="auto">
          <a:xfrm>
            <a:off x="2193925" y="4038600"/>
            <a:ext cx="2225675" cy="990600"/>
            <a:chOff x="1382" y="2544"/>
            <a:chExt cx="1402" cy="624"/>
          </a:xfrm>
        </p:grpSpPr>
        <p:sp>
          <p:nvSpPr>
            <p:cNvPr id="51219" name="Rectangle 8"/>
            <p:cNvSpPr>
              <a:spLocks noChangeArrowheads="1"/>
            </p:cNvSpPr>
            <p:nvPr/>
          </p:nvSpPr>
          <p:spPr bwMode="auto">
            <a:xfrm>
              <a:off x="1382" y="2649"/>
              <a:ext cx="33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eaLnBrk="0" hangingPunct="0"/>
              <a:r>
                <a:rPr lang="en-US" sz="2800" b="0">
                  <a:solidFill>
                    <a:schemeClr val="tx1"/>
                  </a:solidFill>
                  <a:latin typeface="Arial" charset="0"/>
                </a:rPr>
                <a:t>a</a:t>
              </a:r>
              <a:r>
                <a:rPr lang="en-US" sz="2800" b="0" baseline="-25000">
                  <a:solidFill>
                    <a:schemeClr val="tx1"/>
                  </a:solidFill>
                  <a:latin typeface="Arial" charset="0"/>
                </a:rPr>
                <a:t>0</a:t>
              </a:r>
            </a:p>
          </p:txBody>
        </p:sp>
        <p:sp>
          <p:nvSpPr>
            <p:cNvPr id="51220" name="Rectangle 9"/>
            <p:cNvSpPr>
              <a:spLocks noChangeArrowheads="1"/>
            </p:cNvSpPr>
            <p:nvPr/>
          </p:nvSpPr>
          <p:spPr bwMode="auto">
            <a:xfrm>
              <a:off x="2458" y="2649"/>
              <a:ext cx="32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eaLnBrk="0" hangingPunct="0"/>
              <a:r>
                <a:rPr lang="en-US" sz="2800" b="0">
                  <a:solidFill>
                    <a:schemeClr val="tx1"/>
                  </a:solidFill>
                  <a:latin typeface="Arial" charset="0"/>
                </a:rPr>
                <a:t>a</a:t>
              </a:r>
              <a:r>
                <a:rPr lang="en-US" sz="2800" b="0" baseline="-25000">
                  <a:solidFill>
                    <a:schemeClr val="tx1"/>
                  </a:solidFill>
                  <a:latin typeface="Arial" charset="0"/>
                </a:rPr>
                <a:t>1</a:t>
              </a:r>
            </a:p>
          </p:txBody>
        </p:sp>
        <p:sp>
          <p:nvSpPr>
            <p:cNvPr id="51221" name="AutoShape 10"/>
            <p:cNvSpPr>
              <a:spLocks noChangeArrowheads="1"/>
            </p:cNvSpPr>
            <p:nvPr/>
          </p:nvSpPr>
          <p:spPr bwMode="auto">
            <a:xfrm rot="10800000">
              <a:off x="1728" y="2544"/>
              <a:ext cx="768" cy="624"/>
            </a:xfrm>
            <a:prstGeom prst="leftRightArrow">
              <a:avLst>
                <a:gd name="adj1" fmla="val 50000"/>
                <a:gd name="adj2" fmla="val 24615"/>
              </a:avLst>
            </a:prstGeom>
            <a:solidFill>
              <a:srgbClr val="FFFF00"/>
            </a:solidFill>
            <a:ln w="38100">
              <a:solidFill>
                <a:schemeClr val="tx1"/>
              </a:solidFill>
              <a:miter lim="800000"/>
              <a:headEnd/>
              <a:tailEnd/>
            </a:ln>
          </p:spPr>
          <p:txBody>
            <a:bodyPr wrap="none" anchor="ctr"/>
            <a:lstStyle/>
            <a:p>
              <a:pPr eaLnBrk="0" hangingPunct="0"/>
              <a:endParaRPr lang="en-US">
                <a:latin typeface="Arial" charset="0"/>
              </a:endParaRPr>
            </a:p>
          </p:txBody>
        </p:sp>
        <p:sp>
          <p:nvSpPr>
            <p:cNvPr id="51222" name="Rectangle 11"/>
            <p:cNvSpPr>
              <a:spLocks noChangeArrowheads="1"/>
            </p:cNvSpPr>
            <p:nvPr/>
          </p:nvSpPr>
          <p:spPr bwMode="auto">
            <a:xfrm>
              <a:off x="1940" y="2692"/>
              <a:ext cx="35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eaLnBrk="0" hangingPunct="0"/>
              <a:r>
                <a:rPr lang="en-US" sz="2800" b="0">
                  <a:solidFill>
                    <a:schemeClr val="tx1"/>
                  </a:solidFill>
                  <a:latin typeface="Arial" charset="0"/>
                </a:rPr>
                <a:t>A</a:t>
              </a:r>
              <a:r>
                <a:rPr lang="en-US" sz="2800" b="0" baseline="-25000">
                  <a:solidFill>
                    <a:schemeClr val="tx1"/>
                  </a:solidFill>
                  <a:latin typeface="Arial" charset="0"/>
                </a:rPr>
                <a:t>0</a:t>
              </a:r>
            </a:p>
          </p:txBody>
        </p:sp>
      </p:grpSp>
      <p:sp>
        <p:nvSpPr>
          <p:cNvPr id="51210" name="Line 12"/>
          <p:cNvSpPr>
            <a:spLocks noChangeShapeType="1"/>
          </p:cNvSpPr>
          <p:nvPr/>
        </p:nvSpPr>
        <p:spPr bwMode="auto">
          <a:xfrm>
            <a:off x="2743200" y="5410200"/>
            <a:ext cx="0" cy="457200"/>
          </a:xfrm>
          <a:prstGeom prst="line">
            <a:avLst/>
          </a:prstGeom>
          <a:noFill/>
          <a:ln w="7620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51211" name="Line 13"/>
          <p:cNvSpPr>
            <a:spLocks noChangeShapeType="1"/>
          </p:cNvSpPr>
          <p:nvPr/>
        </p:nvSpPr>
        <p:spPr bwMode="auto">
          <a:xfrm>
            <a:off x="3962400" y="5410200"/>
            <a:ext cx="0" cy="457200"/>
          </a:xfrm>
          <a:prstGeom prst="line">
            <a:avLst/>
          </a:prstGeom>
          <a:noFill/>
          <a:ln w="7620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51212" name="Rectangle 14"/>
          <p:cNvSpPr>
            <a:spLocks noChangeArrowheads="1"/>
          </p:cNvSpPr>
          <p:nvPr/>
        </p:nvSpPr>
        <p:spPr bwMode="auto">
          <a:xfrm>
            <a:off x="3806825" y="3062288"/>
            <a:ext cx="5175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eaLnBrk="0" hangingPunct="0"/>
            <a:r>
              <a:rPr lang="en-US" sz="2800" b="0">
                <a:solidFill>
                  <a:schemeClr val="tx1"/>
                </a:solidFill>
                <a:latin typeface="Arial" charset="0"/>
              </a:rPr>
              <a:t>b</a:t>
            </a:r>
            <a:r>
              <a:rPr lang="en-US" sz="2800" b="0" baseline="-25000">
                <a:solidFill>
                  <a:schemeClr val="tx1"/>
                </a:solidFill>
                <a:latin typeface="Arial" charset="0"/>
              </a:rPr>
              <a:t>0</a:t>
            </a:r>
          </a:p>
        </p:txBody>
      </p:sp>
      <p:sp>
        <p:nvSpPr>
          <p:cNvPr id="51213" name="Rectangle 15"/>
          <p:cNvSpPr>
            <a:spLocks noChangeArrowheads="1"/>
          </p:cNvSpPr>
          <p:nvPr/>
        </p:nvSpPr>
        <p:spPr bwMode="auto">
          <a:xfrm>
            <a:off x="5502275" y="3062288"/>
            <a:ext cx="5175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eaLnBrk="0" hangingPunct="0"/>
            <a:r>
              <a:rPr lang="en-US" sz="2800" b="0">
                <a:solidFill>
                  <a:schemeClr val="tx1"/>
                </a:solidFill>
                <a:latin typeface="Arial" charset="0"/>
              </a:rPr>
              <a:t>b</a:t>
            </a:r>
            <a:r>
              <a:rPr lang="en-US" sz="2800" b="0" baseline="-25000">
                <a:solidFill>
                  <a:schemeClr val="tx1"/>
                </a:solidFill>
                <a:latin typeface="Arial" charset="0"/>
              </a:rPr>
              <a:t>1</a:t>
            </a:r>
          </a:p>
        </p:txBody>
      </p:sp>
      <p:sp>
        <p:nvSpPr>
          <p:cNvPr id="51214" name="AutoShape 16"/>
          <p:cNvSpPr>
            <a:spLocks noChangeArrowheads="1"/>
          </p:cNvSpPr>
          <p:nvPr/>
        </p:nvSpPr>
        <p:spPr bwMode="auto">
          <a:xfrm rot="10800000">
            <a:off x="4343400" y="2895600"/>
            <a:ext cx="1219200" cy="990600"/>
          </a:xfrm>
          <a:prstGeom prst="leftRightArrow">
            <a:avLst>
              <a:gd name="adj1" fmla="val 50000"/>
              <a:gd name="adj2" fmla="val 24615"/>
            </a:avLst>
          </a:prstGeom>
          <a:solidFill>
            <a:srgbClr val="008000"/>
          </a:solidFill>
          <a:ln w="38100">
            <a:solidFill>
              <a:schemeClr val="tx1"/>
            </a:solidFill>
            <a:miter lim="800000"/>
            <a:headEnd/>
            <a:tailEnd/>
          </a:ln>
        </p:spPr>
        <p:txBody>
          <a:bodyPr wrap="none" anchor="ctr"/>
          <a:lstStyle/>
          <a:p>
            <a:pPr eaLnBrk="0" hangingPunct="0"/>
            <a:endParaRPr lang="en-US">
              <a:latin typeface="Arial" charset="0"/>
            </a:endParaRPr>
          </a:p>
        </p:txBody>
      </p:sp>
      <p:sp>
        <p:nvSpPr>
          <p:cNvPr id="51215" name="Rectangle 17"/>
          <p:cNvSpPr>
            <a:spLocks noChangeArrowheads="1"/>
          </p:cNvSpPr>
          <p:nvPr/>
        </p:nvSpPr>
        <p:spPr bwMode="auto">
          <a:xfrm>
            <a:off x="4679950" y="3130550"/>
            <a:ext cx="5699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eaLnBrk="0" hangingPunct="0"/>
            <a:r>
              <a:rPr lang="en-US" sz="2800" b="0">
                <a:solidFill>
                  <a:schemeClr val="bg1"/>
                </a:solidFill>
                <a:latin typeface="Arial" charset="0"/>
              </a:rPr>
              <a:t>B</a:t>
            </a:r>
            <a:r>
              <a:rPr lang="en-US" sz="2800" b="0" baseline="-25000">
                <a:solidFill>
                  <a:schemeClr val="bg1"/>
                </a:solidFill>
                <a:latin typeface="Arial" charset="0"/>
              </a:rPr>
              <a:t>0</a:t>
            </a:r>
          </a:p>
        </p:txBody>
      </p:sp>
      <p:sp>
        <p:nvSpPr>
          <p:cNvPr id="51216" name="Line 18"/>
          <p:cNvSpPr>
            <a:spLocks noChangeShapeType="1"/>
          </p:cNvSpPr>
          <p:nvPr/>
        </p:nvSpPr>
        <p:spPr bwMode="auto">
          <a:xfrm>
            <a:off x="4343400" y="5410200"/>
            <a:ext cx="0" cy="457200"/>
          </a:xfrm>
          <a:prstGeom prst="line">
            <a:avLst/>
          </a:prstGeom>
          <a:noFill/>
          <a:ln w="76200">
            <a:solidFill>
              <a:srgbClr val="008000"/>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51217" name="Line 19"/>
          <p:cNvSpPr>
            <a:spLocks noChangeShapeType="1"/>
          </p:cNvSpPr>
          <p:nvPr/>
        </p:nvSpPr>
        <p:spPr bwMode="auto">
          <a:xfrm>
            <a:off x="5562600" y="3352800"/>
            <a:ext cx="0" cy="2514600"/>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51218" name="Line 20"/>
          <p:cNvSpPr>
            <a:spLocks noChangeShapeType="1"/>
          </p:cNvSpPr>
          <p:nvPr/>
        </p:nvSpPr>
        <p:spPr bwMode="auto">
          <a:xfrm>
            <a:off x="5562600" y="5410200"/>
            <a:ext cx="0" cy="457200"/>
          </a:xfrm>
          <a:prstGeom prst="line">
            <a:avLst/>
          </a:prstGeom>
          <a:noFill/>
          <a:ln w="76200">
            <a:solidFill>
              <a:srgbClr val="008000"/>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53250"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AA48A6EC-A21C-B640-812C-53CC5EBB2099}" type="slidenum">
              <a:rPr lang="ar-SA" sz="1400" b="0">
                <a:solidFill>
                  <a:schemeClr val="tx1"/>
                </a:solidFill>
                <a:latin typeface="Arial" charset="0"/>
                <a:cs typeface="Arial" charset="0"/>
              </a:rPr>
              <a:pPr/>
              <a:t>19</a:t>
            </a:fld>
            <a:endParaRPr lang="en-US" sz="1400" b="0">
              <a:solidFill>
                <a:schemeClr val="tx1"/>
              </a:solidFill>
              <a:latin typeface="Arial" charset="0"/>
              <a:cs typeface="Arial" charset="0"/>
            </a:endParaRPr>
          </a:p>
        </p:txBody>
      </p:sp>
      <p:pic>
        <p:nvPicPr>
          <p:cNvPr id="53251" name="Picture 24"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3252" name="Group 21"/>
          <p:cNvGrpSpPr>
            <a:grpSpLocks/>
          </p:cNvGrpSpPr>
          <p:nvPr/>
        </p:nvGrpSpPr>
        <p:grpSpPr bwMode="auto">
          <a:xfrm>
            <a:off x="990600" y="5248275"/>
            <a:ext cx="7391400" cy="762000"/>
            <a:chOff x="528" y="3192"/>
            <a:chExt cx="4656" cy="480"/>
          </a:xfrm>
        </p:grpSpPr>
        <p:sp>
          <p:nvSpPr>
            <p:cNvPr id="53272" name="AutoShape 22"/>
            <p:cNvSpPr>
              <a:spLocks noChangeArrowheads="1"/>
            </p:cNvSpPr>
            <p:nvPr/>
          </p:nvSpPr>
          <p:spPr bwMode="auto">
            <a:xfrm>
              <a:off x="528" y="3192"/>
              <a:ext cx="4656" cy="48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pPr eaLnBrk="0" hangingPunct="0"/>
              <a:endParaRPr lang="en-US">
                <a:latin typeface="Arial" charset="0"/>
              </a:endParaRPr>
            </a:p>
          </p:txBody>
        </p:sp>
        <p:sp>
          <p:nvSpPr>
            <p:cNvPr id="53273" name="Text Box 23"/>
            <p:cNvSpPr txBox="1">
              <a:spLocks noChangeArrowheads="1"/>
            </p:cNvSpPr>
            <p:nvPr/>
          </p:nvSpPr>
          <p:spPr bwMode="auto">
            <a:xfrm>
              <a:off x="689" y="3284"/>
              <a:ext cx="48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r"/>
              <a:r>
                <a:rPr lang="en-US" sz="2400" b="0">
                  <a:solidFill>
                    <a:schemeClr val="bg1"/>
                  </a:solidFill>
                  <a:latin typeface="Arial" charset="0"/>
                </a:rPr>
                <a:t>time</a:t>
              </a:r>
            </a:p>
          </p:txBody>
        </p:sp>
      </p:grpSp>
      <p:sp>
        <p:nvSpPr>
          <p:cNvPr id="53253" name="Line 2"/>
          <p:cNvSpPr>
            <a:spLocks noChangeShapeType="1"/>
          </p:cNvSpPr>
          <p:nvPr/>
        </p:nvSpPr>
        <p:spPr bwMode="auto">
          <a:xfrm>
            <a:off x="4343400" y="3352800"/>
            <a:ext cx="0" cy="2514600"/>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53254" name="Line 4"/>
          <p:cNvSpPr>
            <a:spLocks noChangeShapeType="1"/>
          </p:cNvSpPr>
          <p:nvPr/>
        </p:nvSpPr>
        <p:spPr bwMode="auto">
          <a:xfrm>
            <a:off x="2743200" y="4572000"/>
            <a:ext cx="0" cy="838200"/>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53255" name="Line 5"/>
          <p:cNvSpPr>
            <a:spLocks noChangeShapeType="1"/>
          </p:cNvSpPr>
          <p:nvPr/>
        </p:nvSpPr>
        <p:spPr bwMode="auto">
          <a:xfrm>
            <a:off x="3986213" y="4572000"/>
            <a:ext cx="0" cy="838200"/>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53256" name="Rectangle 6"/>
          <p:cNvSpPr>
            <a:spLocks noGrp="1" noChangeArrowheads="1"/>
          </p:cNvSpPr>
          <p:nvPr>
            <p:ph type="title"/>
          </p:nvPr>
        </p:nvSpPr>
        <p:spPr/>
        <p:txBody>
          <a:bodyPr/>
          <a:lstStyle/>
          <a:p>
            <a:r>
              <a:rPr lang="en-US">
                <a:latin typeface="Arial" charset="0"/>
              </a:rPr>
              <a:t>Precedence</a:t>
            </a:r>
          </a:p>
        </p:txBody>
      </p:sp>
      <p:grpSp>
        <p:nvGrpSpPr>
          <p:cNvPr id="53257" name="Group 7"/>
          <p:cNvGrpSpPr>
            <a:grpSpLocks/>
          </p:cNvGrpSpPr>
          <p:nvPr/>
        </p:nvGrpSpPr>
        <p:grpSpPr bwMode="auto">
          <a:xfrm>
            <a:off x="2193925" y="4038600"/>
            <a:ext cx="2225675" cy="990600"/>
            <a:chOff x="1382" y="2544"/>
            <a:chExt cx="1402" cy="624"/>
          </a:xfrm>
        </p:grpSpPr>
        <p:sp>
          <p:nvSpPr>
            <p:cNvPr id="53268" name="Rectangle 8"/>
            <p:cNvSpPr>
              <a:spLocks noChangeArrowheads="1"/>
            </p:cNvSpPr>
            <p:nvPr/>
          </p:nvSpPr>
          <p:spPr bwMode="auto">
            <a:xfrm>
              <a:off x="1382" y="2649"/>
              <a:ext cx="33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eaLnBrk="0" hangingPunct="0"/>
              <a:r>
                <a:rPr lang="en-US" sz="2800" b="0">
                  <a:solidFill>
                    <a:schemeClr val="tx1"/>
                  </a:solidFill>
                  <a:latin typeface="Arial" charset="0"/>
                </a:rPr>
                <a:t>a</a:t>
              </a:r>
              <a:r>
                <a:rPr lang="en-US" sz="2800" b="0" baseline="-25000">
                  <a:solidFill>
                    <a:schemeClr val="tx1"/>
                  </a:solidFill>
                  <a:latin typeface="Arial" charset="0"/>
                </a:rPr>
                <a:t>0</a:t>
              </a:r>
            </a:p>
          </p:txBody>
        </p:sp>
        <p:sp>
          <p:nvSpPr>
            <p:cNvPr id="53269" name="Rectangle 9"/>
            <p:cNvSpPr>
              <a:spLocks noChangeArrowheads="1"/>
            </p:cNvSpPr>
            <p:nvPr/>
          </p:nvSpPr>
          <p:spPr bwMode="auto">
            <a:xfrm>
              <a:off x="2458" y="2649"/>
              <a:ext cx="32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eaLnBrk="0" hangingPunct="0"/>
              <a:r>
                <a:rPr lang="en-US" sz="2800" b="0">
                  <a:solidFill>
                    <a:schemeClr val="tx1"/>
                  </a:solidFill>
                  <a:latin typeface="Arial" charset="0"/>
                </a:rPr>
                <a:t>a</a:t>
              </a:r>
              <a:r>
                <a:rPr lang="en-US" sz="2800" b="0" baseline="-25000">
                  <a:solidFill>
                    <a:schemeClr val="tx1"/>
                  </a:solidFill>
                  <a:latin typeface="Arial" charset="0"/>
                </a:rPr>
                <a:t>1</a:t>
              </a:r>
            </a:p>
          </p:txBody>
        </p:sp>
        <p:sp>
          <p:nvSpPr>
            <p:cNvPr id="53270" name="AutoShape 10"/>
            <p:cNvSpPr>
              <a:spLocks noChangeArrowheads="1"/>
            </p:cNvSpPr>
            <p:nvPr/>
          </p:nvSpPr>
          <p:spPr bwMode="auto">
            <a:xfrm rot="10800000">
              <a:off x="1728" y="2544"/>
              <a:ext cx="768" cy="624"/>
            </a:xfrm>
            <a:prstGeom prst="leftRightArrow">
              <a:avLst>
                <a:gd name="adj1" fmla="val 50000"/>
                <a:gd name="adj2" fmla="val 24615"/>
              </a:avLst>
            </a:prstGeom>
            <a:solidFill>
              <a:srgbClr val="FFFF00"/>
            </a:solidFill>
            <a:ln w="38100">
              <a:solidFill>
                <a:schemeClr val="tx1"/>
              </a:solidFill>
              <a:miter lim="800000"/>
              <a:headEnd/>
              <a:tailEnd/>
            </a:ln>
          </p:spPr>
          <p:txBody>
            <a:bodyPr wrap="none" anchor="ctr"/>
            <a:lstStyle/>
            <a:p>
              <a:pPr eaLnBrk="0" hangingPunct="0"/>
              <a:endParaRPr lang="en-US">
                <a:latin typeface="Arial" charset="0"/>
              </a:endParaRPr>
            </a:p>
          </p:txBody>
        </p:sp>
        <p:sp>
          <p:nvSpPr>
            <p:cNvPr id="53271" name="Rectangle 11"/>
            <p:cNvSpPr>
              <a:spLocks noChangeArrowheads="1"/>
            </p:cNvSpPr>
            <p:nvPr/>
          </p:nvSpPr>
          <p:spPr bwMode="auto">
            <a:xfrm>
              <a:off x="1940" y="2692"/>
              <a:ext cx="35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eaLnBrk="0" hangingPunct="0"/>
              <a:r>
                <a:rPr lang="en-US" sz="2800" b="0">
                  <a:solidFill>
                    <a:schemeClr val="tx1"/>
                  </a:solidFill>
                  <a:latin typeface="Arial" charset="0"/>
                </a:rPr>
                <a:t>A</a:t>
              </a:r>
              <a:r>
                <a:rPr lang="en-US" sz="2800" b="0" baseline="-25000">
                  <a:solidFill>
                    <a:schemeClr val="tx1"/>
                  </a:solidFill>
                  <a:latin typeface="Arial" charset="0"/>
                </a:rPr>
                <a:t>0</a:t>
              </a:r>
            </a:p>
          </p:txBody>
        </p:sp>
      </p:grpSp>
      <p:sp>
        <p:nvSpPr>
          <p:cNvPr id="53258" name="Line 12"/>
          <p:cNvSpPr>
            <a:spLocks noChangeShapeType="1"/>
          </p:cNvSpPr>
          <p:nvPr/>
        </p:nvSpPr>
        <p:spPr bwMode="auto">
          <a:xfrm>
            <a:off x="2743200" y="5410200"/>
            <a:ext cx="0" cy="457200"/>
          </a:xfrm>
          <a:prstGeom prst="line">
            <a:avLst/>
          </a:prstGeom>
          <a:noFill/>
          <a:ln w="7620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53259" name="Line 13"/>
          <p:cNvSpPr>
            <a:spLocks noChangeShapeType="1"/>
          </p:cNvSpPr>
          <p:nvPr/>
        </p:nvSpPr>
        <p:spPr bwMode="auto">
          <a:xfrm>
            <a:off x="3962400" y="5410200"/>
            <a:ext cx="0" cy="457200"/>
          </a:xfrm>
          <a:prstGeom prst="line">
            <a:avLst/>
          </a:prstGeom>
          <a:noFill/>
          <a:ln w="7620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53260" name="Rectangle 14"/>
          <p:cNvSpPr>
            <a:spLocks noChangeArrowheads="1"/>
          </p:cNvSpPr>
          <p:nvPr/>
        </p:nvSpPr>
        <p:spPr bwMode="auto">
          <a:xfrm>
            <a:off x="3806825" y="3062288"/>
            <a:ext cx="5175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eaLnBrk="0" hangingPunct="0"/>
            <a:r>
              <a:rPr lang="en-US" sz="2800" b="0">
                <a:solidFill>
                  <a:schemeClr val="tx1"/>
                </a:solidFill>
                <a:latin typeface="Arial" charset="0"/>
              </a:rPr>
              <a:t>b</a:t>
            </a:r>
            <a:r>
              <a:rPr lang="en-US" sz="2800" b="0" baseline="-25000">
                <a:solidFill>
                  <a:schemeClr val="tx1"/>
                </a:solidFill>
                <a:latin typeface="Arial" charset="0"/>
              </a:rPr>
              <a:t>0</a:t>
            </a:r>
          </a:p>
        </p:txBody>
      </p:sp>
      <p:sp>
        <p:nvSpPr>
          <p:cNvPr id="53261" name="Rectangle 15"/>
          <p:cNvSpPr>
            <a:spLocks noChangeArrowheads="1"/>
          </p:cNvSpPr>
          <p:nvPr/>
        </p:nvSpPr>
        <p:spPr bwMode="auto">
          <a:xfrm>
            <a:off x="5502275" y="3062288"/>
            <a:ext cx="5175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eaLnBrk="0" hangingPunct="0"/>
            <a:r>
              <a:rPr lang="en-US" sz="2800" b="0">
                <a:solidFill>
                  <a:schemeClr val="tx1"/>
                </a:solidFill>
                <a:latin typeface="Arial" charset="0"/>
              </a:rPr>
              <a:t>b</a:t>
            </a:r>
            <a:r>
              <a:rPr lang="en-US" sz="2800" b="0" baseline="-25000">
                <a:solidFill>
                  <a:schemeClr val="tx1"/>
                </a:solidFill>
                <a:latin typeface="Arial" charset="0"/>
              </a:rPr>
              <a:t>1</a:t>
            </a:r>
          </a:p>
        </p:txBody>
      </p:sp>
      <p:sp>
        <p:nvSpPr>
          <p:cNvPr id="53262" name="AutoShape 16"/>
          <p:cNvSpPr>
            <a:spLocks noChangeArrowheads="1"/>
          </p:cNvSpPr>
          <p:nvPr/>
        </p:nvSpPr>
        <p:spPr bwMode="auto">
          <a:xfrm rot="10800000">
            <a:off x="4343400" y="2895600"/>
            <a:ext cx="1219200" cy="990600"/>
          </a:xfrm>
          <a:prstGeom prst="leftRightArrow">
            <a:avLst>
              <a:gd name="adj1" fmla="val 50000"/>
              <a:gd name="adj2" fmla="val 24615"/>
            </a:avLst>
          </a:prstGeom>
          <a:solidFill>
            <a:srgbClr val="008000"/>
          </a:solidFill>
          <a:ln w="38100">
            <a:solidFill>
              <a:schemeClr val="tx1"/>
            </a:solidFill>
            <a:miter lim="800000"/>
            <a:headEnd/>
            <a:tailEnd/>
          </a:ln>
        </p:spPr>
        <p:txBody>
          <a:bodyPr wrap="none" anchor="ctr"/>
          <a:lstStyle/>
          <a:p>
            <a:pPr eaLnBrk="0" hangingPunct="0"/>
            <a:endParaRPr lang="en-US">
              <a:latin typeface="Arial" charset="0"/>
            </a:endParaRPr>
          </a:p>
        </p:txBody>
      </p:sp>
      <p:sp>
        <p:nvSpPr>
          <p:cNvPr id="53263" name="Rectangle 17"/>
          <p:cNvSpPr>
            <a:spLocks noChangeArrowheads="1"/>
          </p:cNvSpPr>
          <p:nvPr/>
        </p:nvSpPr>
        <p:spPr bwMode="auto">
          <a:xfrm>
            <a:off x="4679950" y="3130550"/>
            <a:ext cx="5699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eaLnBrk="0" hangingPunct="0"/>
            <a:r>
              <a:rPr lang="en-US" sz="2800" b="0">
                <a:solidFill>
                  <a:schemeClr val="bg1"/>
                </a:solidFill>
                <a:latin typeface="Arial" charset="0"/>
              </a:rPr>
              <a:t>B</a:t>
            </a:r>
            <a:r>
              <a:rPr lang="en-US" sz="2800" b="0" baseline="-25000">
                <a:solidFill>
                  <a:schemeClr val="bg1"/>
                </a:solidFill>
                <a:latin typeface="Arial" charset="0"/>
              </a:rPr>
              <a:t>0</a:t>
            </a:r>
          </a:p>
        </p:txBody>
      </p:sp>
      <p:sp>
        <p:nvSpPr>
          <p:cNvPr id="53264" name="Line 18"/>
          <p:cNvSpPr>
            <a:spLocks noChangeShapeType="1"/>
          </p:cNvSpPr>
          <p:nvPr/>
        </p:nvSpPr>
        <p:spPr bwMode="auto">
          <a:xfrm>
            <a:off x="4343400" y="5410200"/>
            <a:ext cx="0" cy="457200"/>
          </a:xfrm>
          <a:prstGeom prst="line">
            <a:avLst/>
          </a:prstGeom>
          <a:noFill/>
          <a:ln w="76200">
            <a:solidFill>
              <a:srgbClr val="008000"/>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53265" name="Line 19"/>
          <p:cNvSpPr>
            <a:spLocks noChangeShapeType="1"/>
          </p:cNvSpPr>
          <p:nvPr/>
        </p:nvSpPr>
        <p:spPr bwMode="auto">
          <a:xfrm>
            <a:off x="5562600" y="3352800"/>
            <a:ext cx="0" cy="2514600"/>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53266" name="Line 20"/>
          <p:cNvSpPr>
            <a:spLocks noChangeShapeType="1"/>
          </p:cNvSpPr>
          <p:nvPr/>
        </p:nvSpPr>
        <p:spPr bwMode="auto">
          <a:xfrm>
            <a:off x="5562600" y="5410200"/>
            <a:ext cx="0" cy="457200"/>
          </a:xfrm>
          <a:prstGeom prst="line">
            <a:avLst/>
          </a:prstGeom>
          <a:noFill/>
          <a:ln w="76200">
            <a:solidFill>
              <a:srgbClr val="008000"/>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26" name="Rectangle 21"/>
          <p:cNvSpPr txBox="1">
            <a:spLocks noChangeArrowheads="1"/>
          </p:cNvSpPr>
          <p:nvPr/>
        </p:nvSpPr>
        <p:spPr bwMode="auto">
          <a:xfrm>
            <a:off x="609600" y="1676400"/>
            <a:ext cx="7772400" cy="990600"/>
          </a:xfrm>
          <a:prstGeom prst="rect">
            <a:avLst/>
          </a:prstGeom>
          <a:noFill/>
          <a:ln w="9525">
            <a:noFill/>
            <a:miter lim="800000"/>
            <a:headEnd/>
            <a:tailEnd/>
          </a:ln>
        </p:spPr>
        <p:txBody>
          <a:bodyPr/>
          <a:lstStyle/>
          <a:p>
            <a:pPr marL="342900" indent="-342900" algn="ctr" eaLnBrk="0" hangingPunct="0">
              <a:spcBef>
                <a:spcPct val="20000"/>
              </a:spcBef>
              <a:defRPr/>
            </a:pPr>
            <a:r>
              <a:rPr lang="en-US" sz="3200" b="0" kern="0">
                <a:latin typeface="Arial" pitchFamily="34" charset="0"/>
                <a:ea typeface="+mn-ea"/>
                <a:cs typeface="Arial" pitchFamily="34" charset="0"/>
              </a:rPr>
              <a:t>Interval </a:t>
            </a:r>
            <a:r>
              <a:rPr lang="en-US" sz="3200" b="0" kern="0">
                <a:solidFill>
                  <a:schemeClr val="tx1"/>
                </a:solidFill>
                <a:latin typeface="Arial" pitchFamily="34" charset="0"/>
                <a:ea typeface="+mn-ea"/>
                <a:cs typeface="Arial" pitchFamily="34" charset="0"/>
              </a:rPr>
              <a:t>A</a:t>
            </a:r>
            <a:r>
              <a:rPr lang="en-US" sz="3200" b="0" kern="0" baseline="-25000">
                <a:solidFill>
                  <a:schemeClr val="tx1"/>
                </a:solidFill>
                <a:latin typeface="Arial" pitchFamily="34" charset="0"/>
                <a:ea typeface="+mn-ea"/>
                <a:cs typeface="Arial" pitchFamily="34" charset="0"/>
              </a:rPr>
              <a:t>0</a:t>
            </a:r>
            <a:r>
              <a:rPr lang="en-US" sz="3200" b="0" kern="0">
                <a:latin typeface="Arial" pitchFamily="34" charset="0"/>
                <a:ea typeface="+mn-ea"/>
                <a:cs typeface="Arial" pitchFamily="34" charset="0"/>
              </a:rPr>
              <a:t> </a:t>
            </a:r>
            <a:r>
              <a:rPr lang="en-US" sz="3200" b="0" kern="0">
                <a:solidFill>
                  <a:srgbClr val="FF0000"/>
                </a:solidFill>
                <a:latin typeface="Arial" pitchFamily="34" charset="0"/>
                <a:ea typeface="+mn-ea"/>
                <a:cs typeface="Arial" pitchFamily="34" charset="0"/>
              </a:rPr>
              <a:t>precedes</a:t>
            </a:r>
            <a:r>
              <a:rPr lang="en-US" sz="3200" b="0" kern="0">
                <a:latin typeface="Arial" pitchFamily="34" charset="0"/>
                <a:ea typeface="+mn-ea"/>
                <a:cs typeface="Arial" pitchFamily="34" charset="0"/>
              </a:rPr>
              <a:t> interval </a:t>
            </a:r>
            <a:r>
              <a:rPr lang="en-US" sz="3200" b="0" kern="0">
                <a:solidFill>
                  <a:schemeClr val="tx1"/>
                </a:solidFill>
                <a:latin typeface="Arial" pitchFamily="34" charset="0"/>
                <a:ea typeface="+mn-ea"/>
                <a:cs typeface="Arial" pitchFamily="34" charset="0"/>
              </a:rPr>
              <a:t>B</a:t>
            </a:r>
            <a:r>
              <a:rPr lang="en-US" sz="3200" b="0" kern="0" baseline="-25000">
                <a:solidFill>
                  <a:schemeClr val="tx1"/>
                </a:solidFill>
                <a:latin typeface="Arial" pitchFamily="34" charset="0"/>
                <a:ea typeface="+mn-ea"/>
                <a:cs typeface="Arial" pitchFamily="34" charset="0"/>
              </a:rPr>
              <a:t>0</a:t>
            </a:r>
            <a:endParaRPr lang="en-US" sz="3200" b="0" kern="0" dirty="0">
              <a:solidFill>
                <a:schemeClr val="tx1"/>
              </a:solidFill>
              <a:latin typeface="Arial" pitchFamily="34" charset="0"/>
              <a:ea typeface="+mn-ea"/>
              <a:cs typeface="Arial" pitchFamily="34" charset="0"/>
            </a:endParaRPr>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55298"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AF125518-C459-CF47-B58A-3FAEA7804F3D}" type="slidenum">
              <a:rPr lang="ar-SA" sz="1400" b="0">
                <a:solidFill>
                  <a:schemeClr val="tx1"/>
                </a:solidFill>
                <a:latin typeface="Arial" charset="0"/>
                <a:cs typeface="Arial" charset="0"/>
              </a:rPr>
              <a:pPr/>
              <a:t>20</a:t>
            </a:fld>
            <a:endParaRPr lang="en-US" sz="1400" b="0">
              <a:solidFill>
                <a:schemeClr val="tx1"/>
              </a:solidFill>
              <a:latin typeface="Arial" charset="0"/>
              <a:cs typeface="Arial" charset="0"/>
            </a:endParaRPr>
          </a:p>
        </p:txBody>
      </p:sp>
      <p:pic>
        <p:nvPicPr>
          <p:cNvPr id="55299" name="Picture 17"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0" name="Rectangle 2"/>
          <p:cNvSpPr>
            <a:spLocks noGrp="1" noChangeArrowheads="1"/>
          </p:cNvSpPr>
          <p:nvPr>
            <p:ph type="title"/>
          </p:nvPr>
        </p:nvSpPr>
        <p:spPr/>
        <p:txBody>
          <a:bodyPr/>
          <a:lstStyle/>
          <a:p>
            <a:r>
              <a:rPr lang="en-US">
                <a:latin typeface="Arial" charset="0"/>
              </a:rPr>
              <a:t>Precedence</a:t>
            </a:r>
          </a:p>
        </p:txBody>
      </p:sp>
      <p:sp>
        <p:nvSpPr>
          <p:cNvPr id="55301" name="Line 3"/>
          <p:cNvSpPr>
            <a:spLocks noChangeShapeType="1"/>
          </p:cNvSpPr>
          <p:nvPr/>
        </p:nvSpPr>
        <p:spPr bwMode="auto">
          <a:xfrm>
            <a:off x="4330700" y="2063750"/>
            <a:ext cx="0" cy="862013"/>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55302" name="AutoShape 4"/>
          <p:cNvSpPr>
            <a:spLocks noChangeArrowheads="1"/>
          </p:cNvSpPr>
          <p:nvPr/>
        </p:nvSpPr>
        <p:spPr bwMode="auto">
          <a:xfrm>
            <a:off x="2476500" y="2617788"/>
            <a:ext cx="4038600" cy="430212"/>
          </a:xfrm>
          <a:prstGeom prst="rightArrow">
            <a:avLst>
              <a:gd name="adj1" fmla="val 50000"/>
              <a:gd name="adj2" fmla="val 234687"/>
            </a:avLst>
          </a:prstGeom>
          <a:solidFill>
            <a:srgbClr val="3399FF"/>
          </a:solidFill>
          <a:ln w="38100">
            <a:solidFill>
              <a:srgbClr val="3399FF"/>
            </a:solidFill>
            <a:miter lim="800000"/>
            <a:headEnd/>
            <a:tailEnd/>
          </a:ln>
        </p:spPr>
        <p:txBody>
          <a:bodyPr wrap="none" anchor="ctr"/>
          <a:lstStyle/>
          <a:p>
            <a:pPr algn="r" eaLnBrk="0" hangingPunct="0"/>
            <a:endParaRPr lang="en-US" sz="2800" b="0" u="sng">
              <a:solidFill>
                <a:schemeClr val="bg1"/>
              </a:solidFill>
              <a:latin typeface="Arial" charset="0"/>
            </a:endParaRPr>
          </a:p>
        </p:txBody>
      </p:sp>
      <p:sp>
        <p:nvSpPr>
          <p:cNvPr id="55303" name="Line 5"/>
          <p:cNvSpPr>
            <a:spLocks noChangeShapeType="1"/>
          </p:cNvSpPr>
          <p:nvPr/>
        </p:nvSpPr>
        <p:spPr bwMode="auto">
          <a:xfrm>
            <a:off x="3465513" y="2401888"/>
            <a:ext cx="0" cy="338137"/>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55304" name="Line 6"/>
          <p:cNvSpPr>
            <a:spLocks noChangeShapeType="1"/>
          </p:cNvSpPr>
          <p:nvPr/>
        </p:nvSpPr>
        <p:spPr bwMode="auto">
          <a:xfrm>
            <a:off x="4137025" y="2401888"/>
            <a:ext cx="0" cy="338137"/>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55305" name="AutoShape 7"/>
          <p:cNvSpPr>
            <a:spLocks noChangeArrowheads="1"/>
          </p:cNvSpPr>
          <p:nvPr/>
        </p:nvSpPr>
        <p:spPr bwMode="auto">
          <a:xfrm rot="10800000">
            <a:off x="3465513" y="2187575"/>
            <a:ext cx="658812" cy="398463"/>
          </a:xfrm>
          <a:prstGeom prst="leftRightArrow">
            <a:avLst>
              <a:gd name="adj1" fmla="val 50000"/>
              <a:gd name="adj2" fmla="val 33068"/>
            </a:avLst>
          </a:prstGeom>
          <a:solidFill>
            <a:srgbClr val="FFFF00"/>
          </a:solidFill>
          <a:ln w="38100">
            <a:solidFill>
              <a:schemeClr val="tx1"/>
            </a:solidFill>
            <a:miter lim="800000"/>
            <a:headEnd/>
            <a:tailEnd/>
          </a:ln>
        </p:spPr>
        <p:txBody>
          <a:bodyPr wrap="none" anchor="ctr"/>
          <a:lstStyle/>
          <a:p>
            <a:pPr eaLnBrk="0" hangingPunct="0"/>
            <a:endParaRPr lang="en-US">
              <a:latin typeface="Arial" charset="0"/>
            </a:endParaRPr>
          </a:p>
        </p:txBody>
      </p:sp>
      <p:sp>
        <p:nvSpPr>
          <p:cNvPr id="55306" name="Line 8"/>
          <p:cNvSpPr>
            <a:spLocks noChangeShapeType="1"/>
          </p:cNvSpPr>
          <p:nvPr/>
        </p:nvSpPr>
        <p:spPr bwMode="auto">
          <a:xfrm>
            <a:off x="3465513" y="2740025"/>
            <a:ext cx="0" cy="185738"/>
          </a:xfrm>
          <a:prstGeom prst="line">
            <a:avLst/>
          </a:prstGeom>
          <a:noFill/>
          <a:ln w="3810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55307" name="Line 9"/>
          <p:cNvSpPr>
            <a:spLocks noChangeShapeType="1"/>
          </p:cNvSpPr>
          <p:nvPr/>
        </p:nvSpPr>
        <p:spPr bwMode="auto">
          <a:xfrm>
            <a:off x="4124325" y="2740025"/>
            <a:ext cx="0" cy="185738"/>
          </a:xfrm>
          <a:prstGeom prst="line">
            <a:avLst/>
          </a:prstGeom>
          <a:noFill/>
          <a:ln w="3810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55308" name="AutoShape 10"/>
          <p:cNvSpPr>
            <a:spLocks noChangeArrowheads="1"/>
          </p:cNvSpPr>
          <p:nvPr/>
        </p:nvSpPr>
        <p:spPr bwMode="auto">
          <a:xfrm rot="10800000">
            <a:off x="4330700" y="1879600"/>
            <a:ext cx="660400" cy="400050"/>
          </a:xfrm>
          <a:prstGeom prst="leftRightArrow">
            <a:avLst>
              <a:gd name="adj1" fmla="val 50000"/>
              <a:gd name="adj2" fmla="val 33016"/>
            </a:avLst>
          </a:prstGeom>
          <a:solidFill>
            <a:srgbClr val="008000"/>
          </a:solidFill>
          <a:ln w="38100">
            <a:solidFill>
              <a:schemeClr val="tx1"/>
            </a:solidFill>
            <a:miter lim="800000"/>
            <a:headEnd/>
            <a:tailEnd/>
          </a:ln>
        </p:spPr>
        <p:txBody>
          <a:bodyPr wrap="none" anchor="ctr"/>
          <a:lstStyle/>
          <a:p>
            <a:pPr eaLnBrk="0" hangingPunct="0"/>
            <a:endParaRPr lang="en-US">
              <a:latin typeface="Arial" charset="0"/>
            </a:endParaRPr>
          </a:p>
        </p:txBody>
      </p:sp>
      <p:sp>
        <p:nvSpPr>
          <p:cNvPr id="55309" name="Line 11"/>
          <p:cNvSpPr>
            <a:spLocks noChangeShapeType="1"/>
          </p:cNvSpPr>
          <p:nvPr/>
        </p:nvSpPr>
        <p:spPr bwMode="auto">
          <a:xfrm>
            <a:off x="4330700" y="2740025"/>
            <a:ext cx="0" cy="185738"/>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55310" name="Line 12"/>
          <p:cNvSpPr>
            <a:spLocks noChangeShapeType="1"/>
          </p:cNvSpPr>
          <p:nvPr/>
        </p:nvSpPr>
        <p:spPr bwMode="auto">
          <a:xfrm>
            <a:off x="4991100" y="2063750"/>
            <a:ext cx="0" cy="862013"/>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55311" name="Line 13"/>
          <p:cNvSpPr>
            <a:spLocks noChangeShapeType="1"/>
          </p:cNvSpPr>
          <p:nvPr/>
        </p:nvSpPr>
        <p:spPr bwMode="auto">
          <a:xfrm>
            <a:off x="4991100" y="2740025"/>
            <a:ext cx="0" cy="185738"/>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55312" name="Rectangle 14"/>
          <p:cNvSpPr>
            <a:spLocks noGrp="1" noChangeArrowheads="1"/>
          </p:cNvSpPr>
          <p:nvPr>
            <p:ph type="body" idx="1"/>
          </p:nvPr>
        </p:nvSpPr>
        <p:spPr>
          <a:xfrm>
            <a:off x="685800" y="3276600"/>
            <a:ext cx="7772400" cy="2819400"/>
          </a:xfrm>
        </p:spPr>
        <p:txBody>
          <a:bodyPr/>
          <a:lstStyle/>
          <a:p>
            <a:r>
              <a:rPr lang="en-US">
                <a:latin typeface="Arial" charset="0"/>
              </a:rPr>
              <a:t>Notation: </a:t>
            </a:r>
            <a:r>
              <a:rPr lang="en-US">
                <a:solidFill>
                  <a:schemeClr val="tx1"/>
                </a:solidFill>
                <a:latin typeface="Arial" charset="0"/>
              </a:rPr>
              <a:t>A</a:t>
            </a:r>
            <a:r>
              <a:rPr lang="en-US" baseline="-25000">
                <a:solidFill>
                  <a:schemeClr val="tx1"/>
                </a:solidFill>
                <a:latin typeface="Arial" charset="0"/>
              </a:rPr>
              <a:t>0 </a:t>
            </a:r>
            <a:r>
              <a:rPr lang="en-US" sz="2400">
                <a:solidFill>
                  <a:schemeClr val="tx1"/>
                </a:solidFill>
                <a:latin typeface="Arial" charset="0"/>
                <a:sym typeface="Wingdings" charset="0"/>
              </a:rPr>
              <a:t></a:t>
            </a:r>
            <a:r>
              <a:rPr lang="en-US">
                <a:solidFill>
                  <a:schemeClr val="tx1"/>
                </a:solidFill>
                <a:latin typeface="Arial" charset="0"/>
              </a:rPr>
              <a:t> B</a:t>
            </a:r>
            <a:r>
              <a:rPr lang="en-US" baseline="-25000">
                <a:solidFill>
                  <a:schemeClr val="tx1"/>
                </a:solidFill>
                <a:latin typeface="Arial" charset="0"/>
              </a:rPr>
              <a:t>0</a:t>
            </a:r>
            <a:endParaRPr lang="en-US">
              <a:solidFill>
                <a:schemeClr val="tx1"/>
              </a:solidFill>
              <a:latin typeface="Arial" charset="0"/>
            </a:endParaRPr>
          </a:p>
          <a:p>
            <a:r>
              <a:rPr lang="en-US">
                <a:latin typeface="Arial" charset="0"/>
              </a:rPr>
              <a:t>Formally,</a:t>
            </a:r>
          </a:p>
          <a:p>
            <a:pPr lvl="1"/>
            <a:r>
              <a:rPr lang="en-US">
                <a:latin typeface="Arial" charset="0"/>
                <a:cs typeface="Arial" charset="0"/>
              </a:rPr>
              <a:t>End event of </a:t>
            </a:r>
            <a:r>
              <a:rPr lang="en-US">
                <a:solidFill>
                  <a:schemeClr val="tx1"/>
                </a:solidFill>
                <a:latin typeface="Arial" charset="0"/>
                <a:cs typeface="Arial" charset="0"/>
              </a:rPr>
              <a:t>A</a:t>
            </a:r>
            <a:r>
              <a:rPr lang="en-US" baseline="-25000">
                <a:solidFill>
                  <a:schemeClr val="tx1"/>
                </a:solidFill>
                <a:latin typeface="Arial" charset="0"/>
                <a:cs typeface="Arial" charset="0"/>
              </a:rPr>
              <a:t>0</a:t>
            </a:r>
            <a:r>
              <a:rPr lang="en-US">
                <a:latin typeface="Arial" charset="0"/>
                <a:cs typeface="Arial" charset="0"/>
              </a:rPr>
              <a:t> before start event of </a:t>
            </a:r>
            <a:r>
              <a:rPr lang="en-US">
                <a:solidFill>
                  <a:schemeClr val="tx1"/>
                </a:solidFill>
                <a:latin typeface="Arial" charset="0"/>
                <a:cs typeface="Arial" charset="0"/>
              </a:rPr>
              <a:t>B</a:t>
            </a:r>
            <a:r>
              <a:rPr lang="en-US" baseline="-25000">
                <a:solidFill>
                  <a:schemeClr val="tx1"/>
                </a:solidFill>
                <a:latin typeface="Arial" charset="0"/>
                <a:cs typeface="Arial" charset="0"/>
              </a:rPr>
              <a:t>0</a:t>
            </a:r>
          </a:p>
          <a:p>
            <a:pPr lvl="1"/>
            <a:r>
              <a:rPr lang="en-US">
                <a:latin typeface="Arial" charset="0"/>
                <a:cs typeface="Arial" charset="0"/>
              </a:rPr>
              <a:t>Also called </a:t>
            </a:r>
            <a:r>
              <a:rPr lang="ja-JP" altLang="en-US">
                <a:latin typeface="Arial" charset="0"/>
                <a:cs typeface="Arial" charset="0"/>
              </a:rPr>
              <a:t>“</a:t>
            </a:r>
            <a:r>
              <a:rPr lang="en-US" altLang="ja-JP">
                <a:solidFill>
                  <a:schemeClr val="tx1"/>
                </a:solidFill>
                <a:latin typeface="Arial" charset="0"/>
                <a:cs typeface="Arial" charset="0"/>
              </a:rPr>
              <a:t>happens before</a:t>
            </a:r>
            <a:r>
              <a:rPr lang="ja-JP" altLang="en-US">
                <a:latin typeface="Arial" charset="0"/>
                <a:cs typeface="Arial" charset="0"/>
              </a:rPr>
              <a:t>”</a:t>
            </a:r>
            <a:r>
              <a:rPr lang="en-US" altLang="ja-JP">
                <a:latin typeface="Arial" charset="0"/>
                <a:cs typeface="Arial" charset="0"/>
              </a:rPr>
              <a:t> or </a:t>
            </a:r>
            <a:r>
              <a:rPr lang="ja-JP" altLang="en-US">
                <a:latin typeface="Arial" charset="0"/>
                <a:cs typeface="Arial" charset="0"/>
              </a:rPr>
              <a:t>“</a:t>
            </a:r>
            <a:r>
              <a:rPr lang="en-US" altLang="ja-JP">
                <a:solidFill>
                  <a:schemeClr val="tx1"/>
                </a:solidFill>
                <a:latin typeface="Arial" charset="0"/>
                <a:cs typeface="Arial" charset="0"/>
              </a:rPr>
              <a:t>precedes</a:t>
            </a:r>
            <a:r>
              <a:rPr lang="ja-JP" altLang="en-US">
                <a:latin typeface="Arial" charset="0"/>
                <a:cs typeface="Arial" charset="0"/>
              </a:rPr>
              <a:t>”</a:t>
            </a:r>
            <a:r>
              <a:rPr lang="en-US" altLang="ja-JP">
                <a:latin typeface="Arial" charset="0"/>
                <a:cs typeface="Arial" charset="0"/>
              </a:rPr>
              <a:t> </a:t>
            </a:r>
            <a:endParaRPr lang="en-US">
              <a:latin typeface="Arial" charset="0"/>
              <a:cs typeface="Arial" charset="0"/>
            </a:endParaRPr>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57346"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8E19499C-9457-404C-95C0-863E3649DA92}" type="slidenum">
              <a:rPr lang="ar-SA" sz="1400" b="0">
                <a:solidFill>
                  <a:schemeClr val="tx1"/>
                </a:solidFill>
                <a:latin typeface="Arial" charset="0"/>
                <a:cs typeface="Arial" charset="0"/>
              </a:rPr>
              <a:pPr/>
              <a:t>21</a:t>
            </a:fld>
            <a:endParaRPr lang="en-US" sz="1400" b="0">
              <a:solidFill>
                <a:schemeClr val="tx1"/>
              </a:solidFill>
              <a:latin typeface="Arial" charset="0"/>
              <a:cs typeface="Arial" charset="0"/>
            </a:endParaRPr>
          </a:p>
        </p:txBody>
      </p:sp>
      <p:pic>
        <p:nvPicPr>
          <p:cNvPr id="57347" name="Picture 18"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48" name="Rectangle 2"/>
          <p:cNvSpPr>
            <a:spLocks noGrp="1" noChangeArrowheads="1"/>
          </p:cNvSpPr>
          <p:nvPr>
            <p:ph type="title"/>
          </p:nvPr>
        </p:nvSpPr>
        <p:spPr/>
        <p:txBody>
          <a:bodyPr/>
          <a:lstStyle/>
          <a:p>
            <a:r>
              <a:rPr lang="en-US">
                <a:latin typeface="Arial" charset="0"/>
              </a:rPr>
              <a:t>Precedence Ordering</a:t>
            </a:r>
          </a:p>
        </p:txBody>
      </p:sp>
      <p:sp>
        <p:nvSpPr>
          <p:cNvPr id="57349" name="Line 4"/>
          <p:cNvSpPr>
            <a:spLocks noChangeShapeType="1"/>
          </p:cNvSpPr>
          <p:nvPr/>
        </p:nvSpPr>
        <p:spPr bwMode="auto">
          <a:xfrm>
            <a:off x="4330700" y="2063750"/>
            <a:ext cx="0" cy="862013"/>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57350" name="AutoShape 5"/>
          <p:cNvSpPr>
            <a:spLocks noChangeArrowheads="1"/>
          </p:cNvSpPr>
          <p:nvPr/>
        </p:nvSpPr>
        <p:spPr bwMode="auto">
          <a:xfrm>
            <a:off x="2476500" y="2617788"/>
            <a:ext cx="4038600" cy="430212"/>
          </a:xfrm>
          <a:prstGeom prst="rightArrow">
            <a:avLst>
              <a:gd name="adj1" fmla="val 50000"/>
              <a:gd name="adj2" fmla="val 234687"/>
            </a:avLst>
          </a:prstGeom>
          <a:solidFill>
            <a:srgbClr val="3399FF"/>
          </a:solidFill>
          <a:ln w="38100">
            <a:solidFill>
              <a:srgbClr val="3399FF"/>
            </a:solidFill>
            <a:miter lim="800000"/>
            <a:headEnd/>
            <a:tailEnd/>
          </a:ln>
        </p:spPr>
        <p:txBody>
          <a:bodyPr wrap="none" anchor="ctr"/>
          <a:lstStyle/>
          <a:p>
            <a:pPr algn="r" eaLnBrk="0" hangingPunct="0"/>
            <a:endParaRPr lang="en-US" sz="2800" b="0" u="sng">
              <a:solidFill>
                <a:schemeClr val="bg1"/>
              </a:solidFill>
              <a:latin typeface="Arial" charset="0"/>
            </a:endParaRPr>
          </a:p>
        </p:txBody>
      </p:sp>
      <p:sp>
        <p:nvSpPr>
          <p:cNvPr id="57351" name="Line 6"/>
          <p:cNvSpPr>
            <a:spLocks noChangeShapeType="1"/>
          </p:cNvSpPr>
          <p:nvPr/>
        </p:nvSpPr>
        <p:spPr bwMode="auto">
          <a:xfrm>
            <a:off x="3465513" y="2401888"/>
            <a:ext cx="0" cy="338137"/>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57352" name="Line 7"/>
          <p:cNvSpPr>
            <a:spLocks noChangeShapeType="1"/>
          </p:cNvSpPr>
          <p:nvPr/>
        </p:nvSpPr>
        <p:spPr bwMode="auto">
          <a:xfrm>
            <a:off x="4137025" y="2401888"/>
            <a:ext cx="0" cy="338137"/>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57353" name="AutoShape 8"/>
          <p:cNvSpPr>
            <a:spLocks noChangeArrowheads="1"/>
          </p:cNvSpPr>
          <p:nvPr/>
        </p:nvSpPr>
        <p:spPr bwMode="auto">
          <a:xfrm rot="10800000">
            <a:off x="3465513" y="2187575"/>
            <a:ext cx="658812" cy="398463"/>
          </a:xfrm>
          <a:prstGeom prst="leftRightArrow">
            <a:avLst>
              <a:gd name="adj1" fmla="val 50000"/>
              <a:gd name="adj2" fmla="val 33068"/>
            </a:avLst>
          </a:prstGeom>
          <a:solidFill>
            <a:srgbClr val="FFFF00"/>
          </a:solidFill>
          <a:ln w="38100">
            <a:solidFill>
              <a:schemeClr val="tx1"/>
            </a:solidFill>
            <a:miter lim="800000"/>
            <a:headEnd/>
            <a:tailEnd/>
          </a:ln>
        </p:spPr>
        <p:txBody>
          <a:bodyPr wrap="none" anchor="ctr"/>
          <a:lstStyle/>
          <a:p>
            <a:pPr eaLnBrk="0" hangingPunct="0"/>
            <a:endParaRPr lang="en-US">
              <a:latin typeface="Arial" charset="0"/>
            </a:endParaRPr>
          </a:p>
        </p:txBody>
      </p:sp>
      <p:sp>
        <p:nvSpPr>
          <p:cNvPr id="57354" name="Line 9"/>
          <p:cNvSpPr>
            <a:spLocks noChangeShapeType="1"/>
          </p:cNvSpPr>
          <p:nvPr/>
        </p:nvSpPr>
        <p:spPr bwMode="auto">
          <a:xfrm>
            <a:off x="3465513" y="2740025"/>
            <a:ext cx="0" cy="185738"/>
          </a:xfrm>
          <a:prstGeom prst="line">
            <a:avLst/>
          </a:prstGeom>
          <a:noFill/>
          <a:ln w="3810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57355" name="Line 10"/>
          <p:cNvSpPr>
            <a:spLocks noChangeShapeType="1"/>
          </p:cNvSpPr>
          <p:nvPr/>
        </p:nvSpPr>
        <p:spPr bwMode="auto">
          <a:xfrm>
            <a:off x="4124325" y="2740025"/>
            <a:ext cx="0" cy="185738"/>
          </a:xfrm>
          <a:prstGeom prst="line">
            <a:avLst/>
          </a:prstGeom>
          <a:noFill/>
          <a:ln w="3810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57356" name="AutoShape 11"/>
          <p:cNvSpPr>
            <a:spLocks noChangeArrowheads="1"/>
          </p:cNvSpPr>
          <p:nvPr/>
        </p:nvSpPr>
        <p:spPr bwMode="auto">
          <a:xfrm rot="10800000">
            <a:off x="4330700" y="1879600"/>
            <a:ext cx="660400" cy="400050"/>
          </a:xfrm>
          <a:prstGeom prst="leftRightArrow">
            <a:avLst>
              <a:gd name="adj1" fmla="val 50000"/>
              <a:gd name="adj2" fmla="val 33016"/>
            </a:avLst>
          </a:prstGeom>
          <a:solidFill>
            <a:srgbClr val="008000"/>
          </a:solidFill>
          <a:ln w="38100">
            <a:solidFill>
              <a:schemeClr val="tx1"/>
            </a:solidFill>
            <a:miter lim="800000"/>
            <a:headEnd/>
            <a:tailEnd/>
          </a:ln>
        </p:spPr>
        <p:txBody>
          <a:bodyPr wrap="none" anchor="ctr"/>
          <a:lstStyle/>
          <a:p>
            <a:pPr eaLnBrk="0" hangingPunct="0"/>
            <a:endParaRPr lang="en-US">
              <a:latin typeface="Arial" charset="0"/>
            </a:endParaRPr>
          </a:p>
        </p:txBody>
      </p:sp>
      <p:sp>
        <p:nvSpPr>
          <p:cNvPr id="57357" name="Line 12"/>
          <p:cNvSpPr>
            <a:spLocks noChangeShapeType="1"/>
          </p:cNvSpPr>
          <p:nvPr/>
        </p:nvSpPr>
        <p:spPr bwMode="auto">
          <a:xfrm>
            <a:off x="4330700" y="2740025"/>
            <a:ext cx="0" cy="185738"/>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57358" name="Line 13"/>
          <p:cNvSpPr>
            <a:spLocks noChangeShapeType="1"/>
          </p:cNvSpPr>
          <p:nvPr/>
        </p:nvSpPr>
        <p:spPr bwMode="auto">
          <a:xfrm>
            <a:off x="4991100" y="2063750"/>
            <a:ext cx="0" cy="862013"/>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57359" name="Line 14"/>
          <p:cNvSpPr>
            <a:spLocks noChangeShapeType="1"/>
          </p:cNvSpPr>
          <p:nvPr/>
        </p:nvSpPr>
        <p:spPr bwMode="auto">
          <a:xfrm>
            <a:off x="4991100" y="2740025"/>
            <a:ext cx="0" cy="185738"/>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57360" name="Rectangle 15"/>
          <p:cNvSpPr>
            <a:spLocks noGrp="1" noChangeArrowheads="1"/>
          </p:cNvSpPr>
          <p:nvPr>
            <p:ph type="body" idx="1"/>
          </p:nvPr>
        </p:nvSpPr>
        <p:spPr>
          <a:xfrm>
            <a:off x="685800" y="3276600"/>
            <a:ext cx="7772400" cy="2819400"/>
          </a:xfrm>
        </p:spPr>
        <p:txBody>
          <a:bodyPr/>
          <a:lstStyle/>
          <a:p>
            <a:r>
              <a:rPr lang="en-US">
                <a:latin typeface="Arial" charset="0"/>
              </a:rPr>
              <a:t>Remark: </a:t>
            </a:r>
            <a:r>
              <a:rPr lang="en-US">
                <a:solidFill>
                  <a:schemeClr val="tx1"/>
                </a:solidFill>
                <a:latin typeface="Arial" charset="0"/>
              </a:rPr>
              <a:t>A</a:t>
            </a:r>
            <a:r>
              <a:rPr lang="en-US" baseline="-25000">
                <a:solidFill>
                  <a:schemeClr val="tx1"/>
                </a:solidFill>
                <a:latin typeface="Arial" charset="0"/>
              </a:rPr>
              <a:t>0 </a:t>
            </a:r>
            <a:r>
              <a:rPr lang="en-US" sz="2400">
                <a:solidFill>
                  <a:schemeClr val="tx1"/>
                </a:solidFill>
                <a:latin typeface="Arial" charset="0"/>
                <a:sym typeface="Wingdings" charset="0"/>
              </a:rPr>
              <a:t></a:t>
            </a:r>
            <a:r>
              <a:rPr lang="en-US">
                <a:solidFill>
                  <a:schemeClr val="tx1"/>
                </a:solidFill>
                <a:latin typeface="Arial" charset="0"/>
              </a:rPr>
              <a:t> B</a:t>
            </a:r>
            <a:r>
              <a:rPr lang="en-US" baseline="-25000">
                <a:solidFill>
                  <a:schemeClr val="tx1"/>
                </a:solidFill>
                <a:latin typeface="Arial" charset="0"/>
              </a:rPr>
              <a:t>0 </a:t>
            </a:r>
            <a:r>
              <a:rPr lang="en-US">
                <a:latin typeface="Arial" charset="0"/>
              </a:rPr>
              <a:t>is just like saying </a:t>
            </a:r>
            <a:endParaRPr lang="en-US" baseline="-25000">
              <a:solidFill>
                <a:schemeClr val="tx1"/>
              </a:solidFill>
              <a:latin typeface="Arial" charset="0"/>
            </a:endParaRPr>
          </a:p>
          <a:p>
            <a:pPr lvl="1"/>
            <a:r>
              <a:rPr lang="en-US">
                <a:solidFill>
                  <a:schemeClr val="tx1"/>
                </a:solidFill>
                <a:latin typeface="Arial" charset="0"/>
                <a:cs typeface="Arial" charset="0"/>
              </a:rPr>
              <a:t>1066 AD </a:t>
            </a:r>
            <a:r>
              <a:rPr lang="en-US" sz="2000">
                <a:solidFill>
                  <a:schemeClr val="tx1"/>
                </a:solidFill>
                <a:latin typeface="Arial" charset="0"/>
                <a:cs typeface="Arial" charset="0"/>
                <a:sym typeface="Wingdings" charset="0"/>
              </a:rPr>
              <a:t> </a:t>
            </a:r>
            <a:r>
              <a:rPr lang="en-US">
                <a:solidFill>
                  <a:schemeClr val="tx1"/>
                </a:solidFill>
                <a:latin typeface="Arial" charset="0"/>
                <a:cs typeface="Arial" charset="0"/>
              </a:rPr>
              <a:t>1492 AD</a:t>
            </a:r>
            <a:r>
              <a:rPr lang="en-US">
                <a:latin typeface="Arial" charset="0"/>
                <a:cs typeface="Arial" charset="0"/>
              </a:rPr>
              <a:t>, </a:t>
            </a:r>
          </a:p>
          <a:p>
            <a:pPr lvl="1"/>
            <a:r>
              <a:rPr lang="en-US">
                <a:solidFill>
                  <a:schemeClr val="tx1"/>
                </a:solidFill>
                <a:latin typeface="Arial" charset="0"/>
                <a:cs typeface="Arial" charset="0"/>
              </a:rPr>
              <a:t>Middle Ages </a:t>
            </a:r>
            <a:r>
              <a:rPr lang="en-US" sz="2000">
                <a:solidFill>
                  <a:schemeClr val="tx1"/>
                </a:solidFill>
                <a:latin typeface="Arial" charset="0"/>
                <a:cs typeface="Arial" charset="0"/>
                <a:sym typeface="Wingdings" charset="0"/>
              </a:rPr>
              <a:t> </a:t>
            </a:r>
            <a:r>
              <a:rPr lang="en-US">
                <a:solidFill>
                  <a:schemeClr val="tx1"/>
                </a:solidFill>
                <a:latin typeface="Arial" charset="0"/>
                <a:cs typeface="Arial" charset="0"/>
              </a:rPr>
              <a:t>Renaissance</a:t>
            </a:r>
            <a:r>
              <a:rPr lang="en-US">
                <a:latin typeface="Arial" charset="0"/>
                <a:cs typeface="Arial" charset="0"/>
              </a:rPr>
              <a:t>,</a:t>
            </a:r>
          </a:p>
          <a:p>
            <a:r>
              <a:rPr lang="en-US">
                <a:latin typeface="Arial" charset="0"/>
              </a:rPr>
              <a:t>Oh wait, </a:t>
            </a:r>
          </a:p>
          <a:p>
            <a:pPr lvl="1"/>
            <a:r>
              <a:rPr lang="en-US">
                <a:latin typeface="Arial" charset="0"/>
                <a:cs typeface="Arial" charset="0"/>
              </a:rPr>
              <a:t>what about </a:t>
            </a:r>
            <a:r>
              <a:rPr lang="en-US">
                <a:solidFill>
                  <a:schemeClr val="tx1"/>
                </a:solidFill>
                <a:latin typeface="Arial" charset="0"/>
                <a:cs typeface="Arial" charset="0"/>
              </a:rPr>
              <a:t>this week</a:t>
            </a:r>
            <a:r>
              <a:rPr lang="en-US">
                <a:latin typeface="Arial" charset="0"/>
                <a:cs typeface="Arial" charset="0"/>
              </a:rPr>
              <a:t> vs </a:t>
            </a:r>
            <a:r>
              <a:rPr lang="en-US">
                <a:solidFill>
                  <a:schemeClr val="tx1"/>
                </a:solidFill>
                <a:latin typeface="Arial" charset="0"/>
                <a:cs typeface="Arial" charset="0"/>
              </a:rPr>
              <a:t>this month</a:t>
            </a:r>
            <a:r>
              <a:rPr lang="en-US">
                <a:latin typeface="Arial" charset="0"/>
                <a:cs typeface="Arial" charset="0"/>
              </a:rPr>
              <a:t>?</a:t>
            </a:r>
          </a:p>
          <a:p>
            <a:pPr lvl="1"/>
            <a:endParaRPr lang="en-US">
              <a:latin typeface="Arial" charset="0"/>
              <a:cs typeface="Arial" charset="0"/>
            </a:endParaRPr>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59394"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97BDD73D-9257-4E48-90CF-3D54ACC47857}" type="slidenum">
              <a:rPr lang="ar-SA" sz="1400" b="0">
                <a:solidFill>
                  <a:schemeClr val="tx1"/>
                </a:solidFill>
                <a:latin typeface="Arial" charset="0"/>
                <a:cs typeface="Arial" charset="0"/>
              </a:rPr>
              <a:pPr/>
              <a:t>22</a:t>
            </a:fld>
            <a:endParaRPr lang="en-US" sz="1400" b="0">
              <a:solidFill>
                <a:schemeClr val="tx1"/>
              </a:solidFill>
              <a:latin typeface="Arial" charset="0"/>
              <a:cs typeface="Arial" charset="0"/>
            </a:endParaRPr>
          </a:p>
        </p:txBody>
      </p:sp>
      <p:pic>
        <p:nvPicPr>
          <p:cNvPr id="59395" name="Picture 15"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396" name="Rectangle 2"/>
          <p:cNvSpPr>
            <a:spLocks noGrp="1" noChangeArrowheads="1"/>
          </p:cNvSpPr>
          <p:nvPr>
            <p:ph type="title"/>
          </p:nvPr>
        </p:nvSpPr>
        <p:spPr/>
        <p:txBody>
          <a:bodyPr/>
          <a:lstStyle/>
          <a:p>
            <a:r>
              <a:rPr lang="en-US">
                <a:latin typeface="Arial" charset="0"/>
              </a:rPr>
              <a:t>Precedence Ordering</a:t>
            </a:r>
          </a:p>
        </p:txBody>
      </p:sp>
      <p:sp>
        <p:nvSpPr>
          <p:cNvPr id="59397" name="Line 3"/>
          <p:cNvSpPr>
            <a:spLocks noChangeShapeType="1"/>
          </p:cNvSpPr>
          <p:nvPr/>
        </p:nvSpPr>
        <p:spPr bwMode="auto">
          <a:xfrm>
            <a:off x="4076700" y="1809750"/>
            <a:ext cx="0" cy="862013"/>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59398" name="AutoShape 4"/>
          <p:cNvSpPr>
            <a:spLocks noChangeArrowheads="1"/>
          </p:cNvSpPr>
          <p:nvPr/>
        </p:nvSpPr>
        <p:spPr bwMode="auto">
          <a:xfrm>
            <a:off x="2476500" y="2363788"/>
            <a:ext cx="4038600" cy="430212"/>
          </a:xfrm>
          <a:prstGeom prst="rightArrow">
            <a:avLst>
              <a:gd name="adj1" fmla="val 50000"/>
              <a:gd name="adj2" fmla="val 234687"/>
            </a:avLst>
          </a:prstGeom>
          <a:solidFill>
            <a:srgbClr val="3399FF"/>
          </a:solidFill>
          <a:ln w="38100">
            <a:solidFill>
              <a:srgbClr val="3399FF"/>
            </a:solidFill>
            <a:miter lim="800000"/>
            <a:headEnd/>
            <a:tailEnd/>
          </a:ln>
        </p:spPr>
        <p:txBody>
          <a:bodyPr wrap="none" anchor="ctr"/>
          <a:lstStyle/>
          <a:p>
            <a:pPr algn="r" eaLnBrk="0" hangingPunct="0"/>
            <a:endParaRPr lang="en-US" sz="2800" b="0" u="sng">
              <a:solidFill>
                <a:schemeClr val="bg1"/>
              </a:solidFill>
              <a:latin typeface="Arial" charset="0"/>
            </a:endParaRPr>
          </a:p>
        </p:txBody>
      </p:sp>
      <p:sp>
        <p:nvSpPr>
          <p:cNvPr id="59399" name="Line 5"/>
          <p:cNvSpPr>
            <a:spLocks noChangeShapeType="1"/>
          </p:cNvSpPr>
          <p:nvPr/>
        </p:nvSpPr>
        <p:spPr bwMode="auto">
          <a:xfrm>
            <a:off x="3783013" y="2147888"/>
            <a:ext cx="0" cy="338137"/>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59400" name="Line 6"/>
          <p:cNvSpPr>
            <a:spLocks noChangeShapeType="1"/>
          </p:cNvSpPr>
          <p:nvPr/>
        </p:nvSpPr>
        <p:spPr bwMode="auto">
          <a:xfrm>
            <a:off x="4438650" y="2147888"/>
            <a:ext cx="0" cy="338137"/>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59401" name="AutoShape 7"/>
          <p:cNvSpPr>
            <a:spLocks noChangeArrowheads="1"/>
          </p:cNvSpPr>
          <p:nvPr/>
        </p:nvSpPr>
        <p:spPr bwMode="auto">
          <a:xfrm rot="10800000">
            <a:off x="3783013" y="1933575"/>
            <a:ext cx="658812" cy="398463"/>
          </a:xfrm>
          <a:prstGeom prst="leftRightArrow">
            <a:avLst>
              <a:gd name="adj1" fmla="val 50000"/>
              <a:gd name="adj2" fmla="val 33068"/>
            </a:avLst>
          </a:prstGeom>
          <a:solidFill>
            <a:srgbClr val="FFFF00"/>
          </a:solidFill>
          <a:ln w="38100">
            <a:solidFill>
              <a:schemeClr val="tx1"/>
            </a:solidFill>
            <a:miter lim="800000"/>
            <a:headEnd/>
            <a:tailEnd/>
          </a:ln>
        </p:spPr>
        <p:txBody>
          <a:bodyPr wrap="none" anchor="ctr"/>
          <a:lstStyle/>
          <a:p>
            <a:pPr eaLnBrk="0" hangingPunct="0"/>
            <a:endParaRPr lang="en-US">
              <a:latin typeface="Arial" charset="0"/>
            </a:endParaRPr>
          </a:p>
        </p:txBody>
      </p:sp>
      <p:sp>
        <p:nvSpPr>
          <p:cNvPr id="59402" name="Line 8"/>
          <p:cNvSpPr>
            <a:spLocks noChangeShapeType="1"/>
          </p:cNvSpPr>
          <p:nvPr/>
        </p:nvSpPr>
        <p:spPr bwMode="auto">
          <a:xfrm>
            <a:off x="3783013" y="2486025"/>
            <a:ext cx="0" cy="185738"/>
          </a:xfrm>
          <a:prstGeom prst="line">
            <a:avLst/>
          </a:prstGeom>
          <a:noFill/>
          <a:ln w="3810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59403" name="Line 9"/>
          <p:cNvSpPr>
            <a:spLocks noChangeShapeType="1"/>
          </p:cNvSpPr>
          <p:nvPr/>
        </p:nvSpPr>
        <p:spPr bwMode="auto">
          <a:xfrm>
            <a:off x="4425950" y="2486025"/>
            <a:ext cx="0" cy="185738"/>
          </a:xfrm>
          <a:prstGeom prst="line">
            <a:avLst/>
          </a:prstGeom>
          <a:noFill/>
          <a:ln w="3810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59404" name="AutoShape 10"/>
          <p:cNvSpPr>
            <a:spLocks noChangeArrowheads="1"/>
          </p:cNvSpPr>
          <p:nvPr/>
        </p:nvSpPr>
        <p:spPr bwMode="auto">
          <a:xfrm rot="10800000">
            <a:off x="4076700" y="1625600"/>
            <a:ext cx="660400" cy="400050"/>
          </a:xfrm>
          <a:prstGeom prst="leftRightArrow">
            <a:avLst>
              <a:gd name="adj1" fmla="val 50000"/>
              <a:gd name="adj2" fmla="val 33016"/>
            </a:avLst>
          </a:prstGeom>
          <a:solidFill>
            <a:srgbClr val="008000"/>
          </a:solidFill>
          <a:ln w="38100">
            <a:solidFill>
              <a:schemeClr val="tx1"/>
            </a:solidFill>
            <a:miter lim="800000"/>
            <a:headEnd/>
            <a:tailEnd/>
          </a:ln>
        </p:spPr>
        <p:txBody>
          <a:bodyPr wrap="none" anchor="ctr"/>
          <a:lstStyle/>
          <a:p>
            <a:pPr eaLnBrk="0" hangingPunct="0"/>
            <a:endParaRPr lang="en-US">
              <a:latin typeface="Arial" charset="0"/>
            </a:endParaRPr>
          </a:p>
        </p:txBody>
      </p:sp>
      <p:sp>
        <p:nvSpPr>
          <p:cNvPr id="59405" name="Line 11"/>
          <p:cNvSpPr>
            <a:spLocks noChangeShapeType="1"/>
          </p:cNvSpPr>
          <p:nvPr/>
        </p:nvSpPr>
        <p:spPr bwMode="auto">
          <a:xfrm>
            <a:off x="4076700" y="2486025"/>
            <a:ext cx="0" cy="185738"/>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59406" name="Line 12"/>
          <p:cNvSpPr>
            <a:spLocks noChangeShapeType="1"/>
          </p:cNvSpPr>
          <p:nvPr/>
        </p:nvSpPr>
        <p:spPr bwMode="auto">
          <a:xfrm>
            <a:off x="4737100" y="1809750"/>
            <a:ext cx="0" cy="862013"/>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59407" name="Line 13"/>
          <p:cNvSpPr>
            <a:spLocks noChangeShapeType="1"/>
          </p:cNvSpPr>
          <p:nvPr/>
        </p:nvSpPr>
        <p:spPr bwMode="auto">
          <a:xfrm>
            <a:off x="4737100" y="2486025"/>
            <a:ext cx="0" cy="185738"/>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59408" name="Rectangle 14"/>
          <p:cNvSpPr>
            <a:spLocks noGrp="1" noChangeArrowheads="1"/>
          </p:cNvSpPr>
          <p:nvPr>
            <p:ph type="body" idx="1"/>
          </p:nvPr>
        </p:nvSpPr>
        <p:spPr>
          <a:xfrm>
            <a:off x="685800" y="3038475"/>
            <a:ext cx="7772400" cy="2819400"/>
          </a:xfrm>
        </p:spPr>
        <p:txBody>
          <a:bodyPr/>
          <a:lstStyle/>
          <a:p>
            <a:r>
              <a:rPr lang="en-US">
                <a:latin typeface="Arial" charset="0"/>
              </a:rPr>
              <a:t>Never true that </a:t>
            </a:r>
            <a:r>
              <a:rPr lang="en-US">
                <a:solidFill>
                  <a:schemeClr val="tx1"/>
                </a:solidFill>
                <a:latin typeface="Arial" charset="0"/>
              </a:rPr>
              <a:t>A</a:t>
            </a:r>
            <a:r>
              <a:rPr lang="en-US" baseline="-25000">
                <a:solidFill>
                  <a:schemeClr val="tx1"/>
                </a:solidFill>
                <a:latin typeface="Arial" charset="0"/>
              </a:rPr>
              <a:t> </a:t>
            </a:r>
            <a:r>
              <a:rPr lang="en-US" sz="2400">
                <a:solidFill>
                  <a:schemeClr val="tx1"/>
                </a:solidFill>
                <a:latin typeface="Arial" charset="0"/>
                <a:sym typeface="Wingdings" charset="0"/>
              </a:rPr>
              <a:t></a:t>
            </a:r>
            <a:r>
              <a:rPr lang="en-US">
                <a:solidFill>
                  <a:schemeClr val="tx1"/>
                </a:solidFill>
                <a:latin typeface="Symbol" charset="0"/>
                <a:sym typeface="Symbol" charset="0"/>
              </a:rPr>
              <a:t> </a:t>
            </a:r>
            <a:r>
              <a:rPr lang="en-US">
                <a:solidFill>
                  <a:schemeClr val="tx1"/>
                </a:solidFill>
                <a:latin typeface="Arial" charset="0"/>
              </a:rPr>
              <a:t>A</a:t>
            </a:r>
            <a:r>
              <a:rPr lang="en-US" baseline="-25000">
                <a:solidFill>
                  <a:schemeClr val="tx1"/>
                </a:solidFill>
                <a:latin typeface="Arial" charset="0"/>
              </a:rPr>
              <a:t> </a:t>
            </a:r>
          </a:p>
          <a:p>
            <a:r>
              <a:rPr lang="en-US">
                <a:latin typeface="Arial" charset="0"/>
              </a:rPr>
              <a:t>If </a:t>
            </a:r>
            <a:r>
              <a:rPr lang="en-US">
                <a:solidFill>
                  <a:schemeClr val="tx1"/>
                </a:solidFill>
                <a:latin typeface="Arial" charset="0"/>
              </a:rPr>
              <a:t>A</a:t>
            </a:r>
            <a:r>
              <a:rPr lang="en-US" baseline="-25000">
                <a:solidFill>
                  <a:schemeClr val="tx1"/>
                </a:solidFill>
                <a:latin typeface="Arial" charset="0"/>
              </a:rPr>
              <a:t> </a:t>
            </a:r>
            <a:r>
              <a:rPr lang="en-US" sz="2400">
                <a:solidFill>
                  <a:schemeClr val="tx1"/>
                </a:solidFill>
                <a:latin typeface="Arial" charset="0"/>
                <a:sym typeface="Wingdings" charset="0"/>
              </a:rPr>
              <a:t></a:t>
            </a:r>
            <a:r>
              <a:rPr lang="en-US">
                <a:solidFill>
                  <a:schemeClr val="tx1"/>
                </a:solidFill>
                <a:latin typeface="Arial" charset="0"/>
              </a:rPr>
              <a:t>B</a:t>
            </a:r>
            <a:r>
              <a:rPr lang="en-US" baseline="-25000">
                <a:solidFill>
                  <a:schemeClr val="tx1"/>
                </a:solidFill>
                <a:latin typeface="Arial" charset="0"/>
              </a:rPr>
              <a:t> </a:t>
            </a:r>
            <a:r>
              <a:rPr lang="en-US">
                <a:latin typeface="Arial" charset="0"/>
              </a:rPr>
              <a:t>then not true that </a:t>
            </a:r>
            <a:r>
              <a:rPr lang="en-US">
                <a:solidFill>
                  <a:schemeClr val="tx1"/>
                </a:solidFill>
                <a:latin typeface="Arial" charset="0"/>
              </a:rPr>
              <a:t>B</a:t>
            </a:r>
            <a:r>
              <a:rPr lang="en-US" baseline="-25000">
                <a:solidFill>
                  <a:schemeClr val="tx1"/>
                </a:solidFill>
                <a:latin typeface="Arial" charset="0"/>
              </a:rPr>
              <a:t> </a:t>
            </a:r>
            <a:r>
              <a:rPr lang="en-US" sz="2400">
                <a:solidFill>
                  <a:schemeClr val="tx1"/>
                </a:solidFill>
                <a:latin typeface="Arial" charset="0"/>
                <a:sym typeface="Wingdings" charset="0"/>
              </a:rPr>
              <a:t></a:t>
            </a:r>
            <a:r>
              <a:rPr lang="en-US">
                <a:solidFill>
                  <a:schemeClr val="tx1"/>
                </a:solidFill>
                <a:latin typeface="Arial" charset="0"/>
              </a:rPr>
              <a:t>A</a:t>
            </a:r>
          </a:p>
          <a:p>
            <a:r>
              <a:rPr lang="en-US">
                <a:latin typeface="Arial" charset="0"/>
              </a:rPr>
              <a:t>If </a:t>
            </a:r>
            <a:r>
              <a:rPr lang="en-US">
                <a:solidFill>
                  <a:schemeClr val="tx1"/>
                </a:solidFill>
                <a:latin typeface="Arial" charset="0"/>
              </a:rPr>
              <a:t>A</a:t>
            </a:r>
            <a:r>
              <a:rPr lang="en-US" baseline="-25000">
                <a:solidFill>
                  <a:schemeClr val="tx1"/>
                </a:solidFill>
                <a:latin typeface="Arial" charset="0"/>
              </a:rPr>
              <a:t> </a:t>
            </a:r>
            <a:r>
              <a:rPr lang="en-US" sz="2400">
                <a:solidFill>
                  <a:schemeClr val="tx1"/>
                </a:solidFill>
                <a:latin typeface="Arial" charset="0"/>
                <a:sym typeface="Wingdings" charset="0"/>
              </a:rPr>
              <a:t></a:t>
            </a:r>
            <a:r>
              <a:rPr lang="en-US">
                <a:solidFill>
                  <a:schemeClr val="tx1"/>
                </a:solidFill>
                <a:latin typeface="Arial" charset="0"/>
              </a:rPr>
              <a:t>B</a:t>
            </a:r>
            <a:r>
              <a:rPr lang="en-US" baseline="-25000">
                <a:solidFill>
                  <a:schemeClr val="tx1"/>
                </a:solidFill>
                <a:latin typeface="Arial" charset="0"/>
              </a:rPr>
              <a:t> </a:t>
            </a:r>
            <a:r>
              <a:rPr lang="en-US">
                <a:solidFill>
                  <a:schemeClr val="accent2"/>
                </a:solidFill>
                <a:latin typeface="Arial" charset="0"/>
              </a:rPr>
              <a:t>&amp;</a:t>
            </a:r>
            <a:r>
              <a:rPr lang="en-US">
                <a:latin typeface="Arial" charset="0"/>
              </a:rPr>
              <a:t> </a:t>
            </a:r>
            <a:r>
              <a:rPr lang="en-US">
                <a:solidFill>
                  <a:schemeClr val="tx1"/>
                </a:solidFill>
                <a:latin typeface="Arial" charset="0"/>
              </a:rPr>
              <a:t>B</a:t>
            </a:r>
            <a:r>
              <a:rPr lang="en-US" baseline="-25000">
                <a:solidFill>
                  <a:schemeClr val="tx1"/>
                </a:solidFill>
                <a:latin typeface="Arial" charset="0"/>
              </a:rPr>
              <a:t> </a:t>
            </a:r>
            <a:r>
              <a:rPr lang="en-US" sz="2400">
                <a:solidFill>
                  <a:schemeClr val="tx1"/>
                </a:solidFill>
                <a:latin typeface="Arial" charset="0"/>
                <a:sym typeface="Wingdings" charset="0"/>
              </a:rPr>
              <a:t></a:t>
            </a:r>
            <a:r>
              <a:rPr lang="en-US">
                <a:solidFill>
                  <a:schemeClr val="tx1"/>
                </a:solidFill>
                <a:latin typeface="Arial" charset="0"/>
              </a:rPr>
              <a:t>C</a:t>
            </a:r>
            <a:r>
              <a:rPr lang="en-US" baseline="-25000">
                <a:solidFill>
                  <a:schemeClr val="tx1"/>
                </a:solidFill>
                <a:latin typeface="Arial" charset="0"/>
              </a:rPr>
              <a:t> </a:t>
            </a:r>
            <a:r>
              <a:rPr lang="en-US">
                <a:latin typeface="Arial" charset="0"/>
              </a:rPr>
              <a:t>then </a:t>
            </a:r>
            <a:r>
              <a:rPr lang="en-US">
                <a:solidFill>
                  <a:schemeClr val="tx1"/>
                </a:solidFill>
                <a:latin typeface="Arial" charset="0"/>
              </a:rPr>
              <a:t>A</a:t>
            </a:r>
            <a:r>
              <a:rPr lang="en-US" baseline="-25000">
                <a:solidFill>
                  <a:schemeClr val="tx1"/>
                </a:solidFill>
                <a:latin typeface="Arial" charset="0"/>
              </a:rPr>
              <a:t> </a:t>
            </a:r>
            <a:r>
              <a:rPr lang="en-US" sz="2400">
                <a:solidFill>
                  <a:schemeClr val="tx1"/>
                </a:solidFill>
                <a:latin typeface="Arial" charset="0"/>
                <a:sym typeface="Wingdings" charset="0"/>
              </a:rPr>
              <a:t></a:t>
            </a:r>
            <a:r>
              <a:rPr lang="en-US">
                <a:solidFill>
                  <a:schemeClr val="tx1"/>
                </a:solidFill>
                <a:latin typeface="Arial" charset="0"/>
              </a:rPr>
              <a:t>C</a:t>
            </a:r>
          </a:p>
          <a:p>
            <a:r>
              <a:rPr lang="en-US">
                <a:latin typeface="Arial" charset="0"/>
              </a:rPr>
              <a:t>Funny thing: </a:t>
            </a:r>
            <a:r>
              <a:rPr lang="en-US">
                <a:solidFill>
                  <a:schemeClr val="tx1"/>
                </a:solidFill>
                <a:latin typeface="Arial" charset="0"/>
              </a:rPr>
              <a:t>A</a:t>
            </a:r>
            <a:r>
              <a:rPr lang="en-US" baseline="-25000">
                <a:solidFill>
                  <a:schemeClr val="tx1"/>
                </a:solidFill>
                <a:latin typeface="Arial" charset="0"/>
              </a:rPr>
              <a:t> </a:t>
            </a:r>
            <a:r>
              <a:rPr lang="en-US" sz="2400">
                <a:solidFill>
                  <a:schemeClr val="tx1"/>
                </a:solidFill>
                <a:latin typeface="Arial" charset="0"/>
                <a:sym typeface="Wingdings" charset="0"/>
              </a:rPr>
              <a:t></a:t>
            </a:r>
            <a:r>
              <a:rPr lang="en-US">
                <a:solidFill>
                  <a:schemeClr val="tx1"/>
                </a:solidFill>
                <a:latin typeface="Arial" charset="0"/>
              </a:rPr>
              <a:t>B</a:t>
            </a:r>
            <a:r>
              <a:rPr lang="en-US" baseline="-25000">
                <a:solidFill>
                  <a:schemeClr val="tx1"/>
                </a:solidFill>
                <a:latin typeface="Arial" charset="0"/>
              </a:rPr>
              <a:t> </a:t>
            </a:r>
            <a:r>
              <a:rPr lang="en-US">
                <a:solidFill>
                  <a:schemeClr val="accent2"/>
                </a:solidFill>
                <a:latin typeface="Arial" charset="0"/>
              </a:rPr>
              <a:t>&amp;</a:t>
            </a:r>
            <a:r>
              <a:rPr lang="en-US">
                <a:latin typeface="Arial" charset="0"/>
              </a:rPr>
              <a:t> </a:t>
            </a:r>
            <a:r>
              <a:rPr lang="en-US">
                <a:solidFill>
                  <a:schemeClr val="tx1"/>
                </a:solidFill>
                <a:latin typeface="Arial" charset="0"/>
              </a:rPr>
              <a:t>B</a:t>
            </a:r>
            <a:r>
              <a:rPr lang="en-US" baseline="-25000">
                <a:solidFill>
                  <a:schemeClr val="tx1"/>
                </a:solidFill>
                <a:latin typeface="Arial" charset="0"/>
              </a:rPr>
              <a:t> </a:t>
            </a:r>
            <a:r>
              <a:rPr lang="en-US" sz="2400">
                <a:solidFill>
                  <a:schemeClr val="tx1"/>
                </a:solidFill>
                <a:latin typeface="Arial" charset="0"/>
                <a:sym typeface="Wingdings" charset="0"/>
              </a:rPr>
              <a:t></a:t>
            </a:r>
            <a:r>
              <a:rPr lang="en-US">
                <a:solidFill>
                  <a:schemeClr val="tx1"/>
                </a:solidFill>
                <a:latin typeface="Arial" charset="0"/>
              </a:rPr>
              <a:t>A</a:t>
            </a:r>
            <a:r>
              <a:rPr lang="en-US" baseline="-25000">
                <a:solidFill>
                  <a:schemeClr val="tx1"/>
                </a:solidFill>
                <a:latin typeface="Arial" charset="0"/>
              </a:rPr>
              <a:t> </a:t>
            </a:r>
            <a:r>
              <a:rPr lang="en-US">
                <a:latin typeface="Arial" charset="0"/>
              </a:rPr>
              <a:t>might both be false! </a:t>
            </a:r>
            <a:endParaRPr lang="en-US">
              <a:solidFill>
                <a:schemeClr val="tx1"/>
              </a:solidFill>
              <a:latin typeface="Arial" charset="0"/>
            </a:endParaRPr>
          </a:p>
          <a:p>
            <a:endParaRPr lang="en-US" baseline="-25000">
              <a:solidFill>
                <a:schemeClr val="tx1"/>
              </a:solidFill>
              <a:latin typeface="Arial" charset="0"/>
            </a:endParaRPr>
          </a:p>
          <a:p>
            <a:endParaRPr lang="en-US">
              <a:latin typeface="Arial" charset="0"/>
            </a:endParaRPr>
          </a:p>
        </p:txBody>
      </p:sp>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61442"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A095190D-37B4-F141-B425-541B34183B48}" type="slidenum">
              <a:rPr lang="ar-SA" sz="1400" b="0">
                <a:solidFill>
                  <a:schemeClr val="tx1"/>
                </a:solidFill>
                <a:latin typeface="Arial" charset="0"/>
                <a:cs typeface="Arial" charset="0"/>
              </a:rPr>
              <a:pPr/>
              <a:t>23</a:t>
            </a:fld>
            <a:endParaRPr lang="en-US" sz="1400" b="0">
              <a:solidFill>
                <a:schemeClr val="tx1"/>
              </a:solidFill>
              <a:latin typeface="Arial" charset="0"/>
              <a:cs typeface="Arial" charset="0"/>
            </a:endParaRPr>
          </a:p>
        </p:txBody>
      </p:sp>
      <p:pic>
        <p:nvPicPr>
          <p:cNvPr id="61443" name="Picture 4"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44" name="Rectangle 2"/>
          <p:cNvSpPr>
            <a:spLocks noGrp="1" noChangeArrowheads="1"/>
          </p:cNvSpPr>
          <p:nvPr>
            <p:ph type="title"/>
          </p:nvPr>
        </p:nvSpPr>
        <p:spPr/>
        <p:txBody>
          <a:bodyPr/>
          <a:lstStyle/>
          <a:p>
            <a:r>
              <a:rPr lang="en-US" sz="4000">
                <a:latin typeface="Arial" charset="0"/>
              </a:rPr>
              <a:t>Partial Orders</a:t>
            </a:r>
            <a:br>
              <a:rPr lang="en-US" sz="4000">
                <a:latin typeface="Arial" charset="0"/>
              </a:rPr>
            </a:br>
            <a:r>
              <a:rPr lang="en-US" sz="2000">
                <a:latin typeface="Arial" charset="0"/>
              </a:rPr>
              <a:t>(review)</a:t>
            </a:r>
          </a:p>
        </p:txBody>
      </p:sp>
      <p:sp>
        <p:nvSpPr>
          <p:cNvPr id="61445" name="Rectangle 3"/>
          <p:cNvSpPr>
            <a:spLocks noGrp="1" noChangeArrowheads="1"/>
          </p:cNvSpPr>
          <p:nvPr>
            <p:ph type="body" idx="1"/>
          </p:nvPr>
        </p:nvSpPr>
        <p:spPr/>
        <p:txBody>
          <a:bodyPr/>
          <a:lstStyle/>
          <a:p>
            <a:r>
              <a:rPr lang="en-US">
                <a:solidFill>
                  <a:schemeClr val="accent1"/>
                </a:solidFill>
                <a:latin typeface="Arial" charset="0"/>
              </a:rPr>
              <a:t>Irreflexive:</a:t>
            </a:r>
          </a:p>
          <a:p>
            <a:pPr lvl="1"/>
            <a:r>
              <a:rPr lang="en-US">
                <a:latin typeface="Arial" charset="0"/>
                <a:cs typeface="Arial" charset="0"/>
              </a:rPr>
              <a:t>Never true that </a:t>
            </a:r>
            <a:r>
              <a:rPr lang="en-US">
                <a:solidFill>
                  <a:schemeClr val="tx1"/>
                </a:solidFill>
                <a:latin typeface="Arial" charset="0"/>
                <a:cs typeface="Arial" charset="0"/>
              </a:rPr>
              <a:t>A</a:t>
            </a:r>
            <a:r>
              <a:rPr lang="en-US" baseline="-25000">
                <a:solidFill>
                  <a:schemeClr val="tx1"/>
                </a:solidFill>
                <a:latin typeface="Arial" charset="0"/>
                <a:cs typeface="Arial" charset="0"/>
              </a:rPr>
              <a:t> </a:t>
            </a:r>
            <a:r>
              <a:rPr lang="en-US" sz="2000">
                <a:solidFill>
                  <a:schemeClr val="tx1"/>
                </a:solidFill>
                <a:latin typeface="Arial" charset="0"/>
                <a:cs typeface="Arial" charset="0"/>
                <a:sym typeface="Wingdings" charset="0"/>
              </a:rPr>
              <a:t></a:t>
            </a:r>
            <a:r>
              <a:rPr lang="en-US">
                <a:solidFill>
                  <a:schemeClr val="tx1"/>
                </a:solidFill>
                <a:latin typeface="Symbol" charset="0"/>
                <a:cs typeface="Arial" charset="0"/>
                <a:sym typeface="Symbol" charset="0"/>
              </a:rPr>
              <a:t> </a:t>
            </a:r>
            <a:r>
              <a:rPr lang="en-US">
                <a:solidFill>
                  <a:schemeClr val="tx1"/>
                </a:solidFill>
                <a:latin typeface="Arial" charset="0"/>
                <a:cs typeface="Arial" charset="0"/>
              </a:rPr>
              <a:t>A</a:t>
            </a:r>
            <a:r>
              <a:rPr lang="en-US" baseline="-25000">
                <a:solidFill>
                  <a:schemeClr val="tx1"/>
                </a:solidFill>
                <a:latin typeface="Arial" charset="0"/>
                <a:cs typeface="Arial" charset="0"/>
              </a:rPr>
              <a:t> </a:t>
            </a:r>
          </a:p>
          <a:p>
            <a:r>
              <a:rPr lang="en-US">
                <a:solidFill>
                  <a:schemeClr val="accent1"/>
                </a:solidFill>
                <a:latin typeface="Arial" charset="0"/>
              </a:rPr>
              <a:t>Antisymmetric:</a:t>
            </a:r>
          </a:p>
          <a:p>
            <a:pPr lvl="1"/>
            <a:r>
              <a:rPr lang="en-US">
                <a:latin typeface="Arial" charset="0"/>
                <a:cs typeface="Arial" charset="0"/>
              </a:rPr>
              <a:t>If </a:t>
            </a:r>
            <a:r>
              <a:rPr lang="en-US">
                <a:solidFill>
                  <a:schemeClr val="tx1"/>
                </a:solidFill>
                <a:latin typeface="Arial" charset="0"/>
                <a:cs typeface="Arial" charset="0"/>
              </a:rPr>
              <a:t>A</a:t>
            </a:r>
            <a:r>
              <a:rPr lang="en-US" baseline="-25000">
                <a:solidFill>
                  <a:schemeClr val="tx1"/>
                </a:solidFill>
                <a:latin typeface="Arial" charset="0"/>
                <a:cs typeface="Arial" charset="0"/>
              </a:rPr>
              <a:t> </a:t>
            </a:r>
            <a:r>
              <a:rPr lang="en-US" sz="2000">
                <a:solidFill>
                  <a:schemeClr val="tx1"/>
                </a:solidFill>
                <a:latin typeface="Arial" charset="0"/>
                <a:cs typeface="Arial" charset="0"/>
                <a:sym typeface="Wingdings" charset="0"/>
              </a:rPr>
              <a:t></a:t>
            </a:r>
            <a:r>
              <a:rPr lang="en-US">
                <a:solidFill>
                  <a:schemeClr val="tx1"/>
                </a:solidFill>
                <a:latin typeface="Symbol" charset="0"/>
                <a:cs typeface="Arial" charset="0"/>
                <a:sym typeface="Symbol" charset="0"/>
              </a:rPr>
              <a:t> </a:t>
            </a:r>
            <a:r>
              <a:rPr lang="en-US">
                <a:solidFill>
                  <a:schemeClr val="tx1"/>
                </a:solidFill>
                <a:latin typeface="Arial" charset="0"/>
                <a:cs typeface="Arial" charset="0"/>
              </a:rPr>
              <a:t>B</a:t>
            </a:r>
            <a:r>
              <a:rPr lang="en-US" baseline="-25000">
                <a:solidFill>
                  <a:schemeClr val="tx1"/>
                </a:solidFill>
                <a:latin typeface="Arial" charset="0"/>
                <a:cs typeface="Arial" charset="0"/>
              </a:rPr>
              <a:t> </a:t>
            </a:r>
            <a:r>
              <a:rPr lang="en-US">
                <a:latin typeface="Arial" charset="0"/>
                <a:cs typeface="Arial" charset="0"/>
              </a:rPr>
              <a:t>then not true that </a:t>
            </a:r>
            <a:r>
              <a:rPr lang="en-US">
                <a:solidFill>
                  <a:schemeClr val="tx1"/>
                </a:solidFill>
                <a:latin typeface="Arial" charset="0"/>
                <a:cs typeface="Arial" charset="0"/>
              </a:rPr>
              <a:t>B</a:t>
            </a:r>
            <a:r>
              <a:rPr lang="en-US" baseline="-25000">
                <a:solidFill>
                  <a:schemeClr val="tx1"/>
                </a:solidFill>
                <a:latin typeface="Arial" charset="0"/>
                <a:cs typeface="Arial" charset="0"/>
              </a:rPr>
              <a:t> </a:t>
            </a:r>
            <a:r>
              <a:rPr lang="en-US" sz="2000">
                <a:solidFill>
                  <a:schemeClr val="tx1"/>
                </a:solidFill>
                <a:latin typeface="Arial" charset="0"/>
                <a:cs typeface="Arial" charset="0"/>
                <a:sym typeface="Wingdings" charset="0"/>
              </a:rPr>
              <a:t></a:t>
            </a:r>
            <a:r>
              <a:rPr lang="en-US">
                <a:solidFill>
                  <a:schemeClr val="tx1"/>
                </a:solidFill>
                <a:latin typeface="Symbol" charset="0"/>
                <a:cs typeface="Arial" charset="0"/>
                <a:sym typeface="Symbol" charset="0"/>
              </a:rPr>
              <a:t> </a:t>
            </a:r>
            <a:r>
              <a:rPr lang="en-US">
                <a:solidFill>
                  <a:schemeClr val="tx1"/>
                </a:solidFill>
                <a:latin typeface="Arial" charset="0"/>
                <a:cs typeface="Arial" charset="0"/>
              </a:rPr>
              <a:t>A </a:t>
            </a:r>
          </a:p>
          <a:p>
            <a:r>
              <a:rPr lang="en-US">
                <a:solidFill>
                  <a:schemeClr val="accent1"/>
                </a:solidFill>
                <a:latin typeface="Arial" charset="0"/>
              </a:rPr>
              <a:t>Transitive:</a:t>
            </a:r>
          </a:p>
          <a:p>
            <a:pPr lvl="1"/>
            <a:r>
              <a:rPr lang="en-US">
                <a:latin typeface="Arial" charset="0"/>
                <a:cs typeface="Arial" charset="0"/>
              </a:rPr>
              <a:t>If </a:t>
            </a:r>
            <a:r>
              <a:rPr lang="en-US">
                <a:solidFill>
                  <a:schemeClr val="tx1"/>
                </a:solidFill>
                <a:latin typeface="Arial" charset="0"/>
                <a:cs typeface="Arial" charset="0"/>
              </a:rPr>
              <a:t>A</a:t>
            </a:r>
            <a:r>
              <a:rPr lang="en-US" baseline="-25000">
                <a:solidFill>
                  <a:schemeClr val="tx1"/>
                </a:solidFill>
                <a:latin typeface="Arial" charset="0"/>
                <a:cs typeface="Arial" charset="0"/>
              </a:rPr>
              <a:t> </a:t>
            </a:r>
            <a:r>
              <a:rPr lang="en-US" sz="2000">
                <a:solidFill>
                  <a:schemeClr val="tx1"/>
                </a:solidFill>
                <a:latin typeface="Arial" charset="0"/>
                <a:cs typeface="Arial" charset="0"/>
                <a:sym typeface="Wingdings" charset="0"/>
              </a:rPr>
              <a:t></a:t>
            </a:r>
            <a:r>
              <a:rPr lang="en-US">
                <a:solidFill>
                  <a:schemeClr val="tx1"/>
                </a:solidFill>
                <a:latin typeface="Symbol" charset="0"/>
                <a:cs typeface="Arial" charset="0"/>
                <a:sym typeface="Symbol" charset="0"/>
              </a:rPr>
              <a:t> </a:t>
            </a:r>
            <a:r>
              <a:rPr lang="en-US">
                <a:solidFill>
                  <a:schemeClr val="tx1"/>
                </a:solidFill>
                <a:latin typeface="Arial" charset="0"/>
                <a:cs typeface="Arial" charset="0"/>
              </a:rPr>
              <a:t>B</a:t>
            </a:r>
            <a:r>
              <a:rPr lang="en-US" baseline="-25000">
                <a:solidFill>
                  <a:schemeClr val="tx1"/>
                </a:solidFill>
                <a:latin typeface="Arial" charset="0"/>
                <a:cs typeface="Arial" charset="0"/>
              </a:rPr>
              <a:t> </a:t>
            </a:r>
            <a:r>
              <a:rPr lang="en-US">
                <a:solidFill>
                  <a:schemeClr val="accent2"/>
                </a:solidFill>
                <a:latin typeface="Arial" charset="0"/>
                <a:cs typeface="Arial" charset="0"/>
              </a:rPr>
              <a:t>&amp;</a:t>
            </a:r>
            <a:r>
              <a:rPr lang="en-US">
                <a:latin typeface="Arial" charset="0"/>
                <a:cs typeface="Arial" charset="0"/>
              </a:rPr>
              <a:t> </a:t>
            </a:r>
            <a:r>
              <a:rPr lang="en-US">
                <a:solidFill>
                  <a:schemeClr val="tx1"/>
                </a:solidFill>
                <a:latin typeface="Arial" charset="0"/>
                <a:cs typeface="Arial" charset="0"/>
              </a:rPr>
              <a:t>B</a:t>
            </a:r>
            <a:r>
              <a:rPr lang="en-US" baseline="-25000">
                <a:solidFill>
                  <a:schemeClr val="tx1"/>
                </a:solidFill>
                <a:latin typeface="Arial" charset="0"/>
                <a:cs typeface="Arial" charset="0"/>
              </a:rPr>
              <a:t> </a:t>
            </a:r>
            <a:r>
              <a:rPr lang="en-US" sz="2000">
                <a:solidFill>
                  <a:schemeClr val="tx1"/>
                </a:solidFill>
                <a:latin typeface="Arial" charset="0"/>
                <a:cs typeface="Arial" charset="0"/>
                <a:sym typeface="Wingdings" charset="0"/>
              </a:rPr>
              <a:t></a:t>
            </a:r>
            <a:r>
              <a:rPr lang="en-US">
                <a:solidFill>
                  <a:schemeClr val="tx1"/>
                </a:solidFill>
                <a:latin typeface="Symbol" charset="0"/>
                <a:cs typeface="Arial" charset="0"/>
                <a:sym typeface="Symbol" charset="0"/>
              </a:rPr>
              <a:t> </a:t>
            </a:r>
            <a:r>
              <a:rPr lang="en-US">
                <a:solidFill>
                  <a:schemeClr val="tx1"/>
                </a:solidFill>
                <a:latin typeface="Arial" charset="0"/>
                <a:cs typeface="Arial" charset="0"/>
              </a:rPr>
              <a:t>C</a:t>
            </a:r>
            <a:r>
              <a:rPr lang="en-US" baseline="-25000">
                <a:solidFill>
                  <a:schemeClr val="tx1"/>
                </a:solidFill>
                <a:latin typeface="Arial" charset="0"/>
                <a:cs typeface="Arial" charset="0"/>
              </a:rPr>
              <a:t> </a:t>
            </a:r>
            <a:r>
              <a:rPr lang="en-US">
                <a:latin typeface="Arial" charset="0"/>
                <a:cs typeface="Arial" charset="0"/>
              </a:rPr>
              <a:t>then </a:t>
            </a:r>
            <a:r>
              <a:rPr lang="en-US">
                <a:solidFill>
                  <a:schemeClr val="tx1"/>
                </a:solidFill>
                <a:latin typeface="Arial" charset="0"/>
                <a:cs typeface="Arial" charset="0"/>
              </a:rPr>
              <a:t>A</a:t>
            </a:r>
            <a:r>
              <a:rPr lang="en-US" baseline="-25000">
                <a:solidFill>
                  <a:schemeClr val="tx1"/>
                </a:solidFill>
                <a:latin typeface="Arial" charset="0"/>
                <a:cs typeface="Arial" charset="0"/>
              </a:rPr>
              <a:t> </a:t>
            </a:r>
            <a:r>
              <a:rPr lang="en-US" sz="2000">
                <a:solidFill>
                  <a:schemeClr val="tx1"/>
                </a:solidFill>
                <a:latin typeface="Arial" charset="0"/>
                <a:cs typeface="Arial" charset="0"/>
                <a:sym typeface="Wingdings" charset="0"/>
              </a:rPr>
              <a:t></a:t>
            </a:r>
            <a:r>
              <a:rPr lang="en-US">
                <a:solidFill>
                  <a:schemeClr val="tx1"/>
                </a:solidFill>
                <a:latin typeface="Symbol" charset="0"/>
                <a:cs typeface="Arial" charset="0"/>
                <a:sym typeface="Symbol" charset="0"/>
              </a:rPr>
              <a:t> </a:t>
            </a:r>
            <a:r>
              <a:rPr lang="en-US">
                <a:solidFill>
                  <a:schemeClr val="tx1"/>
                </a:solidFill>
                <a:latin typeface="Arial" charset="0"/>
                <a:cs typeface="Arial" charset="0"/>
              </a:rPr>
              <a:t>C</a:t>
            </a:r>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63490"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72DFDFC9-9DF9-FB46-B5B4-A762DC49D2B3}" type="slidenum">
              <a:rPr lang="ar-SA" sz="1400" b="0">
                <a:solidFill>
                  <a:schemeClr val="tx1"/>
                </a:solidFill>
                <a:latin typeface="Arial" charset="0"/>
                <a:cs typeface="Arial" charset="0"/>
              </a:rPr>
              <a:pPr/>
              <a:t>24</a:t>
            </a:fld>
            <a:endParaRPr lang="en-US" sz="1400" b="0">
              <a:solidFill>
                <a:schemeClr val="tx1"/>
              </a:solidFill>
              <a:latin typeface="Arial" charset="0"/>
              <a:cs typeface="Arial" charset="0"/>
            </a:endParaRPr>
          </a:p>
        </p:txBody>
      </p:sp>
      <p:pic>
        <p:nvPicPr>
          <p:cNvPr id="63491" name="Picture 15"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492" name="Rectangle 2"/>
          <p:cNvSpPr>
            <a:spLocks noGrp="1" noChangeArrowheads="1"/>
          </p:cNvSpPr>
          <p:nvPr>
            <p:ph type="title"/>
          </p:nvPr>
        </p:nvSpPr>
        <p:spPr/>
        <p:txBody>
          <a:bodyPr/>
          <a:lstStyle/>
          <a:p>
            <a:r>
              <a:rPr lang="en-US">
                <a:latin typeface="Arial" charset="0"/>
              </a:rPr>
              <a:t>Total Orders</a:t>
            </a:r>
            <a:br>
              <a:rPr lang="en-US">
                <a:latin typeface="Arial" charset="0"/>
              </a:rPr>
            </a:br>
            <a:r>
              <a:rPr lang="en-US" sz="2400">
                <a:latin typeface="Arial" charset="0"/>
              </a:rPr>
              <a:t>(review)</a:t>
            </a:r>
          </a:p>
        </p:txBody>
      </p:sp>
      <p:sp>
        <p:nvSpPr>
          <p:cNvPr id="63493" name="Rectangle 14"/>
          <p:cNvSpPr>
            <a:spLocks noGrp="1" noChangeArrowheads="1"/>
          </p:cNvSpPr>
          <p:nvPr>
            <p:ph type="body" idx="1"/>
          </p:nvPr>
        </p:nvSpPr>
        <p:spPr>
          <a:xfrm>
            <a:off x="639763" y="2355850"/>
            <a:ext cx="7772400" cy="3305175"/>
          </a:xfrm>
        </p:spPr>
        <p:txBody>
          <a:bodyPr/>
          <a:lstStyle/>
          <a:p>
            <a:r>
              <a:rPr lang="en-US">
                <a:latin typeface="Arial" charset="0"/>
              </a:rPr>
              <a:t>Also</a:t>
            </a:r>
          </a:p>
          <a:p>
            <a:pPr lvl="1"/>
            <a:r>
              <a:rPr lang="en-US">
                <a:solidFill>
                  <a:schemeClr val="accent1"/>
                </a:solidFill>
                <a:latin typeface="Arial" charset="0"/>
                <a:cs typeface="Arial" charset="0"/>
              </a:rPr>
              <a:t>Irreflexive</a:t>
            </a:r>
          </a:p>
          <a:p>
            <a:pPr lvl="1"/>
            <a:r>
              <a:rPr lang="en-US">
                <a:solidFill>
                  <a:schemeClr val="accent1"/>
                </a:solidFill>
                <a:latin typeface="Arial" charset="0"/>
                <a:cs typeface="Arial" charset="0"/>
              </a:rPr>
              <a:t>Antisymmetric</a:t>
            </a:r>
          </a:p>
          <a:p>
            <a:pPr lvl="1"/>
            <a:r>
              <a:rPr lang="en-US">
                <a:solidFill>
                  <a:schemeClr val="accent1"/>
                </a:solidFill>
                <a:latin typeface="Arial" charset="0"/>
                <a:cs typeface="Arial" charset="0"/>
              </a:rPr>
              <a:t>Transitive</a:t>
            </a:r>
            <a:endParaRPr lang="en-US" baseline="-25000">
              <a:solidFill>
                <a:schemeClr val="tx1"/>
              </a:solidFill>
              <a:latin typeface="Arial" charset="0"/>
              <a:cs typeface="Arial" charset="0"/>
            </a:endParaRPr>
          </a:p>
          <a:p>
            <a:r>
              <a:rPr lang="en-US">
                <a:latin typeface="Arial" charset="0"/>
              </a:rPr>
              <a:t>Except that for every distinct </a:t>
            </a:r>
            <a:r>
              <a:rPr lang="en-US">
                <a:solidFill>
                  <a:schemeClr val="tx1"/>
                </a:solidFill>
                <a:latin typeface="Arial" charset="0"/>
              </a:rPr>
              <a:t>A</a:t>
            </a:r>
            <a:r>
              <a:rPr lang="en-US">
                <a:latin typeface="Arial" charset="0"/>
              </a:rPr>
              <a:t>, </a:t>
            </a:r>
            <a:r>
              <a:rPr lang="en-US">
                <a:solidFill>
                  <a:schemeClr val="tx1"/>
                </a:solidFill>
                <a:latin typeface="Arial" charset="0"/>
              </a:rPr>
              <a:t>B</a:t>
            </a:r>
            <a:r>
              <a:rPr lang="en-US">
                <a:latin typeface="Arial" charset="0"/>
              </a:rPr>
              <a:t>,</a:t>
            </a:r>
            <a:endParaRPr lang="en-US">
              <a:solidFill>
                <a:schemeClr val="tx1"/>
              </a:solidFill>
              <a:latin typeface="Arial" charset="0"/>
            </a:endParaRPr>
          </a:p>
          <a:p>
            <a:pPr lvl="1"/>
            <a:r>
              <a:rPr lang="en-US">
                <a:latin typeface="Arial" charset="0"/>
                <a:cs typeface="Arial" charset="0"/>
              </a:rPr>
              <a:t>Either </a:t>
            </a:r>
            <a:r>
              <a:rPr lang="en-US">
                <a:solidFill>
                  <a:schemeClr val="tx1"/>
                </a:solidFill>
                <a:latin typeface="Arial" charset="0"/>
                <a:cs typeface="Arial" charset="0"/>
              </a:rPr>
              <a:t>A</a:t>
            </a:r>
            <a:r>
              <a:rPr lang="en-US" baseline="-25000">
                <a:solidFill>
                  <a:schemeClr val="tx1"/>
                </a:solidFill>
                <a:latin typeface="Arial" charset="0"/>
                <a:cs typeface="Arial" charset="0"/>
              </a:rPr>
              <a:t> </a:t>
            </a:r>
            <a:r>
              <a:rPr lang="en-US" sz="2000">
                <a:solidFill>
                  <a:schemeClr val="tx1"/>
                </a:solidFill>
                <a:latin typeface="Arial" charset="0"/>
                <a:cs typeface="Arial" charset="0"/>
                <a:sym typeface="Wingdings" charset="0"/>
              </a:rPr>
              <a:t></a:t>
            </a:r>
            <a:r>
              <a:rPr lang="en-US">
                <a:solidFill>
                  <a:schemeClr val="tx1"/>
                </a:solidFill>
                <a:latin typeface="Symbol" charset="0"/>
                <a:cs typeface="Arial" charset="0"/>
                <a:sym typeface="Symbol" charset="0"/>
              </a:rPr>
              <a:t> </a:t>
            </a:r>
            <a:r>
              <a:rPr lang="en-US">
                <a:solidFill>
                  <a:schemeClr val="tx1"/>
                </a:solidFill>
                <a:latin typeface="Arial" charset="0"/>
                <a:cs typeface="Arial" charset="0"/>
              </a:rPr>
              <a:t>B</a:t>
            </a:r>
            <a:r>
              <a:rPr lang="en-US" baseline="-25000">
                <a:solidFill>
                  <a:schemeClr val="tx1"/>
                </a:solidFill>
                <a:latin typeface="Arial" charset="0"/>
                <a:cs typeface="Arial" charset="0"/>
              </a:rPr>
              <a:t> </a:t>
            </a:r>
            <a:r>
              <a:rPr lang="en-US">
                <a:solidFill>
                  <a:schemeClr val="accent2"/>
                </a:solidFill>
                <a:latin typeface="Arial" charset="0"/>
                <a:cs typeface="Arial" charset="0"/>
              </a:rPr>
              <a:t>or</a:t>
            </a:r>
            <a:r>
              <a:rPr lang="en-US">
                <a:latin typeface="Arial" charset="0"/>
                <a:cs typeface="Arial" charset="0"/>
              </a:rPr>
              <a:t> </a:t>
            </a:r>
            <a:r>
              <a:rPr lang="en-US">
                <a:solidFill>
                  <a:schemeClr val="tx1"/>
                </a:solidFill>
                <a:latin typeface="Arial" charset="0"/>
                <a:cs typeface="Arial" charset="0"/>
              </a:rPr>
              <a:t>B</a:t>
            </a:r>
            <a:r>
              <a:rPr lang="en-US" baseline="-25000">
                <a:solidFill>
                  <a:schemeClr val="tx1"/>
                </a:solidFill>
                <a:latin typeface="Arial" charset="0"/>
                <a:cs typeface="Arial" charset="0"/>
              </a:rPr>
              <a:t> </a:t>
            </a:r>
            <a:r>
              <a:rPr lang="en-US" sz="2000">
                <a:solidFill>
                  <a:schemeClr val="tx1"/>
                </a:solidFill>
                <a:latin typeface="Arial" charset="0"/>
                <a:cs typeface="Arial" charset="0"/>
                <a:sym typeface="Wingdings" charset="0"/>
              </a:rPr>
              <a:t></a:t>
            </a:r>
            <a:r>
              <a:rPr lang="en-US">
                <a:solidFill>
                  <a:schemeClr val="tx1"/>
                </a:solidFill>
                <a:latin typeface="Symbol" charset="0"/>
                <a:cs typeface="Arial" charset="0"/>
                <a:sym typeface="Symbol" charset="0"/>
              </a:rPr>
              <a:t> </a:t>
            </a:r>
            <a:r>
              <a:rPr lang="en-US">
                <a:solidFill>
                  <a:schemeClr val="tx1"/>
                </a:solidFill>
                <a:latin typeface="Arial" charset="0"/>
                <a:cs typeface="Arial" charset="0"/>
              </a:rPr>
              <a:t>A </a:t>
            </a:r>
            <a:endParaRPr lang="en-US">
              <a:latin typeface="Arial" charset="0"/>
              <a:cs typeface="Arial" charset="0"/>
            </a:endParaRPr>
          </a:p>
        </p:txBody>
      </p:sp>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65538"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5F0E15A6-B7A8-C846-8935-559E7837A711}" type="slidenum">
              <a:rPr lang="ar-SA" sz="1400" b="0">
                <a:solidFill>
                  <a:schemeClr val="tx1"/>
                </a:solidFill>
                <a:latin typeface="Arial" charset="0"/>
                <a:cs typeface="Arial" charset="0"/>
              </a:rPr>
              <a:pPr/>
              <a:t>25</a:t>
            </a:fld>
            <a:endParaRPr lang="en-US" sz="1400" b="0">
              <a:solidFill>
                <a:schemeClr val="tx1"/>
              </a:solidFill>
              <a:latin typeface="Arial" charset="0"/>
              <a:cs typeface="Arial" charset="0"/>
            </a:endParaRPr>
          </a:p>
        </p:txBody>
      </p:sp>
      <p:pic>
        <p:nvPicPr>
          <p:cNvPr id="65539" name="Picture 8"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40" name="Rectangle 2"/>
          <p:cNvSpPr>
            <a:spLocks noGrp="1" noChangeArrowheads="1"/>
          </p:cNvSpPr>
          <p:nvPr>
            <p:ph type="title"/>
          </p:nvPr>
        </p:nvSpPr>
        <p:spPr/>
        <p:txBody>
          <a:bodyPr/>
          <a:lstStyle/>
          <a:p>
            <a:r>
              <a:rPr lang="en-US">
                <a:latin typeface="Arial" charset="0"/>
              </a:rPr>
              <a:t>Repeated Events</a:t>
            </a:r>
          </a:p>
        </p:txBody>
      </p:sp>
      <p:sp>
        <p:nvSpPr>
          <p:cNvPr id="65541" name="Rectangle 3"/>
          <p:cNvSpPr>
            <a:spLocks noGrp="1" noChangeArrowheads="1"/>
          </p:cNvSpPr>
          <p:nvPr>
            <p:ph type="body" idx="1"/>
          </p:nvPr>
        </p:nvSpPr>
        <p:spPr>
          <a:xfrm>
            <a:off x="685800" y="1981200"/>
            <a:ext cx="7772400" cy="1447800"/>
          </a:xfrm>
          <a:solidFill>
            <a:srgbClr val="FFFFCC"/>
          </a:solidFill>
        </p:spPr>
        <p:txBody>
          <a:bodyPr/>
          <a:lstStyle/>
          <a:p>
            <a:pPr marL="231775" indent="-231775">
              <a:lnSpc>
                <a:spcPct val="90000"/>
              </a:lnSpc>
              <a:buFontTx/>
              <a:buNone/>
            </a:pPr>
            <a:r>
              <a:rPr lang="en-US" sz="2800" b="1">
                <a:solidFill>
                  <a:schemeClr val="tx1"/>
                </a:solidFill>
                <a:latin typeface="Courier New" charset="0"/>
              </a:rPr>
              <a:t>while</a:t>
            </a:r>
            <a:r>
              <a:rPr lang="en-US" sz="2800" b="1">
                <a:latin typeface="Courier New" charset="0"/>
              </a:rPr>
              <a:t> (mumble) {</a:t>
            </a:r>
          </a:p>
          <a:p>
            <a:pPr marL="231775" indent="-231775">
              <a:lnSpc>
                <a:spcPct val="90000"/>
              </a:lnSpc>
              <a:buFontTx/>
              <a:buNone/>
            </a:pPr>
            <a:r>
              <a:rPr lang="en-US" sz="2800" b="1">
                <a:solidFill>
                  <a:schemeClr val="tx1"/>
                </a:solidFill>
                <a:latin typeface="Courier New" charset="0"/>
              </a:rPr>
              <a:t>  a</a:t>
            </a:r>
            <a:r>
              <a:rPr lang="en-US" sz="2800" b="1" baseline="-25000">
                <a:solidFill>
                  <a:schemeClr val="tx1"/>
                </a:solidFill>
                <a:latin typeface="Courier New" charset="0"/>
              </a:rPr>
              <a:t>0</a:t>
            </a:r>
            <a:r>
              <a:rPr lang="en-US" sz="2800" b="1">
                <a:latin typeface="Courier New" charset="0"/>
              </a:rPr>
              <a:t>; </a:t>
            </a:r>
            <a:r>
              <a:rPr lang="en-US" sz="2800" b="1">
                <a:solidFill>
                  <a:schemeClr val="tx1"/>
                </a:solidFill>
                <a:latin typeface="Courier New" charset="0"/>
              </a:rPr>
              <a:t>a</a:t>
            </a:r>
            <a:r>
              <a:rPr lang="en-US" sz="2800" b="1" baseline="-25000">
                <a:solidFill>
                  <a:schemeClr val="tx1"/>
                </a:solidFill>
                <a:latin typeface="Courier New" charset="0"/>
              </a:rPr>
              <a:t>1</a:t>
            </a:r>
            <a:r>
              <a:rPr lang="en-US" sz="2800" b="1">
                <a:latin typeface="Courier New" charset="0"/>
              </a:rPr>
              <a:t>;</a:t>
            </a:r>
          </a:p>
          <a:p>
            <a:pPr marL="231775" indent="-231775">
              <a:lnSpc>
                <a:spcPct val="90000"/>
              </a:lnSpc>
              <a:buFontTx/>
              <a:buNone/>
            </a:pPr>
            <a:r>
              <a:rPr lang="en-US" sz="2800" b="1">
                <a:latin typeface="Courier New" charset="0"/>
              </a:rPr>
              <a:t>}</a:t>
            </a:r>
            <a:r>
              <a:rPr lang="en-US" sz="2800">
                <a:latin typeface="Courier New" charset="0"/>
              </a:rPr>
              <a:t>  </a:t>
            </a:r>
          </a:p>
        </p:txBody>
      </p:sp>
      <p:sp>
        <p:nvSpPr>
          <p:cNvPr id="65542" name="AutoShape 4"/>
          <p:cNvSpPr>
            <a:spLocks noChangeArrowheads="1"/>
          </p:cNvSpPr>
          <p:nvPr/>
        </p:nvSpPr>
        <p:spPr bwMode="auto">
          <a:xfrm>
            <a:off x="762000" y="4648200"/>
            <a:ext cx="1295400" cy="914400"/>
          </a:xfrm>
          <a:prstGeom prst="wedgeRoundRectCallout">
            <a:avLst>
              <a:gd name="adj1" fmla="val 308088"/>
              <a:gd name="adj2" fmla="val -138023"/>
              <a:gd name="adj3" fmla="val 16667"/>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eaLnBrk="0" hangingPunct="0"/>
            <a:r>
              <a:rPr lang="en-US">
                <a:solidFill>
                  <a:schemeClr val="tx1"/>
                </a:solidFill>
                <a:latin typeface="Arial" charset="0"/>
              </a:rPr>
              <a:t>a</a:t>
            </a:r>
            <a:r>
              <a:rPr lang="en-US" baseline="-25000">
                <a:solidFill>
                  <a:schemeClr val="tx1"/>
                </a:solidFill>
                <a:latin typeface="Arial" charset="0"/>
              </a:rPr>
              <a:t>0</a:t>
            </a:r>
            <a:r>
              <a:rPr lang="en-US" baseline="30000">
                <a:solidFill>
                  <a:schemeClr val="tx1"/>
                </a:solidFill>
                <a:latin typeface="Arial" charset="0"/>
              </a:rPr>
              <a:t>k</a:t>
            </a:r>
          </a:p>
        </p:txBody>
      </p:sp>
      <p:sp>
        <p:nvSpPr>
          <p:cNvPr id="65543" name="Text Box 5"/>
          <p:cNvSpPr txBox="1">
            <a:spLocks noChangeArrowheads="1"/>
          </p:cNvSpPr>
          <p:nvPr/>
        </p:nvSpPr>
        <p:spPr bwMode="auto">
          <a:xfrm>
            <a:off x="4648200" y="3124200"/>
            <a:ext cx="419100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ctr"/>
            <a:r>
              <a:rPr lang="en-US" sz="3600" b="0" i="1">
                <a:solidFill>
                  <a:schemeClr val="tx1"/>
                </a:solidFill>
                <a:latin typeface="Arial" charset="0"/>
                <a:cs typeface="Arial" charset="0"/>
              </a:rPr>
              <a:t>k</a:t>
            </a:r>
            <a:r>
              <a:rPr lang="en-US" sz="3600" b="0">
                <a:latin typeface="Arial" charset="0"/>
                <a:cs typeface="Arial" charset="0"/>
              </a:rPr>
              <a:t>-th occurrence of event </a:t>
            </a:r>
            <a:r>
              <a:rPr lang="en-US" sz="3600" b="0">
                <a:solidFill>
                  <a:schemeClr val="tx1"/>
                </a:solidFill>
                <a:latin typeface="Arial" charset="0"/>
                <a:cs typeface="Arial" charset="0"/>
              </a:rPr>
              <a:t>a</a:t>
            </a:r>
            <a:r>
              <a:rPr lang="en-US" sz="3600" b="0" baseline="-25000">
                <a:solidFill>
                  <a:schemeClr val="tx1"/>
                </a:solidFill>
                <a:latin typeface="Arial" charset="0"/>
                <a:cs typeface="Arial" charset="0"/>
              </a:rPr>
              <a:t>0</a:t>
            </a:r>
          </a:p>
        </p:txBody>
      </p:sp>
      <p:sp>
        <p:nvSpPr>
          <p:cNvPr id="65544" name="AutoShape 6"/>
          <p:cNvSpPr>
            <a:spLocks noChangeArrowheads="1"/>
          </p:cNvSpPr>
          <p:nvPr/>
        </p:nvSpPr>
        <p:spPr bwMode="auto">
          <a:xfrm>
            <a:off x="2362200" y="5334000"/>
            <a:ext cx="1295400" cy="914400"/>
          </a:xfrm>
          <a:prstGeom prst="wedgeRoundRectCallout">
            <a:avLst>
              <a:gd name="adj1" fmla="val 112134"/>
              <a:gd name="adj2" fmla="val -58333"/>
              <a:gd name="adj3" fmla="val 16667"/>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eaLnBrk="0" hangingPunct="0"/>
            <a:r>
              <a:rPr lang="en-US">
                <a:solidFill>
                  <a:schemeClr val="tx1"/>
                </a:solidFill>
                <a:latin typeface="Arial" charset="0"/>
              </a:rPr>
              <a:t>A</a:t>
            </a:r>
            <a:r>
              <a:rPr lang="en-US" baseline="-25000">
                <a:solidFill>
                  <a:schemeClr val="tx1"/>
                </a:solidFill>
                <a:latin typeface="Arial" charset="0"/>
              </a:rPr>
              <a:t>0</a:t>
            </a:r>
            <a:r>
              <a:rPr lang="en-US" baseline="30000">
                <a:solidFill>
                  <a:schemeClr val="tx1"/>
                </a:solidFill>
                <a:latin typeface="Arial" charset="0"/>
              </a:rPr>
              <a:t>k</a:t>
            </a:r>
          </a:p>
        </p:txBody>
      </p:sp>
      <p:sp>
        <p:nvSpPr>
          <p:cNvPr id="65545" name="Text Box 7"/>
          <p:cNvSpPr txBox="1">
            <a:spLocks noChangeArrowheads="1"/>
          </p:cNvSpPr>
          <p:nvPr/>
        </p:nvSpPr>
        <p:spPr bwMode="auto">
          <a:xfrm>
            <a:off x="4114800" y="4648200"/>
            <a:ext cx="457200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ctr"/>
            <a:r>
              <a:rPr lang="en-US" sz="3600" b="0" i="1">
                <a:solidFill>
                  <a:schemeClr val="tx1"/>
                </a:solidFill>
                <a:latin typeface="Arial" charset="0"/>
                <a:cs typeface="Arial" charset="0"/>
              </a:rPr>
              <a:t>k</a:t>
            </a:r>
            <a:r>
              <a:rPr lang="en-US" sz="3600" b="0">
                <a:latin typeface="Arial" charset="0"/>
                <a:cs typeface="Arial" charset="0"/>
              </a:rPr>
              <a:t>-th occurrence of interval </a:t>
            </a:r>
            <a:r>
              <a:rPr lang="en-US" sz="3600" b="0">
                <a:solidFill>
                  <a:schemeClr val="tx1"/>
                </a:solidFill>
                <a:latin typeface="Arial" charset="0"/>
                <a:cs typeface="Arial" charset="0"/>
              </a:rPr>
              <a:t>A</a:t>
            </a:r>
            <a:r>
              <a:rPr lang="en-US" sz="3600" b="0" baseline="-25000">
                <a:solidFill>
                  <a:schemeClr val="tx1"/>
                </a:solidFill>
                <a:latin typeface="Arial" charset="0"/>
                <a:cs typeface="Arial" charset="0"/>
              </a:rPr>
              <a:t>0 </a:t>
            </a:r>
            <a:r>
              <a:rPr lang="en-US" sz="3600" b="0">
                <a:solidFill>
                  <a:schemeClr val="tx1"/>
                </a:solidFill>
                <a:latin typeface="Arial" charset="0"/>
                <a:cs typeface="Arial" charset="0"/>
              </a:rPr>
              <a:t>=(a</a:t>
            </a:r>
            <a:r>
              <a:rPr lang="en-US" sz="3600" b="0" baseline="-25000">
                <a:solidFill>
                  <a:schemeClr val="tx1"/>
                </a:solidFill>
                <a:latin typeface="Arial" charset="0"/>
                <a:cs typeface="Arial" charset="0"/>
              </a:rPr>
              <a:t>0</a:t>
            </a:r>
            <a:r>
              <a:rPr lang="en-US" sz="3600" b="0">
                <a:solidFill>
                  <a:schemeClr val="tx1"/>
                </a:solidFill>
                <a:latin typeface="Arial" charset="0"/>
                <a:cs typeface="Arial" charset="0"/>
              </a:rPr>
              <a:t>,a</a:t>
            </a:r>
            <a:r>
              <a:rPr lang="en-US" sz="3600" b="0" baseline="-25000">
                <a:solidFill>
                  <a:schemeClr val="tx1"/>
                </a:solidFill>
                <a:latin typeface="Arial" charset="0"/>
                <a:cs typeface="Arial" charset="0"/>
              </a:rPr>
              <a:t>1</a:t>
            </a:r>
            <a:r>
              <a:rPr lang="en-US" sz="3600" b="0">
                <a:solidFill>
                  <a:schemeClr val="tx1"/>
                </a:solidFill>
                <a:latin typeface="Arial" charset="0"/>
                <a:cs typeface="Arial" charset="0"/>
              </a:rPr>
              <a:t>)</a:t>
            </a:r>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7585"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67586"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577E9B7F-74E8-D549-BF6D-711EF7BA302C}" type="slidenum">
              <a:rPr lang="ar-SA" sz="1400" b="0">
                <a:solidFill>
                  <a:schemeClr val="tx1"/>
                </a:solidFill>
                <a:latin typeface="Arial" charset="0"/>
                <a:cs typeface="Arial" charset="0"/>
              </a:rPr>
              <a:pPr/>
              <a:t>26</a:t>
            </a:fld>
            <a:endParaRPr lang="en-US" sz="1400" b="0">
              <a:solidFill>
                <a:schemeClr val="tx1"/>
              </a:solidFill>
              <a:latin typeface="Arial" charset="0"/>
              <a:cs typeface="Arial" charset="0"/>
            </a:endParaRPr>
          </a:p>
        </p:txBody>
      </p:sp>
      <p:sp>
        <p:nvSpPr>
          <p:cNvPr id="67587" name="Rectangle 2"/>
          <p:cNvSpPr>
            <a:spLocks noGrp="1" noChangeArrowheads="1"/>
          </p:cNvSpPr>
          <p:nvPr>
            <p:ph type="title"/>
          </p:nvPr>
        </p:nvSpPr>
        <p:spPr/>
        <p:txBody>
          <a:bodyPr/>
          <a:lstStyle/>
          <a:p>
            <a:r>
              <a:rPr lang="en-US">
                <a:latin typeface="Arial" charset="0"/>
              </a:rPr>
              <a:t>Implementing a Counter</a:t>
            </a:r>
          </a:p>
        </p:txBody>
      </p:sp>
      <p:sp>
        <p:nvSpPr>
          <p:cNvPr id="67588" name="Text Box 3"/>
          <p:cNvSpPr txBox="1">
            <a:spLocks noChangeArrowheads="1"/>
          </p:cNvSpPr>
          <p:nvPr/>
        </p:nvSpPr>
        <p:spPr bwMode="auto">
          <a:xfrm>
            <a:off x="849313" y="2667000"/>
            <a:ext cx="7445375" cy="3305175"/>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eaLnBrk="1" hangingPunct="1">
              <a:lnSpc>
                <a:spcPct val="70000"/>
              </a:lnSpc>
              <a:spcBef>
                <a:spcPct val="30000"/>
              </a:spcBef>
            </a:pPr>
            <a:r>
              <a:rPr lang="en-US" sz="2400">
                <a:solidFill>
                  <a:schemeClr val="folHlink"/>
                </a:solidFill>
                <a:latin typeface="Courier New" charset="0"/>
                <a:cs typeface="Courier New" charset="0"/>
              </a:rPr>
              <a:t>public class Counter {</a:t>
            </a:r>
          </a:p>
          <a:p>
            <a:pPr eaLnBrk="1" hangingPunct="1">
              <a:lnSpc>
                <a:spcPct val="70000"/>
              </a:lnSpc>
              <a:spcBef>
                <a:spcPct val="30000"/>
              </a:spcBef>
            </a:pPr>
            <a:r>
              <a:rPr lang="en-US" sz="2400">
                <a:solidFill>
                  <a:schemeClr val="folHlink"/>
                </a:solidFill>
                <a:latin typeface="Courier New" charset="0"/>
                <a:cs typeface="Courier New" charset="0"/>
              </a:rPr>
              <a:t>  private long value;</a:t>
            </a:r>
          </a:p>
          <a:p>
            <a:pPr eaLnBrk="1" hangingPunct="1">
              <a:lnSpc>
                <a:spcPct val="70000"/>
              </a:lnSpc>
              <a:spcBef>
                <a:spcPct val="30000"/>
              </a:spcBef>
            </a:pPr>
            <a:endParaRPr lang="en-US" sz="2400">
              <a:solidFill>
                <a:schemeClr val="folHlink"/>
              </a:solidFill>
              <a:latin typeface="Courier New" charset="0"/>
              <a:cs typeface="Courier New" charset="0"/>
            </a:endParaRPr>
          </a:p>
          <a:p>
            <a:pPr eaLnBrk="1" hangingPunct="1">
              <a:lnSpc>
                <a:spcPct val="70000"/>
              </a:lnSpc>
              <a:spcBef>
                <a:spcPct val="30000"/>
              </a:spcBef>
            </a:pPr>
            <a:r>
              <a:rPr lang="en-US" sz="2400">
                <a:solidFill>
                  <a:schemeClr val="folHlink"/>
                </a:solidFill>
                <a:latin typeface="Courier New" charset="0"/>
                <a:cs typeface="Courier New" charset="0"/>
              </a:rPr>
              <a:t>  public long getAndIncrement() {</a:t>
            </a:r>
          </a:p>
          <a:p>
            <a:pPr eaLnBrk="1" hangingPunct="1">
              <a:lnSpc>
                <a:spcPct val="70000"/>
              </a:lnSpc>
              <a:spcBef>
                <a:spcPct val="30000"/>
              </a:spcBef>
            </a:pPr>
            <a:r>
              <a:rPr lang="en-US" sz="2400">
                <a:latin typeface="Courier New" charset="0"/>
                <a:cs typeface="Courier New" charset="0"/>
              </a:rPr>
              <a:t>    temp  = value;</a:t>
            </a:r>
          </a:p>
          <a:p>
            <a:pPr eaLnBrk="1" hangingPunct="1">
              <a:lnSpc>
                <a:spcPct val="70000"/>
              </a:lnSpc>
              <a:spcBef>
                <a:spcPct val="30000"/>
              </a:spcBef>
            </a:pPr>
            <a:r>
              <a:rPr lang="en-US" sz="2400">
                <a:latin typeface="Courier New" charset="0"/>
                <a:cs typeface="Courier New" charset="0"/>
              </a:rPr>
              <a:t>    value = temp + 1;</a:t>
            </a:r>
          </a:p>
          <a:p>
            <a:pPr eaLnBrk="1" hangingPunct="1">
              <a:lnSpc>
                <a:spcPct val="70000"/>
              </a:lnSpc>
              <a:spcBef>
                <a:spcPct val="30000"/>
              </a:spcBef>
            </a:pPr>
            <a:r>
              <a:rPr lang="en-US" sz="2400">
                <a:latin typeface="Courier New" charset="0"/>
                <a:cs typeface="Courier New" charset="0"/>
              </a:rPr>
              <a:t>    </a:t>
            </a:r>
            <a:r>
              <a:rPr lang="en-US" sz="2400">
                <a:solidFill>
                  <a:schemeClr val="folHlink"/>
                </a:solidFill>
                <a:latin typeface="Courier New" charset="0"/>
                <a:cs typeface="Courier New" charset="0"/>
              </a:rPr>
              <a:t>return temp;</a:t>
            </a:r>
          </a:p>
          <a:p>
            <a:pPr eaLnBrk="1" hangingPunct="1">
              <a:lnSpc>
                <a:spcPct val="70000"/>
              </a:lnSpc>
              <a:spcBef>
                <a:spcPct val="30000"/>
              </a:spcBef>
            </a:pPr>
            <a:r>
              <a:rPr lang="en-US" sz="2400">
                <a:solidFill>
                  <a:schemeClr val="folHlink"/>
                </a:solidFill>
                <a:latin typeface="Courier New" charset="0"/>
                <a:cs typeface="Courier New" charset="0"/>
              </a:rPr>
              <a:t>  }</a:t>
            </a:r>
          </a:p>
          <a:p>
            <a:pPr eaLnBrk="1" hangingPunct="1">
              <a:lnSpc>
                <a:spcPct val="70000"/>
              </a:lnSpc>
              <a:spcBef>
                <a:spcPct val="30000"/>
              </a:spcBef>
            </a:pPr>
            <a:r>
              <a:rPr lang="en-US" sz="2400">
                <a:solidFill>
                  <a:schemeClr val="folHlink"/>
                </a:solidFill>
                <a:latin typeface="Courier New" charset="0"/>
                <a:cs typeface="Courier New" charset="0"/>
              </a:rPr>
              <a:t>}</a:t>
            </a:r>
          </a:p>
        </p:txBody>
      </p:sp>
      <p:sp>
        <p:nvSpPr>
          <p:cNvPr id="67589" name="AutoShape 4"/>
          <p:cNvSpPr>
            <a:spLocks noChangeArrowheads="1"/>
          </p:cNvSpPr>
          <p:nvPr/>
        </p:nvSpPr>
        <p:spPr bwMode="auto">
          <a:xfrm>
            <a:off x="1524000" y="4114800"/>
            <a:ext cx="3352800" cy="762000"/>
          </a:xfrm>
          <a:prstGeom prst="wedgeRoundRectCallout">
            <a:avLst>
              <a:gd name="adj1" fmla="val 52176"/>
              <a:gd name="adj2" fmla="val 111667"/>
              <a:gd name="adj3" fmla="val 16667"/>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eaLnBrk="0" hangingPunct="0"/>
            <a:endParaRPr lang="en-US" b="0">
              <a:latin typeface="Arial" charset="0"/>
            </a:endParaRPr>
          </a:p>
        </p:txBody>
      </p:sp>
      <p:sp>
        <p:nvSpPr>
          <p:cNvPr id="67590" name="Text Box 5"/>
          <p:cNvSpPr txBox="1">
            <a:spLocks noChangeArrowheads="1"/>
          </p:cNvSpPr>
          <p:nvPr/>
        </p:nvSpPr>
        <p:spPr bwMode="auto">
          <a:xfrm>
            <a:off x="4724400" y="5029200"/>
            <a:ext cx="4143375"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ctr"/>
            <a:r>
              <a:rPr lang="en-US" sz="3200" b="0">
                <a:solidFill>
                  <a:srgbClr val="FF0000"/>
                </a:solidFill>
                <a:latin typeface="Arial" charset="0"/>
                <a:cs typeface="Arial" charset="0"/>
              </a:rPr>
              <a:t>Make these steps </a:t>
            </a:r>
            <a:r>
              <a:rPr lang="en-US" sz="3200" b="0" i="1">
                <a:solidFill>
                  <a:srgbClr val="FF0000"/>
                </a:solidFill>
                <a:latin typeface="Arial" charset="0"/>
                <a:cs typeface="Arial" charset="0"/>
              </a:rPr>
              <a:t>indivisible </a:t>
            </a:r>
            <a:r>
              <a:rPr lang="en-US" sz="3200" b="0">
                <a:solidFill>
                  <a:srgbClr val="FF0000"/>
                </a:solidFill>
                <a:latin typeface="Arial" charset="0"/>
                <a:cs typeface="Arial" charset="0"/>
              </a:rPr>
              <a:t>using locks</a:t>
            </a:r>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69634"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7CC092B2-6972-EF4E-8F76-479FBB4B2740}" type="slidenum">
              <a:rPr lang="ar-SA" sz="1400" b="0">
                <a:solidFill>
                  <a:schemeClr val="tx1"/>
                </a:solidFill>
                <a:latin typeface="Arial" charset="0"/>
                <a:cs typeface="Arial" charset="0"/>
              </a:rPr>
              <a:pPr/>
              <a:t>27</a:t>
            </a:fld>
            <a:endParaRPr lang="en-US" sz="1400" b="0">
              <a:solidFill>
                <a:schemeClr val="tx1"/>
              </a:solidFill>
              <a:latin typeface="Arial" charset="0"/>
              <a:cs typeface="Arial" charset="0"/>
            </a:endParaRPr>
          </a:p>
        </p:txBody>
      </p:sp>
      <p:pic>
        <p:nvPicPr>
          <p:cNvPr id="69635" name="Picture 13"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6" name="Rectangle 2"/>
          <p:cNvSpPr>
            <a:spLocks noGrp="1" noChangeArrowheads="1"/>
          </p:cNvSpPr>
          <p:nvPr>
            <p:ph type="title"/>
          </p:nvPr>
        </p:nvSpPr>
        <p:spPr/>
        <p:txBody>
          <a:bodyPr/>
          <a:lstStyle/>
          <a:p>
            <a:r>
              <a:rPr lang="en-US">
                <a:latin typeface="Arial" charset="0"/>
              </a:rPr>
              <a:t>Locks (Mutual Exclusion)</a:t>
            </a:r>
          </a:p>
        </p:txBody>
      </p:sp>
      <p:sp>
        <p:nvSpPr>
          <p:cNvPr id="69637" name="Text Box 3"/>
          <p:cNvSpPr txBox="1">
            <a:spLocks noChangeArrowheads="1"/>
          </p:cNvSpPr>
          <p:nvPr/>
        </p:nvSpPr>
        <p:spPr bwMode="auto">
          <a:xfrm>
            <a:off x="849313" y="2209800"/>
            <a:ext cx="7445375" cy="2197100"/>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eaLnBrk="1" hangingPunct="1">
              <a:lnSpc>
                <a:spcPct val="70000"/>
              </a:lnSpc>
              <a:spcBef>
                <a:spcPct val="30000"/>
              </a:spcBef>
            </a:pPr>
            <a:r>
              <a:rPr lang="en-US" sz="2400">
                <a:solidFill>
                  <a:schemeClr val="tx1"/>
                </a:solidFill>
                <a:latin typeface="Courier New" charset="0"/>
                <a:cs typeface="Courier New" charset="0"/>
              </a:rPr>
              <a:t>public interface </a:t>
            </a:r>
            <a:r>
              <a:rPr lang="en-US" sz="2400">
                <a:solidFill>
                  <a:srgbClr val="6666FF"/>
                </a:solidFill>
                <a:latin typeface="Courier New" charset="0"/>
                <a:cs typeface="Courier New" charset="0"/>
              </a:rPr>
              <a:t>Lock {</a:t>
            </a:r>
          </a:p>
          <a:p>
            <a:pPr eaLnBrk="1" hangingPunct="1">
              <a:lnSpc>
                <a:spcPct val="70000"/>
              </a:lnSpc>
              <a:spcBef>
                <a:spcPct val="30000"/>
              </a:spcBef>
            </a:pPr>
            <a:endParaRPr lang="en-US" sz="2400">
              <a:solidFill>
                <a:schemeClr val="tx1"/>
              </a:solidFill>
              <a:latin typeface="Courier New" charset="0"/>
              <a:cs typeface="Courier New" charset="0"/>
            </a:endParaRPr>
          </a:p>
          <a:p>
            <a:pPr eaLnBrk="1" hangingPunct="1">
              <a:lnSpc>
                <a:spcPct val="70000"/>
              </a:lnSpc>
              <a:spcBef>
                <a:spcPct val="30000"/>
              </a:spcBef>
            </a:pPr>
            <a:r>
              <a:rPr lang="en-US" sz="2400">
                <a:solidFill>
                  <a:schemeClr val="tx1"/>
                </a:solidFill>
                <a:latin typeface="Courier New" charset="0"/>
                <a:cs typeface="Courier New" charset="0"/>
              </a:rPr>
              <a:t> public void </a:t>
            </a:r>
            <a:r>
              <a:rPr lang="en-US" sz="2400">
                <a:solidFill>
                  <a:srgbClr val="0066FF"/>
                </a:solidFill>
                <a:latin typeface="Courier New" charset="0"/>
                <a:cs typeface="Courier New" charset="0"/>
              </a:rPr>
              <a:t>lock();</a:t>
            </a:r>
          </a:p>
          <a:p>
            <a:pPr eaLnBrk="1" hangingPunct="1">
              <a:lnSpc>
                <a:spcPct val="70000"/>
              </a:lnSpc>
              <a:spcBef>
                <a:spcPct val="30000"/>
              </a:spcBef>
            </a:pPr>
            <a:endParaRPr lang="en-US" sz="2400">
              <a:solidFill>
                <a:schemeClr val="tx1"/>
              </a:solidFill>
              <a:latin typeface="Courier New" charset="0"/>
              <a:cs typeface="Courier New" charset="0"/>
            </a:endParaRPr>
          </a:p>
          <a:p>
            <a:pPr eaLnBrk="1" hangingPunct="1">
              <a:lnSpc>
                <a:spcPct val="70000"/>
              </a:lnSpc>
              <a:spcBef>
                <a:spcPct val="30000"/>
              </a:spcBef>
            </a:pPr>
            <a:r>
              <a:rPr lang="en-US" sz="2400">
                <a:solidFill>
                  <a:schemeClr val="tx1"/>
                </a:solidFill>
                <a:latin typeface="Courier New" charset="0"/>
                <a:cs typeface="Courier New" charset="0"/>
              </a:rPr>
              <a:t> public void </a:t>
            </a:r>
            <a:r>
              <a:rPr lang="en-US" sz="2400">
                <a:solidFill>
                  <a:srgbClr val="6666FF"/>
                </a:solidFill>
                <a:latin typeface="Courier New" charset="0"/>
                <a:cs typeface="Courier New" charset="0"/>
              </a:rPr>
              <a:t>unlock();</a:t>
            </a:r>
          </a:p>
          <a:p>
            <a:pPr eaLnBrk="1" hangingPunct="1">
              <a:lnSpc>
                <a:spcPct val="70000"/>
              </a:lnSpc>
              <a:spcBef>
                <a:spcPct val="30000"/>
              </a:spcBef>
            </a:pPr>
            <a:r>
              <a:rPr lang="en-US" sz="2400">
                <a:solidFill>
                  <a:schemeClr val="accent2"/>
                </a:solidFill>
                <a:latin typeface="Courier New" charset="0"/>
                <a:cs typeface="Courier New" charset="0"/>
              </a:rPr>
              <a:t>}</a:t>
            </a:r>
          </a:p>
        </p:txBody>
      </p:sp>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71682"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D7001EFC-F8C2-9A48-AF3A-57FEB4A56587}" type="slidenum">
              <a:rPr lang="ar-SA" sz="1400" b="0">
                <a:solidFill>
                  <a:schemeClr val="tx1"/>
                </a:solidFill>
                <a:latin typeface="Arial" charset="0"/>
                <a:cs typeface="Arial" charset="0"/>
              </a:rPr>
              <a:pPr/>
              <a:t>28</a:t>
            </a:fld>
            <a:endParaRPr lang="en-US" sz="1400" b="0">
              <a:solidFill>
                <a:schemeClr val="tx1"/>
              </a:solidFill>
              <a:latin typeface="Arial" charset="0"/>
              <a:cs typeface="Arial" charset="0"/>
            </a:endParaRPr>
          </a:p>
        </p:txBody>
      </p:sp>
      <p:pic>
        <p:nvPicPr>
          <p:cNvPr id="71683" name="Picture 8"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684" name="Rectangle 2"/>
          <p:cNvSpPr>
            <a:spLocks noGrp="1" noChangeArrowheads="1"/>
          </p:cNvSpPr>
          <p:nvPr>
            <p:ph type="title"/>
          </p:nvPr>
        </p:nvSpPr>
        <p:spPr/>
        <p:txBody>
          <a:bodyPr/>
          <a:lstStyle/>
          <a:p>
            <a:r>
              <a:rPr lang="en-US">
                <a:latin typeface="Arial" charset="0"/>
              </a:rPr>
              <a:t>Locks (Mutual Exclusion)</a:t>
            </a:r>
          </a:p>
        </p:txBody>
      </p:sp>
      <p:sp>
        <p:nvSpPr>
          <p:cNvPr id="71685" name="Text Box 3"/>
          <p:cNvSpPr txBox="1">
            <a:spLocks noChangeArrowheads="1"/>
          </p:cNvSpPr>
          <p:nvPr/>
        </p:nvSpPr>
        <p:spPr bwMode="auto">
          <a:xfrm>
            <a:off x="849313" y="2209800"/>
            <a:ext cx="7445375" cy="2382838"/>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eaLnBrk="1" hangingPunct="1">
              <a:lnSpc>
                <a:spcPct val="70000"/>
              </a:lnSpc>
              <a:spcBef>
                <a:spcPct val="30000"/>
              </a:spcBef>
            </a:pPr>
            <a:r>
              <a:rPr lang="en-US" sz="2400">
                <a:solidFill>
                  <a:schemeClr val="folHlink"/>
                </a:solidFill>
                <a:latin typeface="Courier New" charset="0"/>
                <a:cs typeface="Courier New" charset="0"/>
              </a:rPr>
              <a:t>public interface Lock {</a:t>
            </a:r>
            <a:endParaRPr lang="en-US" sz="2400">
              <a:solidFill>
                <a:srgbClr val="6666FF"/>
              </a:solidFill>
              <a:latin typeface="Courier New" charset="0"/>
            </a:endParaRPr>
          </a:p>
          <a:p>
            <a:pPr eaLnBrk="1" hangingPunct="1">
              <a:lnSpc>
                <a:spcPct val="70000"/>
              </a:lnSpc>
              <a:spcBef>
                <a:spcPct val="30000"/>
              </a:spcBef>
            </a:pPr>
            <a:endParaRPr lang="en-US" sz="2400">
              <a:solidFill>
                <a:srgbClr val="6666FF"/>
              </a:solidFill>
              <a:latin typeface="Courier New" charset="0"/>
            </a:endParaRPr>
          </a:p>
          <a:p>
            <a:pPr eaLnBrk="1" hangingPunct="1">
              <a:lnSpc>
                <a:spcPct val="70000"/>
              </a:lnSpc>
              <a:spcBef>
                <a:spcPct val="30000"/>
              </a:spcBef>
            </a:pPr>
            <a:endParaRPr lang="en-US" sz="1200">
              <a:solidFill>
                <a:schemeClr val="folHlink"/>
              </a:solidFill>
              <a:latin typeface="Courier New" charset="0"/>
              <a:cs typeface="Courier New" charset="0"/>
            </a:endParaRPr>
          </a:p>
          <a:p>
            <a:pPr eaLnBrk="1" hangingPunct="1">
              <a:lnSpc>
                <a:spcPct val="70000"/>
              </a:lnSpc>
              <a:spcBef>
                <a:spcPct val="30000"/>
              </a:spcBef>
            </a:pPr>
            <a:r>
              <a:rPr lang="en-US" sz="2400">
                <a:solidFill>
                  <a:schemeClr val="tx1"/>
                </a:solidFill>
                <a:latin typeface="Courier New" charset="0"/>
                <a:cs typeface="Courier New" charset="0"/>
              </a:rPr>
              <a:t> public void </a:t>
            </a:r>
            <a:r>
              <a:rPr lang="en-US" sz="2400">
                <a:solidFill>
                  <a:srgbClr val="0066FF"/>
                </a:solidFill>
                <a:latin typeface="Courier New" charset="0"/>
                <a:cs typeface="Courier New" charset="0"/>
              </a:rPr>
              <a:t>lock();</a:t>
            </a:r>
          </a:p>
          <a:p>
            <a:pPr eaLnBrk="1" hangingPunct="1">
              <a:lnSpc>
                <a:spcPct val="70000"/>
              </a:lnSpc>
              <a:spcBef>
                <a:spcPct val="30000"/>
              </a:spcBef>
            </a:pPr>
            <a:endParaRPr lang="en-US" sz="2400">
              <a:solidFill>
                <a:schemeClr val="tx1"/>
              </a:solidFill>
              <a:latin typeface="Courier New" charset="0"/>
              <a:cs typeface="Courier New" charset="0"/>
            </a:endParaRPr>
          </a:p>
          <a:p>
            <a:pPr eaLnBrk="1" hangingPunct="1">
              <a:lnSpc>
                <a:spcPct val="70000"/>
              </a:lnSpc>
              <a:spcBef>
                <a:spcPct val="30000"/>
              </a:spcBef>
            </a:pPr>
            <a:r>
              <a:rPr lang="en-US" sz="2400">
                <a:solidFill>
                  <a:schemeClr val="tx1"/>
                </a:solidFill>
                <a:latin typeface="Courier New" charset="0"/>
                <a:cs typeface="Courier New" charset="0"/>
              </a:rPr>
              <a:t> </a:t>
            </a:r>
            <a:r>
              <a:rPr lang="en-US" sz="2400">
                <a:solidFill>
                  <a:schemeClr val="folHlink"/>
                </a:solidFill>
                <a:latin typeface="Courier New" charset="0"/>
                <a:cs typeface="Courier New" charset="0"/>
              </a:rPr>
              <a:t>public void unlock();</a:t>
            </a:r>
          </a:p>
          <a:p>
            <a:pPr eaLnBrk="1" hangingPunct="1">
              <a:lnSpc>
                <a:spcPct val="70000"/>
              </a:lnSpc>
              <a:spcBef>
                <a:spcPct val="30000"/>
              </a:spcBef>
            </a:pPr>
            <a:r>
              <a:rPr lang="en-US" sz="2400">
                <a:solidFill>
                  <a:schemeClr val="folHlink"/>
                </a:solidFill>
                <a:latin typeface="Courier New" charset="0"/>
                <a:cs typeface="Courier New" charset="0"/>
              </a:rPr>
              <a:t>}</a:t>
            </a:r>
          </a:p>
        </p:txBody>
      </p:sp>
      <p:sp>
        <p:nvSpPr>
          <p:cNvPr id="71686" name="AutoShape 4"/>
          <p:cNvSpPr>
            <a:spLocks noChangeArrowheads="1"/>
          </p:cNvSpPr>
          <p:nvPr/>
        </p:nvSpPr>
        <p:spPr bwMode="auto">
          <a:xfrm>
            <a:off x="1004888" y="2924175"/>
            <a:ext cx="3825875" cy="609600"/>
          </a:xfrm>
          <a:prstGeom prst="wedgeRoundRectCallout">
            <a:avLst>
              <a:gd name="adj1" fmla="val 77593"/>
              <a:gd name="adj2" fmla="val -2866"/>
              <a:gd name="adj3" fmla="val 16667"/>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eaLnBrk="0" hangingPunct="0"/>
            <a:endParaRPr lang="en-US" b="0">
              <a:latin typeface="Arial" charset="0"/>
            </a:endParaRPr>
          </a:p>
        </p:txBody>
      </p:sp>
      <p:sp>
        <p:nvSpPr>
          <p:cNvPr id="71687" name="Text Box 5"/>
          <p:cNvSpPr txBox="1">
            <a:spLocks noChangeArrowheads="1"/>
          </p:cNvSpPr>
          <p:nvPr/>
        </p:nvSpPr>
        <p:spPr bwMode="auto">
          <a:xfrm>
            <a:off x="5915025" y="2927350"/>
            <a:ext cx="2438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ctr"/>
            <a:r>
              <a:rPr lang="en-US" sz="2800">
                <a:solidFill>
                  <a:srgbClr val="FF0000"/>
                </a:solidFill>
                <a:latin typeface="Arial" charset="0"/>
                <a:cs typeface="Arial" charset="0"/>
              </a:rPr>
              <a:t>acquire lock</a:t>
            </a:r>
          </a:p>
        </p:txBody>
      </p:sp>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73730"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1A9E662B-501B-BA4D-AF2E-6BA8D83B7557}" type="slidenum">
              <a:rPr lang="ar-SA" sz="1400" b="0">
                <a:solidFill>
                  <a:schemeClr val="tx1"/>
                </a:solidFill>
                <a:latin typeface="Arial" charset="0"/>
                <a:cs typeface="Arial" charset="0"/>
              </a:rPr>
              <a:pPr/>
              <a:t>29</a:t>
            </a:fld>
            <a:endParaRPr lang="en-US" sz="1400" b="0">
              <a:solidFill>
                <a:schemeClr val="tx1"/>
              </a:solidFill>
              <a:latin typeface="Arial" charset="0"/>
              <a:cs typeface="Arial" charset="0"/>
            </a:endParaRPr>
          </a:p>
        </p:txBody>
      </p:sp>
      <p:pic>
        <p:nvPicPr>
          <p:cNvPr id="73731" name="Picture 10"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732" name="Rectangle 2"/>
          <p:cNvSpPr>
            <a:spLocks noGrp="1" noChangeArrowheads="1"/>
          </p:cNvSpPr>
          <p:nvPr>
            <p:ph type="title"/>
          </p:nvPr>
        </p:nvSpPr>
        <p:spPr/>
        <p:txBody>
          <a:bodyPr/>
          <a:lstStyle/>
          <a:p>
            <a:r>
              <a:rPr lang="en-US">
                <a:latin typeface="Arial" charset="0"/>
              </a:rPr>
              <a:t>Locks (Mutual Exclusion)</a:t>
            </a:r>
          </a:p>
        </p:txBody>
      </p:sp>
      <p:sp>
        <p:nvSpPr>
          <p:cNvPr id="73733" name="Text Box 3"/>
          <p:cNvSpPr txBox="1">
            <a:spLocks noChangeArrowheads="1"/>
          </p:cNvSpPr>
          <p:nvPr/>
        </p:nvSpPr>
        <p:spPr bwMode="auto">
          <a:xfrm>
            <a:off x="849313" y="2209800"/>
            <a:ext cx="7445375" cy="2197100"/>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eaLnBrk="1" hangingPunct="1">
              <a:lnSpc>
                <a:spcPct val="70000"/>
              </a:lnSpc>
              <a:spcBef>
                <a:spcPct val="30000"/>
              </a:spcBef>
            </a:pPr>
            <a:r>
              <a:rPr lang="en-US" sz="2400">
                <a:solidFill>
                  <a:schemeClr val="folHlink"/>
                </a:solidFill>
                <a:latin typeface="Courier New" charset="0"/>
                <a:cs typeface="Courier New" charset="0"/>
              </a:rPr>
              <a:t>public interface Lock {</a:t>
            </a:r>
          </a:p>
          <a:p>
            <a:pPr eaLnBrk="1" hangingPunct="1">
              <a:lnSpc>
                <a:spcPct val="70000"/>
              </a:lnSpc>
              <a:spcBef>
                <a:spcPct val="30000"/>
              </a:spcBef>
            </a:pPr>
            <a:endParaRPr lang="en-US" sz="2400">
              <a:solidFill>
                <a:schemeClr val="folHlink"/>
              </a:solidFill>
              <a:latin typeface="Courier New" charset="0"/>
              <a:cs typeface="Courier New" charset="0"/>
            </a:endParaRPr>
          </a:p>
          <a:p>
            <a:pPr eaLnBrk="1" hangingPunct="1">
              <a:lnSpc>
                <a:spcPct val="70000"/>
              </a:lnSpc>
              <a:spcBef>
                <a:spcPct val="30000"/>
              </a:spcBef>
            </a:pPr>
            <a:r>
              <a:rPr lang="en-US" sz="2400">
                <a:solidFill>
                  <a:schemeClr val="tx1"/>
                </a:solidFill>
                <a:latin typeface="Courier New" charset="0"/>
                <a:cs typeface="Courier New" charset="0"/>
              </a:rPr>
              <a:t> public void </a:t>
            </a:r>
            <a:r>
              <a:rPr lang="en-US" sz="2400">
                <a:solidFill>
                  <a:srgbClr val="0066FF"/>
                </a:solidFill>
                <a:latin typeface="Courier New" charset="0"/>
                <a:cs typeface="Courier New" charset="0"/>
              </a:rPr>
              <a:t>lock();</a:t>
            </a:r>
          </a:p>
          <a:p>
            <a:pPr eaLnBrk="1" hangingPunct="1">
              <a:lnSpc>
                <a:spcPct val="70000"/>
              </a:lnSpc>
              <a:spcBef>
                <a:spcPct val="30000"/>
              </a:spcBef>
            </a:pPr>
            <a:endParaRPr lang="en-US" sz="2400">
              <a:solidFill>
                <a:schemeClr val="tx1"/>
              </a:solidFill>
              <a:latin typeface="Courier New" charset="0"/>
              <a:cs typeface="Courier New" charset="0"/>
            </a:endParaRPr>
          </a:p>
          <a:p>
            <a:pPr eaLnBrk="1" hangingPunct="1">
              <a:lnSpc>
                <a:spcPct val="70000"/>
              </a:lnSpc>
              <a:spcBef>
                <a:spcPct val="30000"/>
              </a:spcBef>
            </a:pPr>
            <a:r>
              <a:rPr lang="en-US" sz="2400">
                <a:solidFill>
                  <a:schemeClr val="tx1"/>
                </a:solidFill>
                <a:latin typeface="Courier New" charset="0"/>
                <a:cs typeface="Courier New" charset="0"/>
              </a:rPr>
              <a:t> public void </a:t>
            </a:r>
            <a:r>
              <a:rPr lang="en-US" sz="2400">
                <a:solidFill>
                  <a:srgbClr val="6666FF"/>
                </a:solidFill>
                <a:latin typeface="Courier New" charset="0"/>
                <a:cs typeface="Courier New" charset="0"/>
              </a:rPr>
              <a:t>unlock();</a:t>
            </a:r>
          </a:p>
          <a:p>
            <a:pPr eaLnBrk="1" hangingPunct="1">
              <a:lnSpc>
                <a:spcPct val="70000"/>
              </a:lnSpc>
              <a:spcBef>
                <a:spcPct val="30000"/>
              </a:spcBef>
            </a:pPr>
            <a:r>
              <a:rPr lang="en-US" sz="2400">
                <a:solidFill>
                  <a:schemeClr val="folHlink"/>
                </a:solidFill>
                <a:latin typeface="Courier New" charset="0"/>
                <a:cs typeface="Courier New" charset="0"/>
              </a:rPr>
              <a:t>}</a:t>
            </a:r>
          </a:p>
        </p:txBody>
      </p:sp>
      <p:sp>
        <p:nvSpPr>
          <p:cNvPr id="73734" name="AutoShape 6"/>
          <p:cNvSpPr>
            <a:spLocks noChangeArrowheads="1"/>
          </p:cNvSpPr>
          <p:nvPr/>
        </p:nvSpPr>
        <p:spPr bwMode="auto">
          <a:xfrm>
            <a:off x="1047750" y="3548063"/>
            <a:ext cx="4024313" cy="609600"/>
          </a:xfrm>
          <a:prstGeom prst="wedgeRoundRectCallout">
            <a:avLst>
              <a:gd name="adj1" fmla="val 66528"/>
              <a:gd name="adj2" fmla="val 16926"/>
              <a:gd name="adj3" fmla="val 16667"/>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eaLnBrk="0" hangingPunct="0"/>
            <a:endParaRPr lang="en-US" b="0">
              <a:latin typeface="Arial" charset="0"/>
            </a:endParaRPr>
          </a:p>
        </p:txBody>
      </p:sp>
      <p:sp>
        <p:nvSpPr>
          <p:cNvPr id="73735" name="Text Box 7"/>
          <p:cNvSpPr txBox="1">
            <a:spLocks noChangeArrowheads="1"/>
          </p:cNvSpPr>
          <p:nvPr/>
        </p:nvSpPr>
        <p:spPr bwMode="auto">
          <a:xfrm>
            <a:off x="5930900" y="3663950"/>
            <a:ext cx="23685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ctr"/>
            <a:r>
              <a:rPr lang="en-US" sz="2800">
                <a:solidFill>
                  <a:srgbClr val="FF0000"/>
                </a:solidFill>
                <a:latin typeface="Arial" charset="0"/>
                <a:cs typeface="Arial" charset="0"/>
              </a:rPr>
              <a:t>release lock</a:t>
            </a:r>
          </a:p>
        </p:txBody>
      </p:sp>
      <p:sp>
        <p:nvSpPr>
          <p:cNvPr id="73736" name="AutoShape 8"/>
          <p:cNvSpPr>
            <a:spLocks noChangeArrowheads="1"/>
          </p:cNvSpPr>
          <p:nvPr/>
        </p:nvSpPr>
        <p:spPr bwMode="auto">
          <a:xfrm>
            <a:off x="1004888" y="2809875"/>
            <a:ext cx="3825875" cy="609600"/>
          </a:xfrm>
          <a:prstGeom prst="wedgeRoundRectCallout">
            <a:avLst>
              <a:gd name="adj1" fmla="val 77593"/>
              <a:gd name="adj2" fmla="val -2866"/>
              <a:gd name="adj3" fmla="val 16667"/>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eaLnBrk="0" hangingPunct="0"/>
            <a:endParaRPr lang="en-US" b="0">
              <a:latin typeface="Arial" charset="0"/>
            </a:endParaRPr>
          </a:p>
        </p:txBody>
      </p:sp>
      <p:sp>
        <p:nvSpPr>
          <p:cNvPr id="73737" name="Text Box 9"/>
          <p:cNvSpPr txBox="1">
            <a:spLocks noChangeArrowheads="1"/>
          </p:cNvSpPr>
          <p:nvPr/>
        </p:nvSpPr>
        <p:spPr bwMode="auto">
          <a:xfrm>
            <a:off x="5856288" y="2824163"/>
            <a:ext cx="2438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ctr"/>
            <a:r>
              <a:rPr lang="en-US" sz="2800">
                <a:solidFill>
                  <a:srgbClr val="FF0000"/>
                </a:solidFill>
                <a:latin typeface="Arial" charset="0"/>
                <a:cs typeface="Arial" charset="0"/>
              </a:rPr>
              <a:t>acquire lock</a:t>
            </a:r>
          </a:p>
        </p:txBody>
      </p:sp>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75778"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7D48895C-1F84-134E-A8B4-52E2CBCEAE84}" type="slidenum">
              <a:rPr lang="ar-SA" sz="1400" b="0">
                <a:solidFill>
                  <a:schemeClr val="tx1"/>
                </a:solidFill>
                <a:latin typeface="Arial" charset="0"/>
                <a:cs typeface="Arial" charset="0"/>
              </a:rPr>
              <a:pPr/>
              <a:t>30</a:t>
            </a:fld>
            <a:endParaRPr lang="en-US" sz="1400" b="0">
              <a:solidFill>
                <a:schemeClr val="tx1"/>
              </a:solidFill>
              <a:latin typeface="Arial" charset="0"/>
              <a:cs typeface="Arial" charset="0"/>
            </a:endParaRPr>
          </a:p>
        </p:txBody>
      </p:sp>
      <p:pic>
        <p:nvPicPr>
          <p:cNvPr id="75779" name="Picture 10"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0" name="Rectangle 2"/>
          <p:cNvSpPr>
            <a:spLocks noGrp="1" noChangeArrowheads="1"/>
          </p:cNvSpPr>
          <p:nvPr>
            <p:ph type="title"/>
          </p:nvPr>
        </p:nvSpPr>
        <p:spPr/>
        <p:txBody>
          <a:bodyPr/>
          <a:lstStyle/>
          <a:p>
            <a:r>
              <a:rPr lang="en-US">
                <a:latin typeface="Arial" charset="0"/>
              </a:rPr>
              <a:t>Using Locks</a:t>
            </a:r>
          </a:p>
        </p:txBody>
      </p:sp>
      <p:sp>
        <p:nvSpPr>
          <p:cNvPr id="75781" name="Text Box 3"/>
          <p:cNvSpPr txBox="1">
            <a:spLocks noChangeArrowheads="1"/>
          </p:cNvSpPr>
          <p:nvPr/>
        </p:nvSpPr>
        <p:spPr bwMode="auto">
          <a:xfrm>
            <a:off x="773113" y="2057400"/>
            <a:ext cx="7445375" cy="3962400"/>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eaLnBrk="1" hangingPunct="1">
              <a:lnSpc>
                <a:spcPct val="70000"/>
              </a:lnSpc>
              <a:spcBef>
                <a:spcPct val="30000"/>
              </a:spcBef>
            </a:pPr>
            <a:r>
              <a:rPr lang="en-US" sz="2000">
                <a:solidFill>
                  <a:schemeClr val="tx1"/>
                </a:solidFill>
                <a:latin typeface="Courier New" charset="0"/>
                <a:cs typeface="Courier New" charset="0"/>
              </a:rPr>
              <a:t>public class </a:t>
            </a:r>
            <a:r>
              <a:rPr lang="en-US" sz="2000">
                <a:solidFill>
                  <a:srgbClr val="3333FF"/>
                </a:solidFill>
                <a:latin typeface="Courier New" charset="0"/>
                <a:cs typeface="Courier New" charset="0"/>
              </a:rPr>
              <a:t>Counter {</a:t>
            </a:r>
          </a:p>
          <a:p>
            <a:pPr eaLnBrk="1" hangingPunct="1">
              <a:lnSpc>
                <a:spcPct val="70000"/>
              </a:lnSpc>
              <a:spcBef>
                <a:spcPct val="30000"/>
              </a:spcBef>
            </a:pPr>
            <a:r>
              <a:rPr lang="en-US" sz="2000">
                <a:solidFill>
                  <a:schemeClr val="tx1"/>
                </a:solidFill>
                <a:latin typeface="Courier New" charset="0"/>
                <a:cs typeface="Courier New" charset="0"/>
              </a:rPr>
              <a:t>  private long </a:t>
            </a:r>
            <a:r>
              <a:rPr lang="en-US" sz="2000">
                <a:solidFill>
                  <a:srgbClr val="3333FF"/>
                </a:solidFill>
                <a:latin typeface="Courier New" charset="0"/>
                <a:cs typeface="Courier New" charset="0"/>
              </a:rPr>
              <a:t>value;</a:t>
            </a:r>
          </a:p>
          <a:p>
            <a:pPr eaLnBrk="1" hangingPunct="1">
              <a:lnSpc>
                <a:spcPct val="70000"/>
              </a:lnSpc>
              <a:spcBef>
                <a:spcPct val="30000"/>
              </a:spcBef>
            </a:pPr>
            <a:r>
              <a:rPr lang="en-US" sz="2000">
                <a:solidFill>
                  <a:srgbClr val="6666FF"/>
                </a:solidFill>
                <a:latin typeface="Courier New" charset="0"/>
                <a:cs typeface="Courier New" charset="0"/>
              </a:rPr>
              <a:t>  </a:t>
            </a:r>
            <a:r>
              <a:rPr lang="en-US" sz="2000">
                <a:solidFill>
                  <a:schemeClr val="tx1"/>
                </a:solidFill>
                <a:latin typeface="Courier New" charset="0"/>
                <a:cs typeface="Courier New" charset="0"/>
              </a:rPr>
              <a:t>private Lock</a:t>
            </a:r>
            <a:r>
              <a:rPr lang="en-US" sz="2000">
                <a:solidFill>
                  <a:srgbClr val="6666FF"/>
                </a:solidFill>
                <a:latin typeface="Courier New" charset="0"/>
                <a:cs typeface="Courier New" charset="0"/>
              </a:rPr>
              <a:t> </a:t>
            </a:r>
            <a:r>
              <a:rPr lang="en-US" sz="2000">
                <a:solidFill>
                  <a:srgbClr val="3333FF"/>
                </a:solidFill>
                <a:latin typeface="Courier New" charset="0"/>
              </a:rPr>
              <a:t>lock</a:t>
            </a:r>
            <a:r>
              <a:rPr lang="en-US" sz="2000">
                <a:solidFill>
                  <a:srgbClr val="6666FF"/>
                </a:solidFill>
                <a:latin typeface="Courier New" charset="0"/>
                <a:cs typeface="Courier New" charset="0"/>
              </a:rPr>
              <a:t>;</a:t>
            </a:r>
          </a:p>
          <a:p>
            <a:pPr eaLnBrk="1" hangingPunct="1">
              <a:lnSpc>
                <a:spcPct val="70000"/>
              </a:lnSpc>
              <a:spcBef>
                <a:spcPct val="30000"/>
              </a:spcBef>
            </a:pPr>
            <a:r>
              <a:rPr lang="en-US" sz="2000">
                <a:solidFill>
                  <a:schemeClr val="tx1"/>
                </a:solidFill>
                <a:latin typeface="Courier New" charset="0"/>
                <a:cs typeface="Courier New" charset="0"/>
              </a:rPr>
              <a:t>  public long </a:t>
            </a:r>
            <a:r>
              <a:rPr lang="en-US" sz="2000">
                <a:solidFill>
                  <a:srgbClr val="3333FF"/>
                </a:solidFill>
                <a:latin typeface="Courier New" charset="0"/>
                <a:cs typeface="Courier New" charset="0"/>
              </a:rPr>
              <a:t>getAndIncrement</a:t>
            </a:r>
            <a:r>
              <a:rPr lang="en-US" sz="2000">
                <a:solidFill>
                  <a:srgbClr val="6666FF"/>
                </a:solidFill>
                <a:latin typeface="Courier New" charset="0"/>
                <a:cs typeface="Courier New" charset="0"/>
              </a:rPr>
              <a:t>() {</a:t>
            </a:r>
          </a:p>
          <a:p>
            <a:pPr eaLnBrk="1" hangingPunct="1">
              <a:lnSpc>
                <a:spcPct val="70000"/>
              </a:lnSpc>
              <a:spcBef>
                <a:spcPct val="30000"/>
              </a:spcBef>
            </a:pPr>
            <a:r>
              <a:rPr lang="en-US" sz="2000">
                <a:solidFill>
                  <a:srgbClr val="6666FF"/>
                </a:solidFill>
                <a:latin typeface="Courier New" charset="0"/>
                <a:cs typeface="Courier New" charset="0"/>
              </a:rPr>
              <a:t>   </a:t>
            </a:r>
            <a:r>
              <a:rPr lang="en-US" sz="2000">
                <a:latin typeface="Courier New" charset="0"/>
              </a:rPr>
              <a:t>lock.lock();</a:t>
            </a:r>
          </a:p>
          <a:p>
            <a:pPr eaLnBrk="1" hangingPunct="1">
              <a:lnSpc>
                <a:spcPct val="70000"/>
              </a:lnSpc>
              <a:spcBef>
                <a:spcPct val="30000"/>
              </a:spcBef>
            </a:pPr>
            <a:r>
              <a:rPr lang="en-US" sz="2000">
                <a:latin typeface="Courier New" charset="0"/>
              </a:rPr>
              <a:t>   </a:t>
            </a:r>
            <a:r>
              <a:rPr lang="en-US" sz="2000">
                <a:solidFill>
                  <a:schemeClr val="tx1"/>
                </a:solidFill>
                <a:latin typeface="Courier New" charset="0"/>
              </a:rPr>
              <a:t>try</a:t>
            </a:r>
            <a:r>
              <a:rPr lang="en-US" sz="2000">
                <a:solidFill>
                  <a:srgbClr val="3333FF"/>
                </a:solidFill>
                <a:latin typeface="Courier New" charset="0"/>
              </a:rPr>
              <a:t> {</a:t>
            </a:r>
            <a:endParaRPr lang="en-US" sz="2000">
              <a:solidFill>
                <a:srgbClr val="3333FF"/>
              </a:solidFill>
              <a:latin typeface="Courier New" charset="0"/>
              <a:cs typeface="Courier New" charset="0"/>
            </a:endParaRPr>
          </a:p>
          <a:p>
            <a:r>
              <a:rPr lang="en-US" sz="2000">
                <a:solidFill>
                  <a:srgbClr val="6666FF"/>
                </a:solidFill>
                <a:latin typeface="Courier New" charset="0"/>
                <a:cs typeface="Courier New" charset="0"/>
              </a:rPr>
              <a:t>    </a:t>
            </a:r>
            <a:r>
              <a:rPr lang="en-US" sz="2000">
                <a:solidFill>
                  <a:schemeClr val="tx1"/>
                </a:solidFill>
                <a:latin typeface="Courier New" charset="0"/>
                <a:cs typeface="Courier New" charset="0"/>
              </a:rPr>
              <a:t>int</a:t>
            </a:r>
            <a:r>
              <a:rPr lang="en-US" sz="2000">
                <a:solidFill>
                  <a:srgbClr val="6666FF"/>
                </a:solidFill>
                <a:latin typeface="Courier New" charset="0"/>
                <a:cs typeface="Courier New" charset="0"/>
              </a:rPr>
              <a:t> </a:t>
            </a:r>
            <a:r>
              <a:rPr lang="en-US" sz="2000">
                <a:solidFill>
                  <a:srgbClr val="3333FF"/>
                </a:solidFill>
                <a:latin typeface="Courier New" charset="0"/>
              </a:rPr>
              <a:t>temp = value;</a:t>
            </a:r>
          </a:p>
          <a:p>
            <a:r>
              <a:rPr lang="en-US" sz="2000">
                <a:solidFill>
                  <a:srgbClr val="6666FF"/>
                </a:solidFill>
                <a:latin typeface="Courier New" charset="0"/>
              </a:rPr>
              <a:t>    </a:t>
            </a:r>
            <a:r>
              <a:rPr lang="en-US" sz="2000">
                <a:solidFill>
                  <a:srgbClr val="3333FF"/>
                </a:solidFill>
                <a:latin typeface="Courier New" charset="0"/>
              </a:rPr>
              <a:t>value = value + 1;</a:t>
            </a:r>
          </a:p>
          <a:p>
            <a:r>
              <a:rPr lang="en-US" sz="2000">
                <a:solidFill>
                  <a:srgbClr val="6666FF"/>
                </a:solidFill>
                <a:latin typeface="Courier New" charset="0"/>
              </a:rPr>
              <a:t>   </a:t>
            </a:r>
            <a:r>
              <a:rPr lang="en-US" sz="2000">
                <a:solidFill>
                  <a:srgbClr val="3333FF"/>
                </a:solidFill>
                <a:latin typeface="Courier New" charset="0"/>
              </a:rPr>
              <a:t>}</a:t>
            </a:r>
            <a:r>
              <a:rPr lang="en-US" sz="2000">
                <a:solidFill>
                  <a:srgbClr val="6666FF"/>
                </a:solidFill>
                <a:latin typeface="Courier New" charset="0"/>
              </a:rPr>
              <a:t> </a:t>
            </a:r>
            <a:r>
              <a:rPr lang="en-US" sz="2000">
                <a:solidFill>
                  <a:schemeClr val="tx1"/>
                </a:solidFill>
                <a:latin typeface="Courier New" charset="0"/>
              </a:rPr>
              <a:t>finally</a:t>
            </a:r>
            <a:r>
              <a:rPr lang="en-US" sz="2000">
                <a:solidFill>
                  <a:srgbClr val="6666FF"/>
                </a:solidFill>
                <a:latin typeface="Courier New" charset="0"/>
              </a:rPr>
              <a:t> </a:t>
            </a:r>
            <a:r>
              <a:rPr lang="en-US" sz="2000">
                <a:solidFill>
                  <a:srgbClr val="3333FF"/>
                </a:solidFill>
                <a:latin typeface="Courier New" charset="0"/>
              </a:rPr>
              <a:t>{</a:t>
            </a:r>
          </a:p>
          <a:p>
            <a:r>
              <a:rPr lang="en-US" sz="2000">
                <a:solidFill>
                  <a:srgbClr val="6666FF"/>
                </a:solidFill>
                <a:latin typeface="Courier New" charset="0"/>
              </a:rPr>
              <a:t>     </a:t>
            </a:r>
            <a:r>
              <a:rPr lang="en-US" sz="2000">
                <a:solidFill>
                  <a:srgbClr val="3333FF"/>
                </a:solidFill>
                <a:latin typeface="Courier New" charset="0"/>
              </a:rPr>
              <a:t>lock.unlock();</a:t>
            </a:r>
          </a:p>
          <a:p>
            <a:r>
              <a:rPr lang="en-US" sz="2000">
                <a:latin typeface="Courier New" charset="0"/>
              </a:rPr>
              <a:t>   }</a:t>
            </a:r>
            <a:endParaRPr lang="en-US" sz="2000">
              <a:solidFill>
                <a:srgbClr val="FF0000"/>
              </a:solidFill>
              <a:latin typeface="Courier New" charset="0"/>
            </a:endParaRPr>
          </a:p>
          <a:p>
            <a:r>
              <a:rPr lang="en-US" sz="2000">
                <a:solidFill>
                  <a:srgbClr val="6666FF"/>
                </a:solidFill>
                <a:latin typeface="Courier New" charset="0"/>
              </a:rPr>
              <a:t>   </a:t>
            </a:r>
            <a:r>
              <a:rPr lang="en-US" sz="2000">
                <a:solidFill>
                  <a:schemeClr val="tx1"/>
                </a:solidFill>
                <a:latin typeface="Courier New" charset="0"/>
              </a:rPr>
              <a:t>return</a:t>
            </a:r>
            <a:r>
              <a:rPr lang="en-US" sz="2000">
                <a:solidFill>
                  <a:srgbClr val="6666FF"/>
                </a:solidFill>
                <a:latin typeface="Courier New" charset="0"/>
              </a:rPr>
              <a:t> </a:t>
            </a:r>
            <a:r>
              <a:rPr lang="en-US" sz="2000">
                <a:solidFill>
                  <a:srgbClr val="3333FF"/>
                </a:solidFill>
                <a:latin typeface="Courier New" charset="0"/>
              </a:rPr>
              <a:t>temp;</a:t>
            </a:r>
            <a:endParaRPr lang="en-US" sz="2000">
              <a:solidFill>
                <a:srgbClr val="3333FF"/>
              </a:solidFill>
              <a:latin typeface="Courier New" charset="0"/>
              <a:cs typeface="Courier New" charset="0"/>
            </a:endParaRPr>
          </a:p>
          <a:p>
            <a:pPr eaLnBrk="1" hangingPunct="1">
              <a:lnSpc>
                <a:spcPct val="70000"/>
              </a:lnSpc>
              <a:spcBef>
                <a:spcPct val="30000"/>
              </a:spcBef>
            </a:pPr>
            <a:r>
              <a:rPr lang="en-US" sz="2000">
                <a:solidFill>
                  <a:schemeClr val="tx1"/>
                </a:solidFill>
                <a:latin typeface="Courier New" charset="0"/>
                <a:cs typeface="Courier New" charset="0"/>
              </a:rPr>
              <a:t>  }}</a:t>
            </a:r>
          </a:p>
        </p:txBody>
      </p:sp>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77826"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D4059149-3A4E-3F43-B442-BBEA82AFC55A}" type="slidenum">
              <a:rPr lang="ar-SA" sz="1400" b="0">
                <a:solidFill>
                  <a:schemeClr val="tx1"/>
                </a:solidFill>
                <a:latin typeface="Arial" charset="0"/>
                <a:cs typeface="Arial" charset="0"/>
              </a:rPr>
              <a:pPr/>
              <a:t>31</a:t>
            </a:fld>
            <a:endParaRPr lang="en-US" sz="1400" b="0">
              <a:solidFill>
                <a:schemeClr val="tx1"/>
              </a:solidFill>
              <a:latin typeface="Arial" charset="0"/>
              <a:cs typeface="Arial" charset="0"/>
            </a:endParaRPr>
          </a:p>
        </p:txBody>
      </p:sp>
      <p:pic>
        <p:nvPicPr>
          <p:cNvPr id="77827" name="Picture 2"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28" name="Rectangle 3"/>
          <p:cNvSpPr>
            <a:spLocks noGrp="1" noChangeArrowheads="1"/>
          </p:cNvSpPr>
          <p:nvPr>
            <p:ph type="title"/>
          </p:nvPr>
        </p:nvSpPr>
        <p:spPr/>
        <p:txBody>
          <a:bodyPr/>
          <a:lstStyle/>
          <a:p>
            <a:r>
              <a:rPr lang="en-US">
                <a:latin typeface="Arial" charset="0"/>
              </a:rPr>
              <a:t>Using Locks</a:t>
            </a:r>
          </a:p>
        </p:txBody>
      </p:sp>
      <p:sp>
        <p:nvSpPr>
          <p:cNvPr id="77829" name="Text Box 4"/>
          <p:cNvSpPr txBox="1">
            <a:spLocks noChangeArrowheads="1"/>
          </p:cNvSpPr>
          <p:nvPr/>
        </p:nvSpPr>
        <p:spPr bwMode="auto">
          <a:xfrm>
            <a:off x="773113" y="2057400"/>
            <a:ext cx="7445375" cy="3962400"/>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eaLnBrk="1" hangingPunct="1">
              <a:lnSpc>
                <a:spcPct val="70000"/>
              </a:lnSpc>
              <a:spcBef>
                <a:spcPct val="30000"/>
              </a:spcBef>
            </a:pPr>
            <a:r>
              <a:rPr lang="en-US" sz="2000">
                <a:solidFill>
                  <a:schemeClr val="folHlink"/>
                </a:solidFill>
                <a:latin typeface="Courier New" charset="0"/>
                <a:cs typeface="Courier New" charset="0"/>
              </a:rPr>
              <a:t>public class Counter {</a:t>
            </a:r>
          </a:p>
          <a:p>
            <a:pPr eaLnBrk="1" hangingPunct="1">
              <a:lnSpc>
                <a:spcPct val="70000"/>
              </a:lnSpc>
              <a:spcBef>
                <a:spcPct val="30000"/>
              </a:spcBef>
            </a:pPr>
            <a:r>
              <a:rPr lang="en-US" sz="2000">
                <a:solidFill>
                  <a:schemeClr val="folHlink"/>
                </a:solidFill>
                <a:latin typeface="Courier New" charset="0"/>
                <a:cs typeface="Courier New" charset="0"/>
              </a:rPr>
              <a:t>  private long value;</a:t>
            </a:r>
          </a:p>
          <a:p>
            <a:pPr eaLnBrk="1" hangingPunct="1">
              <a:lnSpc>
                <a:spcPct val="70000"/>
              </a:lnSpc>
              <a:spcBef>
                <a:spcPct val="30000"/>
              </a:spcBef>
            </a:pPr>
            <a:r>
              <a:rPr lang="en-US" sz="2000">
                <a:solidFill>
                  <a:schemeClr val="folHlink"/>
                </a:solidFill>
                <a:latin typeface="Courier New" charset="0"/>
                <a:cs typeface="Courier New" charset="0"/>
              </a:rPr>
              <a:t>  private Lock </a:t>
            </a:r>
            <a:r>
              <a:rPr lang="en-US" sz="2000">
                <a:solidFill>
                  <a:schemeClr val="folHlink"/>
                </a:solidFill>
                <a:latin typeface="Courier New" charset="0"/>
              </a:rPr>
              <a:t>lock</a:t>
            </a:r>
            <a:r>
              <a:rPr lang="en-US" sz="2000">
                <a:solidFill>
                  <a:schemeClr val="folHlink"/>
                </a:solidFill>
                <a:latin typeface="Courier New" charset="0"/>
                <a:cs typeface="Courier New" charset="0"/>
              </a:rPr>
              <a:t>;</a:t>
            </a:r>
          </a:p>
          <a:p>
            <a:pPr eaLnBrk="1" hangingPunct="1">
              <a:lnSpc>
                <a:spcPct val="70000"/>
              </a:lnSpc>
              <a:spcBef>
                <a:spcPct val="30000"/>
              </a:spcBef>
            </a:pPr>
            <a:r>
              <a:rPr lang="en-US" sz="2000">
                <a:solidFill>
                  <a:schemeClr val="folHlink"/>
                </a:solidFill>
                <a:latin typeface="Courier New" charset="0"/>
                <a:cs typeface="Courier New" charset="0"/>
              </a:rPr>
              <a:t>  public long getAndIncrement() {</a:t>
            </a:r>
          </a:p>
          <a:p>
            <a:pPr eaLnBrk="1" hangingPunct="1">
              <a:lnSpc>
                <a:spcPct val="70000"/>
              </a:lnSpc>
              <a:spcBef>
                <a:spcPct val="30000"/>
              </a:spcBef>
            </a:pPr>
            <a:r>
              <a:rPr lang="en-US" sz="2000">
                <a:solidFill>
                  <a:srgbClr val="6666FF"/>
                </a:solidFill>
                <a:latin typeface="Courier New" charset="0"/>
                <a:cs typeface="Courier New" charset="0"/>
              </a:rPr>
              <a:t>   </a:t>
            </a:r>
            <a:r>
              <a:rPr lang="en-US" sz="2000">
                <a:latin typeface="Courier New" charset="0"/>
              </a:rPr>
              <a:t>lock.lock();</a:t>
            </a:r>
          </a:p>
          <a:p>
            <a:pPr eaLnBrk="1" hangingPunct="1">
              <a:lnSpc>
                <a:spcPct val="70000"/>
              </a:lnSpc>
              <a:spcBef>
                <a:spcPct val="30000"/>
              </a:spcBef>
            </a:pPr>
            <a:r>
              <a:rPr lang="en-US" sz="2000">
                <a:latin typeface="Courier New" charset="0"/>
              </a:rPr>
              <a:t>   </a:t>
            </a:r>
            <a:r>
              <a:rPr lang="en-US" sz="2000">
                <a:solidFill>
                  <a:schemeClr val="folHlink"/>
                </a:solidFill>
                <a:latin typeface="Courier New" charset="0"/>
              </a:rPr>
              <a:t>try {</a:t>
            </a:r>
            <a:endParaRPr lang="en-US" sz="2000">
              <a:solidFill>
                <a:schemeClr val="folHlink"/>
              </a:solidFill>
              <a:latin typeface="Courier New" charset="0"/>
              <a:cs typeface="Courier New" charset="0"/>
            </a:endParaRPr>
          </a:p>
          <a:p>
            <a:r>
              <a:rPr lang="en-US" sz="2000">
                <a:solidFill>
                  <a:schemeClr val="folHlink"/>
                </a:solidFill>
                <a:latin typeface="Courier New" charset="0"/>
                <a:cs typeface="Courier New" charset="0"/>
              </a:rPr>
              <a:t>    int </a:t>
            </a:r>
            <a:r>
              <a:rPr lang="en-US" sz="2000">
                <a:solidFill>
                  <a:schemeClr val="folHlink"/>
                </a:solidFill>
                <a:latin typeface="Courier New" charset="0"/>
              </a:rPr>
              <a:t>temp = value;</a:t>
            </a:r>
          </a:p>
          <a:p>
            <a:r>
              <a:rPr lang="en-US" sz="2000">
                <a:solidFill>
                  <a:schemeClr val="folHlink"/>
                </a:solidFill>
                <a:latin typeface="Courier New" charset="0"/>
              </a:rPr>
              <a:t>    value = value + 1;</a:t>
            </a:r>
          </a:p>
          <a:p>
            <a:r>
              <a:rPr lang="en-US" sz="2000">
                <a:solidFill>
                  <a:schemeClr val="folHlink"/>
                </a:solidFill>
                <a:latin typeface="Courier New" charset="0"/>
              </a:rPr>
              <a:t>   } finally {</a:t>
            </a:r>
          </a:p>
          <a:p>
            <a:r>
              <a:rPr lang="en-US" sz="2000">
                <a:solidFill>
                  <a:schemeClr val="folHlink"/>
                </a:solidFill>
                <a:latin typeface="Courier New" charset="0"/>
              </a:rPr>
              <a:t>     lock.unlock();</a:t>
            </a:r>
          </a:p>
          <a:p>
            <a:r>
              <a:rPr lang="en-US" sz="2000">
                <a:solidFill>
                  <a:schemeClr val="folHlink"/>
                </a:solidFill>
                <a:latin typeface="Courier New" charset="0"/>
              </a:rPr>
              <a:t>   }</a:t>
            </a:r>
          </a:p>
          <a:p>
            <a:r>
              <a:rPr lang="en-US" sz="2000">
                <a:solidFill>
                  <a:schemeClr val="folHlink"/>
                </a:solidFill>
                <a:latin typeface="Courier New" charset="0"/>
              </a:rPr>
              <a:t>   return temp;</a:t>
            </a:r>
            <a:endParaRPr lang="en-US" sz="2000">
              <a:solidFill>
                <a:schemeClr val="folHlink"/>
              </a:solidFill>
              <a:latin typeface="Courier New" charset="0"/>
              <a:cs typeface="Courier New" charset="0"/>
            </a:endParaRPr>
          </a:p>
          <a:p>
            <a:pPr eaLnBrk="1" hangingPunct="1">
              <a:lnSpc>
                <a:spcPct val="70000"/>
              </a:lnSpc>
              <a:spcBef>
                <a:spcPct val="30000"/>
              </a:spcBef>
            </a:pPr>
            <a:r>
              <a:rPr lang="en-US" sz="2000">
                <a:solidFill>
                  <a:schemeClr val="folHlink"/>
                </a:solidFill>
                <a:latin typeface="Courier New" charset="0"/>
                <a:cs typeface="Courier New" charset="0"/>
              </a:rPr>
              <a:t>  }}</a:t>
            </a:r>
          </a:p>
        </p:txBody>
      </p:sp>
      <p:sp>
        <p:nvSpPr>
          <p:cNvPr id="77830" name="AutoShape 5"/>
          <p:cNvSpPr>
            <a:spLocks noChangeArrowheads="1"/>
          </p:cNvSpPr>
          <p:nvPr/>
        </p:nvSpPr>
        <p:spPr bwMode="auto">
          <a:xfrm>
            <a:off x="1184275" y="3198813"/>
            <a:ext cx="2476500" cy="442912"/>
          </a:xfrm>
          <a:prstGeom prst="wedgeRoundRectCallout">
            <a:avLst>
              <a:gd name="adj1" fmla="val 115000"/>
              <a:gd name="adj2" fmla="val 28495"/>
              <a:gd name="adj3" fmla="val 16667"/>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eaLnBrk="0" hangingPunct="0"/>
            <a:endParaRPr lang="en-US" b="0">
              <a:latin typeface="Arial" charset="0"/>
            </a:endParaRPr>
          </a:p>
        </p:txBody>
      </p:sp>
      <p:sp>
        <p:nvSpPr>
          <p:cNvPr id="77831" name="Text Box 6"/>
          <p:cNvSpPr txBox="1">
            <a:spLocks noChangeArrowheads="1"/>
          </p:cNvSpPr>
          <p:nvPr/>
        </p:nvSpPr>
        <p:spPr bwMode="auto">
          <a:xfrm>
            <a:off x="5245100" y="3317875"/>
            <a:ext cx="26019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ctr"/>
            <a:r>
              <a:rPr lang="en-US" sz="2800">
                <a:solidFill>
                  <a:srgbClr val="FF0000"/>
                </a:solidFill>
                <a:latin typeface="Arial" charset="0"/>
                <a:cs typeface="Arial" charset="0"/>
              </a:rPr>
              <a:t>acquire Lock</a:t>
            </a:r>
          </a:p>
        </p:txBody>
      </p:sp>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79874"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F9FE89F7-9304-3D48-B4B1-F8289EBF943F}" type="slidenum">
              <a:rPr lang="ar-SA" sz="1400" b="0">
                <a:solidFill>
                  <a:schemeClr val="tx1"/>
                </a:solidFill>
                <a:latin typeface="Arial" charset="0"/>
                <a:cs typeface="Arial" charset="0"/>
              </a:rPr>
              <a:pPr/>
              <a:t>32</a:t>
            </a:fld>
            <a:endParaRPr lang="en-US" sz="1400" b="0">
              <a:solidFill>
                <a:schemeClr val="tx1"/>
              </a:solidFill>
              <a:latin typeface="Arial" charset="0"/>
              <a:cs typeface="Arial" charset="0"/>
            </a:endParaRPr>
          </a:p>
        </p:txBody>
      </p:sp>
      <p:pic>
        <p:nvPicPr>
          <p:cNvPr id="79875" name="Picture 2"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6" name="Rectangle 3"/>
          <p:cNvSpPr>
            <a:spLocks noGrp="1" noChangeArrowheads="1"/>
          </p:cNvSpPr>
          <p:nvPr>
            <p:ph type="title"/>
          </p:nvPr>
        </p:nvSpPr>
        <p:spPr/>
        <p:txBody>
          <a:bodyPr/>
          <a:lstStyle/>
          <a:p>
            <a:r>
              <a:rPr lang="en-US">
                <a:latin typeface="Arial" charset="0"/>
              </a:rPr>
              <a:t>Using Locks</a:t>
            </a:r>
          </a:p>
        </p:txBody>
      </p:sp>
      <p:sp>
        <p:nvSpPr>
          <p:cNvPr id="79877" name="Text Box 4"/>
          <p:cNvSpPr txBox="1">
            <a:spLocks noChangeArrowheads="1"/>
          </p:cNvSpPr>
          <p:nvPr/>
        </p:nvSpPr>
        <p:spPr bwMode="auto">
          <a:xfrm>
            <a:off x="773113" y="2057400"/>
            <a:ext cx="7445375" cy="3962400"/>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eaLnBrk="1" hangingPunct="1">
              <a:lnSpc>
                <a:spcPct val="70000"/>
              </a:lnSpc>
              <a:spcBef>
                <a:spcPct val="30000"/>
              </a:spcBef>
            </a:pPr>
            <a:r>
              <a:rPr lang="en-US" sz="2000">
                <a:solidFill>
                  <a:schemeClr val="folHlink"/>
                </a:solidFill>
                <a:latin typeface="Courier New" charset="0"/>
                <a:cs typeface="Courier New" charset="0"/>
              </a:rPr>
              <a:t>public class Counter {</a:t>
            </a:r>
          </a:p>
          <a:p>
            <a:pPr eaLnBrk="1" hangingPunct="1">
              <a:lnSpc>
                <a:spcPct val="70000"/>
              </a:lnSpc>
              <a:spcBef>
                <a:spcPct val="30000"/>
              </a:spcBef>
            </a:pPr>
            <a:r>
              <a:rPr lang="en-US" sz="2000">
                <a:solidFill>
                  <a:schemeClr val="folHlink"/>
                </a:solidFill>
                <a:latin typeface="Courier New" charset="0"/>
                <a:cs typeface="Courier New" charset="0"/>
              </a:rPr>
              <a:t>  private long value;</a:t>
            </a:r>
          </a:p>
          <a:p>
            <a:pPr eaLnBrk="1" hangingPunct="1">
              <a:lnSpc>
                <a:spcPct val="70000"/>
              </a:lnSpc>
              <a:spcBef>
                <a:spcPct val="30000"/>
              </a:spcBef>
            </a:pPr>
            <a:r>
              <a:rPr lang="en-US" sz="2000">
                <a:solidFill>
                  <a:schemeClr val="folHlink"/>
                </a:solidFill>
                <a:latin typeface="Courier New" charset="0"/>
                <a:cs typeface="Courier New" charset="0"/>
              </a:rPr>
              <a:t>  private Lock </a:t>
            </a:r>
            <a:r>
              <a:rPr lang="en-US" sz="2000">
                <a:solidFill>
                  <a:schemeClr val="folHlink"/>
                </a:solidFill>
                <a:latin typeface="Courier New" charset="0"/>
              </a:rPr>
              <a:t>lock</a:t>
            </a:r>
            <a:r>
              <a:rPr lang="en-US" sz="2000">
                <a:solidFill>
                  <a:schemeClr val="folHlink"/>
                </a:solidFill>
                <a:latin typeface="Courier New" charset="0"/>
                <a:cs typeface="Courier New" charset="0"/>
              </a:rPr>
              <a:t>;</a:t>
            </a:r>
          </a:p>
          <a:p>
            <a:pPr eaLnBrk="1" hangingPunct="1">
              <a:lnSpc>
                <a:spcPct val="70000"/>
              </a:lnSpc>
              <a:spcBef>
                <a:spcPct val="30000"/>
              </a:spcBef>
            </a:pPr>
            <a:r>
              <a:rPr lang="en-US" sz="2000">
                <a:solidFill>
                  <a:schemeClr val="folHlink"/>
                </a:solidFill>
                <a:latin typeface="Courier New" charset="0"/>
                <a:cs typeface="Courier New" charset="0"/>
              </a:rPr>
              <a:t>  public long getAndIncrement() {</a:t>
            </a:r>
          </a:p>
          <a:p>
            <a:pPr eaLnBrk="1" hangingPunct="1">
              <a:lnSpc>
                <a:spcPct val="70000"/>
              </a:lnSpc>
              <a:spcBef>
                <a:spcPct val="30000"/>
              </a:spcBef>
            </a:pPr>
            <a:r>
              <a:rPr lang="en-US" sz="2000">
                <a:solidFill>
                  <a:schemeClr val="folHlink"/>
                </a:solidFill>
                <a:latin typeface="Courier New" charset="0"/>
                <a:cs typeface="Courier New" charset="0"/>
              </a:rPr>
              <a:t>   </a:t>
            </a:r>
            <a:r>
              <a:rPr lang="en-US" sz="2000">
                <a:solidFill>
                  <a:schemeClr val="folHlink"/>
                </a:solidFill>
                <a:latin typeface="Courier New" charset="0"/>
              </a:rPr>
              <a:t>lock.lock();</a:t>
            </a:r>
          </a:p>
          <a:p>
            <a:pPr eaLnBrk="1" hangingPunct="1">
              <a:lnSpc>
                <a:spcPct val="70000"/>
              </a:lnSpc>
              <a:spcBef>
                <a:spcPct val="30000"/>
              </a:spcBef>
            </a:pPr>
            <a:r>
              <a:rPr lang="en-US" sz="2000">
                <a:solidFill>
                  <a:schemeClr val="folHlink"/>
                </a:solidFill>
                <a:latin typeface="Courier New" charset="0"/>
              </a:rPr>
              <a:t>   try {</a:t>
            </a:r>
            <a:endParaRPr lang="en-US" sz="2000">
              <a:solidFill>
                <a:schemeClr val="folHlink"/>
              </a:solidFill>
              <a:latin typeface="Courier New" charset="0"/>
              <a:cs typeface="Courier New" charset="0"/>
            </a:endParaRPr>
          </a:p>
          <a:p>
            <a:r>
              <a:rPr lang="en-US" sz="2000">
                <a:solidFill>
                  <a:schemeClr val="folHlink"/>
                </a:solidFill>
                <a:latin typeface="Courier New" charset="0"/>
                <a:cs typeface="Courier New" charset="0"/>
              </a:rPr>
              <a:t>    int </a:t>
            </a:r>
            <a:r>
              <a:rPr lang="en-US" sz="2000">
                <a:solidFill>
                  <a:schemeClr val="folHlink"/>
                </a:solidFill>
                <a:latin typeface="Courier New" charset="0"/>
              </a:rPr>
              <a:t>temp = value;</a:t>
            </a:r>
          </a:p>
          <a:p>
            <a:r>
              <a:rPr lang="en-US" sz="2000">
                <a:solidFill>
                  <a:schemeClr val="folHlink"/>
                </a:solidFill>
                <a:latin typeface="Courier New" charset="0"/>
              </a:rPr>
              <a:t>    value = value + 1;</a:t>
            </a:r>
          </a:p>
          <a:p>
            <a:r>
              <a:rPr lang="en-US" sz="2000">
                <a:solidFill>
                  <a:srgbClr val="6666FF"/>
                </a:solidFill>
                <a:latin typeface="Courier New" charset="0"/>
              </a:rPr>
              <a:t>   } </a:t>
            </a:r>
            <a:r>
              <a:rPr lang="en-US" sz="2000">
                <a:solidFill>
                  <a:schemeClr val="tx1"/>
                </a:solidFill>
                <a:latin typeface="Courier New" charset="0"/>
              </a:rPr>
              <a:t>finally</a:t>
            </a:r>
            <a:r>
              <a:rPr lang="en-US" sz="2000">
                <a:solidFill>
                  <a:srgbClr val="6666FF"/>
                </a:solidFill>
                <a:latin typeface="Courier New" charset="0"/>
              </a:rPr>
              <a:t> {</a:t>
            </a:r>
          </a:p>
          <a:p>
            <a:r>
              <a:rPr lang="en-US" sz="2000">
                <a:solidFill>
                  <a:srgbClr val="6666FF"/>
                </a:solidFill>
                <a:latin typeface="Courier New" charset="0"/>
              </a:rPr>
              <a:t>     </a:t>
            </a:r>
            <a:r>
              <a:rPr lang="en-US" sz="2000">
                <a:latin typeface="Courier New" charset="0"/>
              </a:rPr>
              <a:t>lock.unlock();</a:t>
            </a:r>
          </a:p>
          <a:p>
            <a:r>
              <a:rPr lang="en-US" sz="2000">
                <a:latin typeface="Courier New" charset="0"/>
              </a:rPr>
              <a:t>   }</a:t>
            </a:r>
            <a:endParaRPr lang="en-US" sz="2000">
              <a:solidFill>
                <a:srgbClr val="FF0000"/>
              </a:solidFill>
              <a:latin typeface="Courier New" charset="0"/>
            </a:endParaRPr>
          </a:p>
          <a:p>
            <a:r>
              <a:rPr lang="en-US" sz="2000">
                <a:solidFill>
                  <a:srgbClr val="6666FF"/>
                </a:solidFill>
                <a:latin typeface="Courier New" charset="0"/>
              </a:rPr>
              <a:t>   </a:t>
            </a:r>
            <a:r>
              <a:rPr lang="en-US" sz="2000">
                <a:solidFill>
                  <a:schemeClr val="folHlink"/>
                </a:solidFill>
                <a:latin typeface="Courier New" charset="0"/>
              </a:rPr>
              <a:t>return temp;</a:t>
            </a:r>
            <a:endParaRPr lang="en-US" sz="2000">
              <a:solidFill>
                <a:schemeClr val="folHlink"/>
              </a:solidFill>
              <a:latin typeface="Courier New" charset="0"/>
              <a:cs typeface="Courier New" charset="0"/>
            </a:endParaRPr>
          </a:p>
          <a:p>
            <a:pPr eaLnBrk="1" hangingPunct="1">
              <a:lnSpc>
                <a:spcPct val="70000"/>
              </a:lnSpc>
              <a:spcBef>
                <a:spcPct val="30000"/>
              </a:spcBef>
            </a:pPr>
            <a:r>
              <a:rPr lang="en-US" sz="2000">
                <a:solidFill>
                  <a:schemeClr val="folHlink"/>
                </a:solidFill>
                <a:latin typeface="Courier New" charset="0"/>
                <a:cs typeface="Courier New" charset="0"/>
              </a:rPr>
              <a:t>  }}</a:t>
            </a:r>
          </a:p>
        </p:txBody>
      </p:sp>
      <p:sp>
        <p:nvSpPr>
          <p:cNvPr id="79878" name="AutoShape 5"/>
          <p:cNvSpPr>
            <a:spLocks noChangeArrowheads="1"/>
          </p:cNvSpPr>
          <p:nvPr/>
        </p:nvSpPr>
        <p:spPr bwMode="auto">
          <a:xfrm>
            <a:off x="1168400" y="4448175"/>
            <a:ext cx="2738438" cy="971550"/>
          </a:xfrm>
          <a:prstGeom prst="wedgeRoundRectCallout">
            <a:avLst>
              <a:gd name="adj1" fmla="val 85130"/>
              <a:gd name="adj2" fmla="val -981"/>
              <a:gd name="adj3" fmla="val 16667"/>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eaLnBrk="0" hangingPunct="0"/>
            <a:endParaRPr lang="en-US" b="0">
              <a:latin typeface="Arial" charset="0"/>
            </a:endParaRPr>
          </a:p>
        </p:txBody>
      </p:sp>
      <p:sp>
        <p:nvSpPr>
          <p:cNvPr id="79879" name="Text Box 6"/>
          <p:cNvSpPr txBox="1">
            <a:spLocks noChangeArrowheads="1"/>
          </p:cNvSpPr>
          <p:nvPr/>
        </p:nvSpPr>
        <p:spPr bwMode="auto">
          <a:xfrm>
            <a:off x="4811713" y="4521200"/>
            <a:ext cx="337185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ctr"/>
            <a:r>
              <a:rPr lang="en-US" sz="2800" b="0">
                <a:solidFill>
                  <a:srgbClr val="FF0000"/>
                </a:solidFill>
                <a:latin typeface="Arial" charset="0"/>
                <a:cs typeface="Arial" charset="0"/>
              </a:rPr>
              <a:t>Release lock</a:t>
            </a:r>
          </a:p>
          <a:p>
            <a:pPr algn="ctr"/>
            <a:r>
              <a:rPr lang="en-US" sz="2800" b="0">
                <a:solidFill>
                  <a:srgbClr val="FF0000"/>
                </a:solidFill>
                <a:latin typeface="Arial" charset="0"/>
                <a:cs typeface="Arial" charset="0"/>
              </a:rPr>
              <a:t>(no matter what)</a:t>
            </a:r>
          </a:p>
        </p:txBody>
      </p:sp>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81922"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6F7F9B96-F96D-F040-A425-3E38D790349C}" type="slidenum">
              <a:rPr lang="ar-SA" sz="1400" b="0">
                <a:solidFill>
                  <a:schemeClr val="tx1"/>
                </a:solidFill>
                <a:latin typeface="Arial" charset="0"/>
                <a:cs typeface="Arial" charset="0"/>
              </a:rPr>
              <a:pPr/>
              <a:t>33</a:t>
            </a:fld>
            <a:endParaRPr lang="en-US" sz="1400" b="0">
              <a:solidFill>
                <a:schemeClr val="tx1"/>
              </a:solidFill>
              <a:latin typeface="Arial" charset="0"/>
              <a:cs typeface="Arial" charset="0"/>
            </a:endParaRPr>
          </a:p>
        </p:txBody>
      </p:sp>
      <p:pic>
        <p:nvPicPr>
          <p:cNvPr id="81923" name="Picture 2"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24" name="Rectangle 3"/>
          <p:cNvSpPr>
            <a:spLocks noGrp="1" noChangeArrowheads="1"/>
          </p:cNvSpPr>
          <p:nvPr>
            <p:ph type="title"/>
          </p:nvPr>
        </p:nvSpPr>
        <p:spPr/>
        <p:txBody>
          <a:bodyPr/>
          <a:lstStyle/>
          <a:p>
            <a:r>
              <a:rPr lang="en-US">
                <a:latin typeface="Arial" charset="0"/>
              </a:rPr>
              <a:t>Using Locks</a:t>
            </a:r>
          </a:p>
        </p:txBody>
      </p:sp>
      <p:sp>
        <p:nvSpPr>
          <p:cNvPr id="81925" name="Text Box 4"/>
          <p:cNvSpPr txBox="1">
            <a:spLocks noChangeArrowheads="1"/>
          </p:cNvSpPr>
          <p:nvPr/>
        </p:nvSpPr>
        <p:spPr bwMode="auto">
          <a:xfrm>
            <a:off x="773113" y="2057400"/>
            <a:ext cx="7445375" cy="3962400"/>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eaLnBrk="1" hangingPunct="1">
              <a:lnSpc>
                <a:spcPct val="70000"/>
              </a:lnSpc>
              <a:spcBef>
                <a:spcPct val="30000"/>
              </a:spcBef>
            </a:pPr>
            <a:r>
              <a:rPr lang="en-US" sz="2000">
                <a:solidFill>
                  <a:schemeClr val="folHlink"/>
                </a:solidFill>
                <a:latin typeface="Courier New" charset="0"/>
                <a:cs typeface="Courier New" charset="0"/>
              </a:rPr>
              <a:t>public class Counter {</a:t>
            </a:r>
          </a:p>
          <a:p>
            <a:pPr eaLnBrk="1" hangingPunct="1">
              <a:lnSpc>
                <a:spcPct val="70000"/>
              </a:lnSpc>
              <a:spcBef>
                <a:spcPct val="30000"/>
              </a:spcBef>
            </a:pPr>
            <a:r>
              <a:rPr lang="en-US" sz="2000">
                <a:solidFill>
                  <a:schemeClr val="folHlink"/>
                </a:solidFill>
                <a:latin typeface="Courier New" charset="0"/>
                <a:cs typeface="Courier New" charset="0"/>
              </a:rPr>
              <a:t>  private long value;</a:t>
            </a:r>
          </a:p>
          <a:p>
            <a:pPr eaLnBrk="1" hangingPunct="1">
              <a:lnSpc>
                <a:spcPct val="70000"/>
              </a:lnSpc>
              <a:spcBef>
                <a:spcPct val="30000"/>
              </a:spcBef>
            </a:pPr>
            <a:r>
              <a:rPr lang="en-US" sz="2000">
                <a:solidFill>
                  <a:schemeClr val="folHlink"/>
                </a:solidFill>
                <a:latin typeface="Courier New" charset="0"/>
                <a:cs typeface="Courier New" charset="0"/>
              </a:rPr>
              <a:t>  private Lock </a:t>
            </a:r>
            <a:r>
              <a:rPr lang="en-US" sz="2000">
                <a:solidFill>
                  <a:schemeClr val="folHlink"/>
                </a:solidFill>
                <a:latin typeface="Courier New" charset="0"/>
              </a:rPr>
              <a:t>lock</a:t>
            </a:r>
            <a:r>
              <a:rPr lang="en-US" sz="2000">
                <a:solidFill>
                  <a:schemeClr val="folHlink"/>
                </a:solidFill>
                <a:latin typeface="Courier New" charset="0"/>
                <a:cs typeface="Courier New" charset="0"/>
              </a:rPr>
              <a:t>;</a:t>
            </a:r>
          </a:p>
          <a:p>
            <a:pPr eaLnBrk="1" hangingPunct="1">
              <a:lnSpc>
                <a:spcPct val="70000"/>
              </a:lnSpc>
              <a:spcBef>
                <a:spcPct val="30000"/>
              </a:spcBef>
            </a:pPr>
            <a:r>
              <a:rPr lang="en-US" sz="2000">
                <a:solidFill>
                  <a:schemeClr val="folHlink"/>
                </a:solidFill>
                <a:latin typeface="Courier New" charset="0"/>
                <a:cs typeface="Courier New" charset="0"/>
              </a:rPr>
              <a:t>  public long getAndIncrement() {</a:t>
            </a:r>
          </a:p>
          <a:p>
            <a:pPr eaLnBrk="1" hangingPunct="1">
              <a:lnSpc>
                <a:spcPct val="70000"/>
              </a:lnSpc>
              <a:spcBef>
                <a:spcPct val="30000"/>
              </a:spcBef>
            </a:pPr>
            <a:r>
              <a:rPr lang="en-US" sz="2000">
                <a:solidFill>
                  <a:schemeClr val="folHlink"/>
                </a:solidFill>
                <a:latin typeface="Courier New" charset="0"/>
                <a:cs typeface="Courier New" charset="0"/>
              </a:rPr>
              <a:t>   </a:t>
            </a:r>
            <a:r>
              <a:rPr lang="en-US" sz="2000">
                <a:solidFill>
                  <a:schemeClr val="folHlink"/>
                </a:solidFill>
                <a:latin typeface="Courier New" charset="0"/>
              </a:rPr>
              <a:t>lock.lock();</a:t>
            </a:r>
          </a:p>
          <a:p>
            <a:pPr eaLnBrk="1" hangingPunct="1">
              <a:lnSpc>
                <a:spcPct val="70000"/>
              </a:lnSpc>
              <a:spcBef>
                <a:spcPct val="30000"/>
              </a:spcBef>
            </a:pPr>
            <a:r>
              <a:rPr lang="en-US" sz="2000">
                <a:solidFill>
                  <a:schemeClr val="folHlink"/>
                </a:solidFill>
                <a:latin typeface="Courier New" charset="0"/>
              </a:rPr>
              <a:t>   try {</a:t>
            </a:r>
            <a:endParaRPr lang="en-US" sz="2000">
              <a:solidFill>
                <a:schemeClr val="folHlink"/>
              </a:solidFill>
              <a:latin typeface="Courier New" charset="0"/>
              <a:cs typeface="Courier New" charset="0"/>
            </a:endParaRPr>
          </a:p>
          <a:p>
            <a:r>
              <a:rPr lang="en-US" sz="2000">
                <a:solidFill>
                  <a:srgbClr val="6666FF"/>
                </a:solidFill>
                <a:latin typeface="Courier New" charset="0"/>
                <a:cs typeface="Courier New" charset="0"/>
              </a:rPr>
              <a:t>    </a:t>
            </a:r>
            <a:r>
              <a:rPr lang="en-US" sz="2000">
                <a:solidFill>
                  <a:schemeClr val="tx1"/>
                </a:solidFill>
                <a:latin typeface="Courier New" charset="0"/>
                <a:cs typeface="Courier New" charset="0"/>
              </a:rPr>
              <a:t>int</a:t>
            </a:r>
            <a:r>
              <a:rPr lang="en-US" sz="2000">
                <a:solidFill>
                  <a:srgbClr val="6666FF"/>
                </a:solidFill>
                <a:latin typeface="Courier New" charset="0"/>
                <a:cs typeface="Courier New" charset="0"/>
              </a:rPr>
              <a:t> </a:t>
            </a:r>
            <a:r>
              <a:rPr lang="en-US" sz="2000">
                <a:solidFill>
                  <a:srgbClr val="6666FF"/>
                </a:solidFill>
                <a:latin typeface="Courier New" charset="0"/>
              </a:rPr>
              <a:t>temp = value;</a:t>
            </a:r>
          </a:p>
          <a:p>
            <a:r>
              <a:rPr lang="en-US" sz="2000">
                <a:solidFill>
                  <a:srgbClr val="6666FF"/>
                </a:solidFill>
                <a:latin typeface="Courier New" charset="0"/>
              </a:rPr>
              <a:t>    value = value + 1;</a:t>
            </a:r>
          </a:p>
          <a:p>
            <a:r>
              <a:rPr lang="en-US" sz="2000">
                <a:solidFill>
                  <a:schemeClr val="folHlink"/>
                </a:solidFill>
                <a:latin typeface="Courier New" charset="0"/>
              </a:rPr>
              <a:t>   } finally {</a:t>
            </a:r>
          </a:p>
          <a:p>
            <a:r>
              <a:rPr lang="en-US" sz="2000">
                <a:solidFill>
                  <a:schemeClr val="folHlink"/>
                </a:solidFill>
                <a:latin typeface="Courier New" charset="0"/>
              </a:rPr>
              <a:t>     lock.unlock();</a:t>
            </a:r>
          </a:p>
          <a:p>
            <a:r>
              <a:rPr lang="en-US" sz="2000">
                <a:solidFill>
                  <a:schemeClr val="folHlink"/>
                </a:solidFill>
                <a:latin typeface="Courier New" charset="0"/>
              </a:rPr>
              <a:t>   }</a:t>
            </a:r>
          </a:p>
          <a:p>
            <a:r>
              <a:rPr lang="en-US" sz="2000">
                <a:solidFill>
                  <a:schemeClr val="folHlink"/>
                </a:solidFill>
                <a:latin typeface="Courier New" charset="0"/>
              </a:rPr>
              <a:t>   return temp;</a:t>
            </a:r>
            <a:endParaRPr lang="en-US" sz="2000">
              <a:solidFill>
                <a:schemeClr val="folHlink"/>
              </a:solidFill>
              <a:latin typeface="Courier New" charset="0"/>
              <a:cs typeface="Courier New" charset="0"/>
            </a:endParaRPr>
          </a:p>
          <a:p>
            <a:pPr eaLnBrk="1" hangingPunct="1">
              <a:lnSpc>
                <a:spcPct val="70000"/>
              </a:lnSpc>
              <a:spcBef>
                <a:spcPct val="30000"/>
              </a:spcBef>
            </a:pPr>
            <a:r>
              <a:rPr lang="en-US" sz="2000">
                <a:solidFill>
                  <a:schemeClr val="folHlink"/>
                </a:solidFill>
                <a:latin typeface="Courier New" charset="0"/>
                <a:cs typeface="Courier New" charset="0"/>
              </a:rPr>
              <a:t>  }}</a:t>
            </a:r>
          </a:p>
        </p:txBody>
      </p:sp>
      <p:grpSp>
        <p:nvGrpSpPr>
          <p:cNvPr id="81926" name="Group 7"/>
          <p:cNvGrpSpPr>
            <a:grpSpLocks/>
          </p:cNvGrpSpPr>
          <p:nvPr/>
        </p:nvGrpSpPr>
        <p:grpSpPr bwMode="auto">
          <a:xfrm>
            <a:off x="1143000" y="3767138"/>
            <a:ext cx="8001000" cy="788987"/>
            <a:chOff x="720" y="2623"/>
            <a:chExt cx="5040" cy="497"/>
          </a:xfrm>
        </p:grpSpPr>
        <p:sp>
          <p:nvSpPr>
            <p:cNvPr id="81927" name="AutoShape 8"/>
            <p:cNvSpPr>
              <a:spLocks noChangeArrowheads="1"/>
            </p:cNvSpPr>
            <p:nvPr/>
          </p:nvSpPr>
          <p:spPr bwMode="auto">
            <a:xfrm>
              <a:off x="720" y="2640"/>
              <a:ext cx="3072" cy="480"/>
            </a:xfrm>
            <a:prstGeom prst="wedgeRoundRectCallout">
              <a:avLst>
                <a:gd name="adj1" fmla="val 63833"/>
                <a:gd name="adj2" fmla="val -22292"/>
                <a:gd name="adj3" fmla="val 16667"/>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eaLnBrk="0" hangingPunct="0"/>
              <a:endParaRPr lang="en-US" b="0">
                <a:latin typeface="Arial" charset="0"/>
              </a:endParaRPr>
            </a:p>
          </p:txBody>
        </p:sp>
        <p:sp>
          <p:nvSpPr>
            <p:cNvPr id="81928" name="Text Box 9"/>
            <p:cNvSpPr txBox="1">
              <a:spLocks noChangeArrowheads="1"/>
            </p:cNvSpPr>
            <p:nvPr/>
          </p:nvSpPr>
          <p:spPr bwMode="auto">
            <a:xfrm>
              <a:off x="4224" y="2623"/>
              <a:ext cx="153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ctr"/>
              <a:r>
                <a:rPr lang="en-US" sz="2800" b="0">
                  <a:solidFill>
                    <a:srgbClr val="FF0000"/>
                  </a:solidFill>
                  <a:latin typeface="Arial" charset="0"/>
                  <a:cs typeface="Arial" charset="0"/>
                </a:rPr>
                <a:t>critical section</a:t>
              </a:r>
            </a:p>
          </p:txBody>
        </p:sp>
      </p:grpSp>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83970"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8869B57F-CA35-9E42-ABCF-1618BF872000}" type="slidenum">
              <a:rPr lang="ar-SA" sz="1400" b="0">
                <a:solidFill>
                  <a:schemeClr val="tx1"/>
                </a:solidFill>
                <a:latin typeface="Arial" charset="0"/>
                <a:cs typeface="Arial" charset="0"/>
              </a:rPr>
              <a:pPr/>
              <a:t>34</a:t>
            </a:fld>
            <a:endParaRPr lang="en-US" sz="1400" b="0">
              <a:solidFill>
                <a:schemeClr val="tx1"/>
              </a:solidFill>
              <a:latin typeface="Arial" charset="0"/>
              <a:cs typeface="Arial" charset="0"/>
            </a:endParaRPr>
          </a:p>
        </p:txBody>
      </p:sp>
      <p:pic>
        <p:nvPicPr>
          <p:cNvPr id="83971" name="Picture 14"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972" name="Rectangle 2"/>
          <p:cNvSpPr>
            <a:spLocks noGrp="1" noChangeArrowheads="1"/>
          </p:cNvSpPr>
          <p:nvPr>
            <p:ph type="title"/>
          </p:nvPr>
        </p:nvSpPr>
        <p:spPr>
          <a:xfrm>
            <a:off x="714375" y="381000"/>
            <a:ext cx="7772400" cy="1143000"/>
          </a:xfrm>
        </p:spPr>
        <p:txBody>
          <a:bodyPr/>
          <a:lstStyle/>
          <a:p>
            <a:r>
              <a:rPr lang="en-US">
                <a:latin typeface="Arial" charset="0"/>
              </a:rPr>
              <a:t>Mutual Exclusion</a:t>
            </a:r>
          </a:p>
        </p:txBody>
      </p:sp>
      <p:sp>
        <p:nvSpPr>
          <p:cNvPr id="83973" name="Rectangle 3"/>
          <p:cNvSpPr>
            <a:spLocks noGrp="1" noChangeArrowheads="1"/>
          </p:cNvSpPr>
          <p:nvPr>
            <p:ph type="body" idx="1"/>
          </p:nvPr>
        </p:nvSpPr>
        <p:spPr>
          <a:xfrm>
            <a:off x="635000" y="1643063"/>
            <a:ext cx="8259763" cy="4154487"/>
          </a:xfrm>
        </p:spPr>
        <p:txBody>
          <a:bodyPr/>
          <a:lstStyle/>
          <a:p>
            <a:r>
              <a:rPr lang="en-US" dirty="0">
                <a:latin typeface="Arial" charset="0"/>
              </a:rPr>
              <a:t>Let </a:t>
            </a:r>
            <a:r>
              <a:rPr lang="en-US" dirty="0" err="1">
                <a:solidFill>
                  <a:schemeClr val="tx1"/>
                </a:solidFill>
                <a:latin typeface="Arial" charset="0"/>
              </a:rPr>
              <a:t>CS</a:t>
            </a:r>
            <a:r>
              <a:rPr lang="en-US" baseline="-25000" dirty="0" err="1">
                <a:solidFill>
                  <a:schemeClr val="tx1"/>
                </a:solidFill>
                <a:latin typeface="Arial" charset="0"/>
              </a:rPr>
              <a:t>i</a:t>
            </a:r>
            <a:r>
              <a:rPr lang="en-US" baseline="30000" dirty="0" err="1">
                <a:solidFill>
                  <a:schemeClr val="tx1"/>
                </a:solidFill>
                <a:latin typeface="Arial" charset="0"/>
              </a:rPr>
              <a:t>k</a:t>
            </a:r>
            <a:r>
              <a:rPr lang="en-US" dirty="0">
                <a:latin typeface="Arial" charset="0"/>
              </a:rPr>
              <a:t>        be thread </a:t>
            </a:r>
            <a:r>
              <a:rPr lang="en-US" dirty="0" err="1">
                <a:solidFill>
                  <a:schemeClr val="tx1"/>
                </a:solidFill>
                <a:latin typeface="Arial" charset="0"/>
              </a:rPr>
              <a:t>i</a:t>
            </a:r>
            <a:r>
              <a:rPr lang="fr-FR" altLang="ja-JP" dirty="0">
                <a:latin typeface="Arial" charset="0"/>
              </a:rPr>
              <a:t>'</a:t>
            </a:r>
            <a:r>
              <a:rPr lang="en-US" altLang="ja-JP" dirty="0">
                <a:latin typeface="Arial" charset="0"/>
              </a:rPr>
              <a:t>s </a:t>
            </a:r>
            <a:r>
              <a:rPr lang="en-US" altLang="ja-JP" dirty="0">
                <a:solidFill>
                  <a:schemeClr val="tx1"/>
                </a:solidFill>
                <a:latin typeface="Arial" charset="0"/>
              </a:rPr>
              <a:t>k</a:t>
            </a:r>
            <a:r>
              <a:rPr lang="en-US" altLang="ja-JP" dirty="0">
                <a:latin typeface="Arial" charset="0"/>
              </a:rPr>
              <a:t>-</a:t>
            </a:r>
            <a:r>
              <a:rPr lang="en-US" altLang="ja-JP" dirty="0" err="1">
                <a:latin typeface="Arial" charset="0"/>
              </a:rPr>
              <a:t>th</a:t>
            </a:r>
            <a:r>
              <a:rPr lang="en-US" altLang="ja-JP" dirty="0">
                <a:latin typeface="Arial" charset="0"/>
              </a:rPr>
              <a:t> critical section execution</a:t>
            </a:r>
            <a:endParaRPr lang="en-US" dirty="0">
              <a:latin typeface="Arial" charset="0"/>
            </a:endParaRPr>
          </a:p>
        </p:txBody>
      </p:sp>
      <p:sp>
        <p:nvSpPr>
          <p:cNvPr id="83974" name="AutoShape 8"/>
          <p:cNvSpPr>
            <a:spLocks noChangeArrowheads="1"/>
          </p:cNvSpPr>
          <p:nvPr/>
        </p:nvSpPr>
        <p:spPr bwMode="auto">
          <a:xfrm rot="10800000">
            <a:off x="2714625" y="1758950"/>
            <a:ext cx="485775" cy="293688"/>
          </a:xfrm>
          <a:prstGeom prst="leftRightArrow">
            <a:avLst>
              <a:gd name="adj1" fmla="val 50000"/>
              <a:gd name="adj2" fmla="val 33081"/>
            </a:avLst>
          </a:prstGeom>
          <a:solidFill>
            <a:srgbClr val="FFFF00"/>
          </a:solidFill>
          <a:ln w="38100">
            <a:solidFill>
              <a:schemeClr val="tx1"/>
            </a:solidFill>
            <a:miter lim="800000"/>
            <a:headEnd/>
            <a:tailEnd/>
          </a:ln>
        </p:spPr>
        <p:txBody>
          <a:bodyPr rot="10800000" wrap="none" anchor="ctr"/>
          <a:lstStyle/>
          <a:p>
            <a:pPr algn="ctr" eaLnBrk="0" hangingPunct="0"/>
            <a:r>
              <a:rPr lang="en-US" b="0">
                <a:latin typeface="Arial" charset="0"/>
              </a:rPr>
              <a:t>  </a:t>
            </a:r>
          </a:p>
        </p:txBody>
      </p:sp>
    </p:spTree>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86018"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6D161B86-05F5-9545-A101-90E105486287}" type="slidenum">
              <a:rPr lang="ar-SA" sz="1400" b="0">
                <a:solidFill>
                  <a:schemeClr val="tx1"/>
                </a:solidFill>
                <a:latin typeface="Arial" charset="0"/>
                <a:cs typeface="Arial" charset="0"/>
              </a:rPr>
              <a:pPr/>
              <a:t>35</a:t>
            </a:fld>
            <a:endParaRPr lang="en-US" sz="1400" b="0">
              <a:solidFill>
                <a:schemeClr val="tx1"/>
              </a:solidFill>
              <a:latin typeface="Arial" charset="0"/>
              <a:cs typeface="Arial" charset="0"/>
            </a:endParaRPr>
          </a:p>
        </p:txBody>
      </p:sp>
      <p:pic>
        <p:nvPicPr>
          <p:cNvPr id="86019" name="Picture 14"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020" name="Rectangle 2"/>
          <p:cNvSpPr>
            <a:spLocks noGrp="1" noChangeArrowheads="1"/>
          </p:cNvSpPr>
          <p:nvPr>
            <p:ph type="title"/>
          </p:nvPr>
        </p:nvSpPr>
        <p:spPr>
          <a:xfrm>
            <a:off x="714375" y="381000"/>
            <a:ext cx="7772400" cy="1143000"/>
          </a:xfrm>
        </p:spPr>
        <p:txBody>
          <a:bodyPr/>
          <a:lstStyle/>
          <a:p>
            <a:r>
              <a:rPr lang="en-US">
                <a:latin typeface="Arial" charset="0"/>
              </a:rPr>
              <a:t>Mutual Exclusion</a:t>
            </a:r>
          </a:p>
        </p:txBody>
      </p:sp>
      <p:sp>
        <p:nvSpPr>
          <p:cNvPr id="86021" name="Rectangle 3"/>
          <p:cNvSpPr>
            <a:spLocks noGrp="1" noChangeArrowheads="1"/>
          </p:cNvSpPr>
          <p:nvPr>
            <p:ph type="body" idx="1"/>
          </p:nvPr>
        </p:nvSpPr>
        <p:spPr>
          <a:xfrm>
            <a:off x="635000" y="1643063"/>
            <a:ext cx="8259763" cy="4154487"/>
          </a:xfrm>
        </p:spPr>
        <p:txBody>
          <a:bodyPr/>
          <a:lstStyle/>
          <a:p>
            <a:r>
              <a:rPr lang="en-US" dirty="0">
                <a:latin typeface="Arial" charset="0"/>
              </a:rPr>
              <a:t>Let </a:t>
            </a:r>
            <a:r>
              <a:rPr lang="en-US" dirty="0" err="1">
                <a:solidFill>
                  <a:schemeClr val="tx1"/>
                </a:solidFill>
                <a:latin typeface="Arial" charset="0"/>
              </a:rPr>
              <a:t>CS</a:t>
            </a:r>
            <a:r>
              <a:rPr lang="en-US" baseline="-25000" dirty="0" err="1">
                <a:solidFill>
                  <a:schemeClr val="tx1"/>
                </a:solidFill>
                <a:latin typeface="Arial" charset="0"/>
              </a:rPr>
              <a:t>i</a:t>
            </a:r>
            <a:r>
              <a:rPr lang="en-US" baseline="30000" dirty="0" err="1">
                <a:solidFill>
                  <a:schemeClr val="tx1"/>
                </a:solidFill>
                <a:latin typeface="Arial" charset="0"/>
              </a:rPr>
              <a:t>k</a:t>
            </a:r>
            <a:r>
              <a:rPr lang="en-US" dirty="0">
                <a:latin typeface="Arial" charset="0"/>
              </a:rPr>
              <a:t>        be thread </a:t>
            </a:r>
            <a:r>
              <a:rPr lang="en-US" dirty="0" err="1">
                <a:solidFill>
                  <a:schemeClr val="tx1"/>
                </a:solidFill>
                <a:latin typeface="Arial" charset="0"/>
              </a:rPr>
              <a:t>i</a:t>
            </a:r>
            <a:r>
              <a:rPr lang="fr-FR" altLang="ja-JP" dirty="0">
                <a:latin typeface="Arial" charset="0"/>
              </a:rPr>
              <a:t>'</a:t>
            </a:r>
            <a:r>
              <a:rPr lang="en-US" altLang="ja-JP" dirty="0">
                <a:latin typeface="Arial" charset="0"/>
              </a:rPr>
              <a:t>s </a:t>
            </a:r>
            <a:r>
              <a:rPr lang="en-US" altLang="ja-JP" dirty="0">
                <a:solidFill>
                  <a:schemeClr val="tx1"/>
                </a:solidFill>
                <a:latin typeface="Arial" charset="0"/>
              </a:rPr>
              <a:t>k</a:t>
            </a:r>
            <a:r>
              <a:rPr lang="en-US" altLang="ja-JP" dirty="0">
                <a:latin typeface="Arial" charset="0"/>
              </a:rPr>
              <a:t>-</a:t>
            </a:r>
            <a:r>
              <a:rPr lang="en-US" altLang="ja-JP" dirty="0" err="1">
                <a:latin typeface="Arial" charset="0"/>
              </a:rPr>
              <a:t>th</a:t>
            </a:r>
            <a:r>
              <a:rPr lang="en-US" altLang="ja-JP" dirty="0">
                <a:latin typeface="Arial" charset="0"/>
              </a:rPr>
              <a:t> critical section execution</a:t>
            </a:r>
          </a:p>
          <a:p>
            <a:r>
              <a:rPr lang="en-US" dirty="0">
                <a:latin typeface="Arial" charset="0"/>
              </a:rPr>
              <a:t>And </a:t>
            </a:r>
            <a:r>
              <a:rPr lang="en-US" dirty="0" err="1">
                <a:solidFill>
                  <a:schemeClr val="tx1"/>
                </a:solidFill>
                <a:latin typeface="Arial" charset="0"/>
              </a:rPr>
              <a:t>CS</a:t>
            </a:r>
            <a:r>
              <a:rPr lang="en-US" baseline="-25000" dirty="0" err="1">
                <a:solidFill>
                  <a:schemeClr val="tx1"/>
                </a:solidFill>
                <a:latin typeface="Arial" charset="0"/>
              </a:rPr>
              <a:t>j</a:t>
            </a:r>
            <a:r>
              <a:rPr lang="en-US" baseline="30000" dirty="0" err="1">
                <a:solidFill>
                  <a:schemeClr val="tx1"/>
                </a:solidFill>
                <a:latin typeface="Arial" charset="0"/>
              </a:rPr>
              <a:t>m</a:t>
            </a:r>
            <a:r>
              <a:rPr lang="en-US" dirty="0">
                <a:latin typeface="Arial" charset="0"/>
              </a:rPr>
              <a:t>        be thread </a:t>
            </a:r>
            <a:r>
              <a:rPr lang="en-US" dirty="0">
                <a:solidFill>
                  <a:schemeClr val="tx1"/>
                </a:solidFill>
                <a:latin typeface="Arial" charset="0"/>
              </a:rPr>
              <a:t>j</a:t>
            </a:r>
            <a:r>
              <a:rPr lang="fr-FR" altLang="ja-JP" dirty="0">
                <a:latin typeface="Arial" charset="0"/>
              </a:rPr>
              <a:t>'</a:t>
            </a:r>
            <a:r>
              <a:rPr lang="en-US" altLang="ja-JP" dirty="0">
                <a:latin typeface="Arial" charset="0"/>
              </a:rPr>
              <a:t>s </a:t>
            </a:r>
            <a:r>
              <a:rPr lang="en-US" altLang="ja-JP" dirty="0">
                <a:solidFill>
                  <a:schemeClr val="tx1"/>
                </a:solidFill>
                <a:latin typeface="Arial" charset="0"/>
              </a:rPr>
              <a:t>m</a:t>
            </a:r>
            <a:r>
              <a:rPr lang="en-US" altLang="ja-JP" dirty="0">
                <a:latin typeface="Arial" charset="0"/>
              </a:rPr>
              <a:t>-</a:t>
            </a:r>
            <a:r>
              <a:rPr lang="en-US" altLang="ja-JP" dirty="0" err="1">
                <a:latin typeface="Arial" charset="0"/>
              </a:rPr>
              <a:t>th</a:t>
            </a:r>
            <a:r>
              <a:rPr lang="en-US" altLang="ja-JP" dirty="0">
                <a:latin typeface="Arial" charset="0"/>
              </a:rPr>
              <a:t> critical section execution</a:t>
            </a:r>
            <a:endParaRPr lang="en-US" dirty="0">
              <a:latin typeface="Arial" charset="0"/>
            </a:endParaRPr>
          </a:p>
        </p:txBody>
      </p:sp>
      <p:sp>
        <p:nvSpPr>
          <p:cNvPr id="86022" name="AutoShape 8"/>
          <p:cNvSpPr>
            <a:spLocks noChangeArrowheads="1"/>
          </p:cNvSpPr>
          <p:nvPr/>
        </p:nvSpPr>
        <p:spPr bwMode="auto">
          <a:xfrm rot="10800000">
            <a:off x="2714625" y="1758950"/>
            <a:ext cx="485775" cy="293688"/>
          </a:xfrm>
          <a:prstGeom prst="leftRightArrow">
            <a:avLst>
              <a:gd name="adj1" fmla="val 50000"/>
              <a:gd name="adj2" fmla="val 33081"/>
            </a:avLst>
          </a:prstGeom>
          <a:solidFill>
            <a:srgbClr val="FFFF00"/>
          </a:solidFill>
          <a:ln w="38100">
            <a:solidFill>
              <a:schemeClr val="tx1"/>
            </a:solidFill>
            <a:miter lim="800000"/>
            <a:headEnd/>
            <a:tailEnd/>
          </a:ln>
        </p:spPr>
        <p:txBody>
          <a:bodyPr rot="10800000" wrap="none" anchor="ctr"/>
          <a:lstStyle/>
          <a:p>
            <a:pPr algn="ctr" eaLnBrk="0" hangingPunct="0"/>
            <a:r>
              <a:rPr lang="en-US" b="0">
                <a:latin typeface="Arial" charset="0"/>
              </a:rPr>
              <a:t>  </a:t>
            </a:r>
          </a:p>
        </p:txBody>
      </p:sp>
      <p:sp>
        <p:nvSpPr>
          <p:cNvPr id="86023" name="AutoShape 9"/>
          <p:cNvSpPr>
            <a:spLocks noChangeArrowheads="1"/>
          </p:cNvSpPr>
          <p:nvPr/>
        </p:nvSpPr>
        <p:spPr bwMode="auto">
          <a:xfrm rot="10800000">
            <a:off x="2957513" y="2862263"/>
            <a:ext cx="484187" cy="293687"/>
          </a:xfrm>
          <a:prstGeom prst="leftRightArrow">
            <a:avLst>
              <a:gd name="adj1" fmla="val 50000"/>
              <a:gd name="adj2" fmla="val 32973"/>
            </a:avLst>
          </a:prstGeom>
          <a:solidFill>
            <a:srgbClr val="008000"/>
          </a:solidFill>
          <a:ln w="38100">
            <a:solidFill>
              <a:schemeClr val="tx1"/>
            </a:solidFill>
            <a:miter lim="800000"/>
            <a:headEnd/>
            <a:tailEnd/>
          </a:ln>
        </p:spPr>
        <p:txBody>
          <a:bodyPr wrap="none" anchor="ctr"/>
          <a:lstStyle/>
          <a:p>
            <a:pPr eaLnBrk="0" hangingPunct="0"/>
            <a:endParaRPr lang="en-US">
              <a:latin typeface="Arial" charset="0"/>
            </a:endParaRPr>
          </a:p>
        </p:txBody>
      </p:sp>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88066"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720C7C5A-41B5-6D46-A7E0-988BB2656917}" type="slidenum">
              <a:rPr lang="ar-SA" sz="1400" b="0">
                <a:solidFill>
                  <a:schemeClr val="tx1"/>
                </a:solidFill>
                <a:latin typeface="Arial" charset="0"/>
                <a:cs typeface="Arial" charset="0"/>
              </a:rPr>
              <a:pPr/>
              <a:t>36</a:t>
            </a:fld>
            <a:endParaRPr lang="en-US" sz="1400" b="0">
              <a:solidFill>
                <a:schemeClr val="tx1"/>
              </a:solidFill>
              <a:latin typeface="Arial" charset="0"/>
              <a:cs typeface="Arial" charset="0"/>
            </a:endParaRPr>
          </a:p>
        </p:txBody>
      </p:sp>
      <p:pic>
        <p:nvPicPr>
          <p:cNvPr id="88067" name="Picture 14"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8" name="Rectangle 2"/>
          <p:cNvSpPr>
            <a:spLocks noGrp="1" noChangeArrowheads="1"/>
          </p:cNvSpPr>
          <p:nvPr>
            <p:ph type="title"/>
          </p:nvPr>
        </p:nvSpPr>
        <p:spPr>
          <a:xfrm>
            <a:off x="714375" y="381000"/>
            <a:ext cx="7772400" cy="1143000"/>
          </a:xfrm>
        </p:spPr>
        <p:txBody>
          <a:bodyPr/>
          <a:lstStyle/>
          <a:p>
            <a:r>
              <a:rPr lang="en-US">
                <a:latin typeface="Arial" charset="0"/>
              </a:rPr>
              <a:t>Mutual Exclusion</a:t>
            </a:r>
          </a:p>
        </p:txBody>
      </p:sp>
      <p:sp>
        <p:nvSpPr>
          <p:cNvPr id="88069" name="Rectangle 3"/>
          <p:cNvSpPr>
            <a:spLocks noGrp="1" noChangeArrowheads="1"/>
          </p:cNvSpPr>
          <p:nvPr>
            <p:ph type="body" idx="1"/>
          </p:nvPr>
        </p:nvSpPr>
        <p:spPr>
          <a:xfrm>
            <a:off x="635000" y="1643063"/>
            <a:ext cx="8259763" cy="4154487"/>
          </a:xfrm>
        </p:spPr>
        <p:txBody>
          <a:bodyPr/>
          <a:lstStyle/>
          <a:p>
            <a:r>
              <a:rPr lang="en-US" dirty="0">
                <a:latin typeface="Arial" charset="0"/>
              </a:rPr>
              <a:t>Let </a:t>
            </a:r>
            <a:r>
              <a:rPr lang="en-US" dirty="0" err="1">
                <a:solidFill>
                  <a:schemeClr val="tx1"/>
                </a:solidFill>
                <a:latin typeface="Arial" charset="0"/>
              </a:rPr>
              <a:t>CS</a:t>
            </a:r>
            <a:r>
              <a:rPr lang="en-US" baseline="-25000" dirty="0" err="1">
                <a:solidFill>
                  <a:schemeClr val="tx1"/>
                </a:solidFill>
                <a:latin typeface="Arial" charset="0"/>
              </a:rPr>
              <a:t>i</a:t>
            </a:r>
            <a:r>
              <a:rPr lang="en-US" baseline="30000" dirty="0" err="1">
                <a:solidFill>
                  <a:schemeClr val="tx1"/>
                </a:solidFill>
                <a:latin typeface="Arial" charset="0"/>
              </a:rPr>
              <a:t>k</a:t>
            </a:r>
            <a:r>
              <a:rPr lang="en-US" dirty="0">
                <a:latin typeface="Arial" charset="0"/>
              </a:rPr>
              <a:t>        be thread </a:t>
            </a:r>
            <a:r>
              <a:rPr lang="en-US" dirty="0" err="1">
                <a:solidFill>
                  <a:schemeClr val="tx1"/>
                </a:solidFill>
                <a:latin typeface="Arial" charset="0"/>
              </a:rPr>
              <a:t>i</a:t>
            </a:r>
            <a:r>
              <a:rPr lang="fr-FR" altLang="ja-JP" dirty="0">
                <a:latin typeface="Arial" charset="0"/>
              </a:rPr>
              <a:t>'</a:t>
            </a:r>
            <a:r>
              <a:rPr lang="en-US" altLang="ja-JP" dirty="0">
                <a:latin typeface="Arial" charset="0"/>
              </a:rPr>
              <a:t>s </a:t>
            </a:r>
            <a:r>
              <a:rPr lang="en-US" altLang="ja-JP" dirty="0">
                <a:solidFill>
                  <a:schemeClr val="tx1"/>
                </a:solidFill>
                <a:latin typeface="Arial" charset="0"/>
              </a:rPr>
              <a:t>k</a:t>
            </a:r>
            <a:r>
              <a:rPr lang="en-US" altLang="ja-JP" dirty="0">
                <a:latin typeface="Arial" charset="0"/>
              </a:rPr>
              <a:t>-</a:t>
            </a:r>
            <a:r>
              <a:rPr lang="en-US" altLang="ja-JP" dirty="0" err="1">
                <a:latin typeface="Arial" charset="0"/>
              </a:rPr>
              <a:t>th</a:t>
            </a:r>
            <a:r>
              <a:rPr lang="en-US" altLang="ja-JP" dirty="0">
                <a:latin typeface="Arial" charset="0"/>
              </a:rPr>
              <a:t> critical section execution</a:t>
            </a:r>
          </a:p>
          <a:p>
            <a:r>
              <a:rPr lang="en-US" dirty="0">
                <a:latin typeface="Arial" charset="0"/>
              </a:rPr>
              <a:t>And </a:t>
            </a:r>
            <a:r>
              <a:rPr lang="en-US" dirty="0" err="1">
                <a:solidFill>
                  <a:schemeClr val="tx1"/>
                </a:solidFill>
                <a:latin typeface="Arial" charset="0"/>
              </a:rPr>
              <a:t>CS</a:t>
            </a:r>
            <a:r>
              <a:rPr lang="en-US" baseline="-25000" dirty="0" err="1">
                <a:solidFill>
                  <a:schemeClr val="tx1"/>
                </a:solidFill>
                <a:latin typeface="Arial" charset="0"/>
              </a:rPr>
              <a:t>j</a:t>
            </a:r>
            <a:r>
              <a:rPr lang="en-US" baseline="30000" dirty="0" err="1">
                <a:solidFill>
                  <a:schemeClr val="tx1"/>
                </a:solidFill>
                <a:latin typeface="Arial" charset="0"/>
              </a:rPr>
              <a:t>m</a:t>
            </a:r>
            <a:r>
              <a:rPr lang="en-US" dirty="0">
                <a:latin typeface="Arial" charset="0"/>
              </a:rPr>
              <a:t>        be </a:t>
            </a:r>
            <a:r>
              <a:rPr lang="en-US" dirty="0">
                <a:solidFill>
                  <a:schemeClr val="tx1"/>
                </a:solidFill>
                <a:latin typeface="Arial" charset="0"/>
              </a:rPr>
              <a:t>j</a:t>
            </a:r>
            <a:r>
              <a:rPr lang="fr-FR" altLang="ja-JP" dirty="0">
                <a:latin typeface="Arial" charset="0"/>
              </a:rPr>
              <a:t>'</a:t>
            </a:r>
            <a:r>
              <a:rPr lang="en-US" altLang="ja-JP" dirty="0">
                <a:latin typeface="Arial" charset="0"/>
              </a:rPr>
              <a:t>s </a:t>
            </a:r>
            <a:r>
              <a:rPr lang="en-US" altLang="ja-JP" dirty="0">
                <a:solidFill>
                  <a:schemeClr val="tx1"/>
                </a:solidFill>
                <a:latin typeface="Arial" charset="0"/>
              </a:rPr>
              <a:t>m</a:t>
            </a:r>
            <a:r>
              <a:rPr lang="en-US" altLang="ja-JP" dirty="0">
                <a:latin typeface="Arial" charset="0"/>
              </a:rPr>
              <a:t>-</a:t>
            </a:r>
            <a:r>
              <a:rPr lang="en-US" altLang="ja-JP" dirty="0" err="1">
                <a:latin typeface="Arial" charset="0"/>
              </a:rPr>
              <a:t>th</a:t>
            </a:r>
            <a:r>
              <a:rPr lang="en-US" altLang="ja-JP" dirty="0">
                <a:latin typeface="Arial" charset="0"/>
              </a:rPr>
              <a:t> execution</a:t>
            </a:r>
          </a:p>
          <a:p>
            <a:r>
              <a:rPr lang="en-US" dirty="0">
                <a:latin typeface="Arial" charset="0"/>
              </a:rPr>
              <a:t>Then either</a:t>
            </a:r>
          </a:p>
          <a:p>
            <a:pPr lvl="1"/>
            <a:r>
              <a:rPr lang="en-US" dirty="0">
                <a:latin typeface="Arial" charset="0"/>
                <a:cs typeface="Arial" charset="0"/>
              </a:rPr>
              <a:t>            or</a:t>
            </a:r>
          </a:p>
        </p:txBody>
      </p:sp>
      <p:grpSp>
        <p:nvGrpSpPr>
          <p:cNvPr id="88070" name="Group 4"/>
          <p:cNvGrpSpPr>
            <a:grpSpLocks/>
          </p:cNvGrpSpPr>
          <p:nvPr/>
        </p:nvGrpSpPr>
        <p:grpSpPr bwMode="auto">
          <a:xfrm>
            <a:off x="1414463" y="4014788"/>
            <a:ext cx="1122362" cy="304800"/>
            <a:chOff x="951" y="2315"/>
            <a:chExt cx="707" cy="192"/>
          </a:xfrm>
        </p:grpSpPr>
        <p:sp>
          <p:nvSpPr>
            <p:cNvPr id="88076" name="AutoShape 5"/>
            <p:cNvSpPr>
              <a:spLocks noChangeArrowheads="1"/>
            </p:cNvSpPr>
            <p:nvPr/>
          </p:nvSpPr>
          <p:spPr bwMode="auto">
            <a:xfrm rot="10800000">
              <a:off x="951" y="2315"/>
              <a:ext cx="306" cy="185"/>
            </a:xfrm>
            <a:prstGeom prst="leftRightArrow">
              <a:avLst>
                <a:gd name="adj1" fmla="val 50000"/>
                <a:gd name="adj2" fmla="val 33081"/>
              </a:avLst>
            </a:prstGeom>
            <a:solidFill>
              <a:srgbClr val="FFFF00"/>
            </a:solidFill>
            <a:ln w="38100">
              <a:solidFill>
                <a:schemeClr val="tx1"/>
              </a:solidFill>
              <a:miter lim="800000"/>
              <a:headEnd/>
              <a:tailEnd/>
            </a:ln>
          </p:spPr>
          <p:txBody>
            <a:bodyPr wrap="none" anchor="ctr"/>
            <a:lstStyle/>
            <a:p>
              <a:pPr eaLnBrk="0" hangingPunct="0"/>
              <a:endParaRPr lang="en-US">
                <a:latin typeface="Arial" charset="0"/>
              </a:endParaRPr>
            </a:p>
          </p:txBody>
        </p:sp>
        <p:sp>
          <p:nvSpPr>
            <p:cNvPr id="88077" name="AutoShape 6"/>
            <p:cNvSpPr>
              <a:spLocks noChangeArrowheads="1"/>
            </p:cNvSpPr>
            <p:nvPr/>
          </p:nvSpPr>
          <p:spPr bwMode="auto">
            <a:xfrm rot="10800000">
              <a:off x="1353" y="2322"/>
              <a:ext cx="305" cy="185"/>
            </a:xfrm>
            <a:prstGeom prst="leftRightArrow">
              <a:avLst>
                <a:gd name="adj1" fmla="val 50000"/>
                <a:gd name="adj2" fmla="val 32973"/>
              </a:avLst>
            </a:prstGeom>
            <a:solidFill>
              <a:srgbClr val="008000"/>
            </a:solidFill>
            <a:ln w="38100">
              <a:solidFill>
                <a:schemeClr val="tx1"/>
              </a:solidFill>
              <a:miter lim="800000"/>
              <a:headEnd/>
              <a:tailEnd/>
            </a:ln>
          </p:spPr>
          <p:txBody>
            <a:bodyPr wrap="none" anchor="ctr"/>
            <a:lstStyle/>
            <a:p>
              <a:pPr eaLnBrk="0" hangingPunct="0"/>
              <a:endParaRPr lang="en-US">
                <a:latin typeface="Arial" charset="0"/>
              </a:endParaRPr>
            </a:p>
          </p:txBody>
        </p:sp>
      </p:grpSp>
      <p:sp>
        <p:nvSpPr>
          <p:cNvPr id="88071" name="AutoShape 8"/>
          <p:cNvSpPr>
            <a:spLocks noChangeArrowheads="1"/>
          </p:cNvSpPr>
          <p:nvPr/>
        </p:nvSpPr>
        <p:spPr bwMode="auto">
          <a:xfrm rot="10800000">
            <a:off x="2714625" y="1758950"/>
            <a:ext cx="485775" cy="293688"/>
          </a:xfrm>
          <a:prstGeom prst="leftRightArrow">
            <a:avLst>
              <a:gd name="adj1" fmla="val 50000"/>
              <a:gd name="adj2" fmla="val 33081"/>
            </a:avLst>
          </a:prstGeom>
          <a:solidFill>
            <a:srgbClr val="FFFF00"/>
          </a:solidFill>
          <a:ln w="38100">
            <a:solidFill>
              <a:schemeClr val="tx1"/>
            </a:solidFill>
            <a:miter lim="800000"/>
            <a:headEnd/>
            <a:tailEnd/>
          </a:ln>
        </p:spPr>
        <p:txBody>
          <a:bodyPr rot="10800000" wrap="none" anchor="ctr"/>
          <a:lstStyle/>
          <a:p>
            <a:pPr algn="ctr" eaLnBrk="0" hangingPunct="0"/>
            <a:r>
              <a:rPr lang="en-US" b="0">
                <a:latin typeface="Arial" charset="0"/>
              </a:rPr>
              <a:t>  </a:t>
            </a:r>
          </a:p>
        </p:txBody>
      </p:sp>
      <p:sp>
        <p:nvSpPr>
          <p:cNvPr id="88072" name="AutoShape 9"/>
          <p:cNvSpPr>
            <a:spLocks noChangeArrowheads="1"/>
          </p:cNvSpPr>
          <p:nvPr/>
        </p:nvSpPr>
        <p:spPr bwMode="auto">
          <a:xfrm rot="10800000">
            <a:off x="2957513" y="2862263"/>
            <a:ext cx="484187" cy="293687"/>
          </a:xfrm>
          <a:prstGeom prst="leftRightArrow">
            <a:avLst>
              <a:gd name="adj1" fmla="val 50000"/>
              <a:gd name="adj2" fmla="val 32973"/>
            </a:avLst>
          </a:prstGeom>
          <a:solidFill>
            <a:srgbClr val="008000"/>
          </a:solidFill>
          <a:ln w="38100">
            <a:solidFill>
              <a:schemeClr val="tx1"/>
            </a:solidFill>
            <a:miter lim="800000"/>
            <a:headEnd/>
            <a:tailEnd/>
          </a:ln>
        </p:spPr>
        <p:txBody>
          <a:bodyPr wrap="none" anchor="ctr"/>
          <a:lstStyle/>
          <a:p>
            <a:pPr eaLnBrk="0" hangingPunct="0"/>
            <a:endParaRPr lang="en-US">
              <a:latin typeface="Arial" charset="0"/>
            </a:endParaRPr>
          </a:p>
        </p:txBody>
      </p:sp>
      <p:grpSp>
        <p:nvGrpSpPr>
          <p:cNvPr id="88073" name="Group 10"/>
          <p:cNvGrpSpPr>
            <a:grpSpLocks/>
          </p:cNvGrpSpPr>
          <p:nvPr/>
        </p:nvGrpSpPr>
        <p:grpSpPr bwMode="auto">
          <a:xfrm>
            <a:off x="3130550" y="4016375"/>
            <a:ext cx="1122363" cy="304800"/>
            <a:chOff x="951" y="2315"/>
            <a:chExt cx="707" cy="192"/>
          </a:xfrm>
        </p:grpSpPr>
        <p:sp>
          <p:nvSpPr>
            <p:cNvPr id="88074" name="AutoShape 11"/>
            <p:cNvSpPr>
              <a:spLocks noChangeArrowheads="1"/>
            </p:cNvSpPr>
            <p:nvPr/>
          </p:nvSpPr>
          <p:spPr bwMode="auto">
            <a:xfrm rot="10800000">
              <a:off x="951" y="2315"/>
              <a:ext cx="306" cy="185"/>
            </a:xfrm>
            <a:prstGeom prst="leftRightArrow">
              <a:avLst>
                <a:gd name="adj1" fmla="val 50000"/>
                <a:gd name="adj2" fmla="val 33081"/>
              </a:avLst>
            </a:prstGeom>
            <a:solidFill>
              <a:srgbClr val="008000"/>
            </a:solidFill>
            <a:ln w="38100">
              <a:solidFill>
                <a:schemeClr val="tx1"/>
              </a:solidFill>
              <a:miter lim="800000"/>
              <a:headEnd/>
              <a:tailEnd/>
            </a:ln>
          </p:spPr>
          <p:txBody>
            <a:bodyPr wrap="none" anchor="ctr"/>
            <a:lstStyle/>
            <a:p>
              <a:pPr eaLnBrk="0" hangingPunct="0"/>
              <a:endParaRPr lang="en-US">
                <a:latin typeface="Arial" charset="0"/>
              </a:endParaRPr>
            </a:p>
          </p:txBody>
        </p:sp>
        <p:sp>
          <p:nvSpPr>
            <p:cNvPr id="88075" name="AutoShape 12"/>
            <p:cNvSpPr>
              <a:spLocks noChangeArrowheads="1"/>
            </p:cNvSpPr>
            <p:nvPr/>
          </p:nvSpPr>
          <p:spPr bwMode="auto">
            <a:xfrm rot="10800000">
              <a:off x="1353" y="2322"/>
              <a:ext cx="305" cy="185"/>
            </a:xfrm>
            <a:prstGeom prst="leftRightArrow">
              <a:avLst>
                <a:gd name="adj1" fmla="val 50000"/>
                <a:gd name="adj2" fmla="val 32973"/>
              </a:avLst>
            </a:prstGeom>
            <a:solidFill>
              <a:srgbClr val="FFFF00"/>
            </a:solidFill>
            <a:ln w="38100">
              <a:solidFill>
                <a:schemeClr val="tx1"/>
              </a:solidFill>
              <a:miter lim="800000"/>
              <a:headEnd/>
              <a:tailEnd/>
            </a:ln>
          </p:spPr>
          <p:txBody>
            <a:bodyPr wrap="none" anchor="ctr"/>
            <a:lstStyle/>
            <a:p>
              <a:pPr eaLnBrk="0" hangingPunct="0"/>
              <a:endParaRPr lang="en-US">
                <a:latin typeface="Arial" charset="0"/>
              </a:endParaRPr>
            </a:p>
          </p:txBody>
        </p:sp>
      </p:grpSp>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90114"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7F13A6A9-C683-A944-8FB7-42AC676772C9}" type="slidenum">
              <a:rPr lang="ar-SA" sz="1400" b="0">
                <a:solidFill>
                  <a:schemeClr val="tx1"/>
                </a:solidFill>
                <a:latin typeface="Arial" charset="0"/>
                <a:cs typeface="Arial" charset="0"/>
              </a:rPr>
              <a:pPr/>
              <a:t>37</a:t>
            </a:fld>
            <a:endParaRPr lang="en-US" sz="1400" b="0">
              <a:solidFill>
                <a:schemeClr val="tx1"/>
              </a:solidFill>
              <a:latin typeface="Arial" charset="0"/>
              <a:cs typeface="Arial" charset="0"/>
            </a:endParaRPr>
          </a:p>
        </p:txBody>
      </p:sp>
      <p:pic>
        <p:nvPicPr>
          <p:cNvPr id="90115" name="Picture 2"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116" name="Rectangle 3"/>
          <p:cNvSpPr>
            <a:spLocks noGrp="1" noChangeArrowheads="1"/>
          </p:cNvSpPr>
          <p:nvPr>
            <p:ph type="title"/>
          </p:nvPr>
        </p:nvSpPr>
        <p:spPr>
          <a:xfrm>
            <a:off x="714375" y="381000"/>
            <a:ext cx="7772400" cy="1143000"/>
          </a:xfrm>
        </p:spPr>
        <p:txBody>
          <a:bodyPr/>
          <a:lstStyle/>
          <a:p>
            <a:r>
              <a:rPr lang="en-US">
                <a:latin typeface="Arial" charset="0"/>
              </a:rPr>
              <a:t>Mutual Exclusion</a:t>
            </a:r>
          </a:p>
        </p:txBody>
      </p:sp>
      <p:sp>
        <p:nvSpPr>
          <p:cNvPr id="90117" name="Rectangle 4"/>
          <p:cNvSpPr>
            <a:spLocks noGrp="1" noChangeArrowheads="1"/>
          </p:cNvSpPr>
          <p:nvPr>
            <p:ph type="body" idx="1"/>
          </p:nvPr>
        </p:nvSpPr>
        <p:spPr>
          <a:xfrm>
            <a:off x="635000" y="1643063"/>
            <a:ext cx="8259763" cy="4154487"/>
          </a:xfrm>
        </p:spPr>
        <p:txBody>
          <a:bodyPr/>
          <a:lstStyle/>
          <a:p>
            <a:r>
              <a:rPr lang="en-US" dirty="0">
                <a:latin typeface="Arial" charset="0"/>
              </a:rPr>
              <a:t>Let </a:t>
            </a:r>
            <a:r>
              <a:rPr lang="en-US" dirty="0" err="1">
                <a:solidFill>
                  <a:schemeClr val="tx1"/>
                </a:solidFill>
                <a:latin typeface="Arial" charset="0"/>
              </a:rPr>
              <a:t>CS</a:t>
            </a:r>
            <a:r>
              <a:rPr lang="en-US" baseline="-25000" dirty="0" err="1">
                <a:solidFill>
                  <a:schemeClr val="tx1"/>
                </a:solidFill>
                <a:latin typeface="Arial" charset="0"/>
              </a:rPr>
              <a:t>i</a:t>
            </a:r>
            <a:r>
              <a:rPr lang="en-US" baseline="30000" dirty="0" err="1">
                <a:solidFill>
                  <a:schemeClr val="tx1"/>
                </a:solidFill>
                <a:latin typeface="Arial" charset="0"/>
              </a:rPr>
              <a:t>k</a:t>
            </a:r>
            <a:r>
              <a:rPr lang="en-US" dirty="0">
                <a:latin typeface="Arial" charset="0"/>
              </a:rPr>
              <a:t>        be thread </a:t>
            </a:r>
            <a:r>
              <a:rPr lang="en-US" dirty="0" err="1">
                <a:solidFill>
                  <a:schemeClr val="tx1"/>
                </a:solidFill>
                <a:latin typeface="Arial" charset="0"/>
              </a:rPr>
              <a:t>i</a:t>
            </a:r>
            <a:r>
              <a:rPr lang="fr-FR" altLang="ja-JP" dirty="0">
                <a:latin typeface="Arial" charset="0"/>
              </a:rPr>
              <a:t>'</a:t>
            </a:r>
            <a:r>
              <a:rPr lang="en-US" altLang="ja-JP" dirty="0">
                <a:latin typeface="Arial" charset="0"/>
              </a:rPr>
              <a:t>s </a:t>
            </a:r>
            <a:r>
              <a:rPr lang="en-US" altLang="ja-JP" dirty="0">
                <a:solidFill>
                  <a:schemeClr val="tx1"/>
                </a:solidFill>
                <a:latin typeface="Arial" charset="0"/>
              </a:rPr>
              <a:t>k</a:t>
            </a:r>
            <a:r>
              <a:rPr lang="en-US" altLang="ja-JP" dirty="0">
                <a:latin typeface="Arial" charset="0"/>
              </a:rPr>
              <a:t>-</a:t>
            </a:r>
            <a:r>
              <a:rPr lang="en-US" altLang="ja-JP" dirty="0" err="1">
                <a:latin typeface="Arial" charset="0"/>
              </a:rPr>
              <a:t>th</a:t>
            </a:r>
            <a:r>
              <a:rPr lang="en-US" altLang="ja-JP" dirty="0">
                <a:latin typeface="Arial" charset="0"/>
              </a:rPr>
              <a:t> critical section execution</a:t>
            </a:r>
          </a:p>
          <a:p>
            <a:r>
              <a:rPr lang="en-US" dirty="0">
                <a:latin typeface="Arial" charset="0"/>
              </a:rPr>
              <a:t>And </a:t>
            </a:r>
            <a:r>
              <a:rPr lang="en-US" dirty="0" err="1">
                <a:solidFill>
                  <a:schemeClr val="tx1"/>
                </a:solidFill>
                <a:latin typeface="Arial" charset="0"/>
              </a:rPr>
              <a:t>CS</a:t>
            </a:r>
            <a:r>
              <a:rPr lang="en-US" baseline="-25000" dirty="0" err="1">
                <a:solidFill>
                  <a:schemeClr val="tx1"/>
                </a:solidFill>
                <a:latin typeface="Arial" charset="0"/>
              </a:rPr>
              <a:t>j</a:t>
            </a:r>
            <a:r>
              <a:rPr lang="en-US" baseline="30000" dirty="0" err="1">
                <a:solidFill>
                  <a:schemeClr val="tx1"/>
                </a:solidFill>
                <a:latin typeface="Arial" charset="0"/>
              </a:rPr>
              <a:t>m</a:t>
            </a:r>
            <a:r>
              <a:rPr lang="en-US" dirty="0">
                <a:latin typeface="Arial" charset="0"/>
              </a:rPr>
              <a:t>        be </a:t>
            </a:r>
            <a:r>
              <a:rPr lang="en-US" dirty="0">
                <a:solidFill>
                  <a:schemeClr val="tx1"/>
                </a:solidFill>
                <a:latin typeface="Arial" charset="0"/>
              </a:rPr>
              <a:t>j</a:t>
            </a:r>
            <a:r>
              <a:rPr lang="fr-FR" altLang="ja-JP" dirty="0">
                <a:latin typeface="Arial" charset="0"/>
              </a:rPr>
              <a:t>'</a:t>
            </a:r>
            <a:r>
              <a:rPr lang="en-US" altLang="ja-JP" dirty="0">
                <a:latin typeface="Arial" charset="0"/>
              </a:rPr>
              <a:t>s </a:t>
            </a:r>
            <a:r>
              <a:rPr lang="en-US" altLang="ja-JP" dirty="0">
                <a:solidFill>
                  <a:schemeClr val="tx1"/>
                </a:solidFill>
                <a:latin typeface="Arial" charset="0"/>
              </a:rPr>
              <a:t>m</a:t>
            </a:r>
            <a:r>
              <a:rPr lang="en-US" altLang="ja-JP" dirty="0">
                <a:latin typeface="Arial" charset="0"/>
              </a:rPr>
              <a:t>-</a:t>
            </a:r>
            <a:r>
              <a:rPr lang="en-US" altLang="ja-JP" dirty="0" err="1">
                <a:latin typeface="Arial" charset="0"/>
              </a:rPr>
              <a:t>th</a:t>
            </a:r>
            <a:r>
              <a:rPr lang="en-US" altLang="ja-JP" dirty="0">
                <a:latin typeface="Arial" charset="0"/>
              </a:rPr>
              <a:t> execution</a:t>
            </a:r>
          </a:p>
          <a:p>
            <a:r>
              <a:rPr lang="en-US" dirty="0">
                <a:latin typeface="Arial" charset="0"/>
              </a:rPr>
              <a:t>Then either</a:t>
            </a:r>
          </a:p>
          <a:p>
            <a:pPr lvl="1"/>
            <a:r>
              <a:rPr lang="en-US" dirty="0">
                <a:latin typeface="Arial" charset="0"/>
                <a:cs typeface="Arial" charset="0"/>
              </a:rPr>
              <a:t>            or</a:t>
            </a:r>
          </a:p>
        </p:txBody>
      </p:sp>
      <p:grpSp>
        <p:nvGrpSpPr>
          <p:cNvPr id="90118" name="Group 5"/>
          <p:cNvGrpSpPr>
            <a:grpSpLocks/>
          </p:cNvGrpSpPr>
          <p:nvPr/>
        </p:nvGrpSpPr>
        <p:grpSpPr bwMode="auto">
          <a:xfrm>
            <a:off x="1414463" y="4014788"/>
            <a:ext cx="1122362" cy="304800"/>
            <a:chOff x="951" y="2315"/>
            <a:chExt cx="707" cy="192"/>
          </a:xfrm>
        </p:grpSpPr>
        <p:sp>
          <p:nvSpPr>
            <p:cNvPr id="90125" name="AutoShape 6"/>
            <p:cNvSpPr>
              <a:spLocks noChangeArrowheads="1"/>
            </p:cNvSpPr>
            <p:nvPr/>
          </p:nvSpPr>
          <p:spPr bwMode="auto">
            <a:xfrm rot="10800000">
              <a:off x="951" y="2315"/>
              <a:ext cx="306" cy="185"/>
            </a:xfrm>
            <a:prstGeom prst="leftRightArrow">
              <a:avLst>
                <a:gd name="adj1" fmla="val 50000"/>
                <a:gd name="adj2" fmla="val 33081"/>
              </a:avLst>
            </a:prstGeom>
            <a:solidFill>
              <a:srgbClr val="FFFF00"/>
            </a:solidFill>
            <a:ln w="38100">
              <a:solidFill>
                <a:schemeClr val="tx1"/>
              </a:solidFill>
              <a:miter lim="800000"/>
              <a:headEnd/>
              <a:tailEnd/>
            </a:ln>
          </p:spPr>
          <p:txBody>
            <a:bodyPr wrap="none" anchor="ctr"/>
            <a:lstStyle/>
            <a:p>
              <a:pPr eaLnBrk="0" hangingPunct="0"/>
              <a:endParaRPr lang="en-US">
                <a:latin typeface="Arial" charset="0"/>
              </a:endParaRPr>
            </a:p>
          </p:txBody>
        </p:sp>
        <p:sp>
          <p:nvSpPr>
            <p:cNvPr id="90126" name="AutoShape 7"/>
            <p:cNvSpPr>
              <a:spLocks noChangeArrowheads="1"/>
            </p:cNvSpPr>
            <p:nvPr/>
          </p:nvSpPr>
          <p:spPr bwMode="auto">
            <a:xfrm rot="10800000">
              <a:off x="1353" y="2322"/>
              <a:ext cx="305" cy="185"/>
            </a:xfrm>
            <a:prstGeom prst="leftRightArrow">
              <a:avLst>
                <a:gd name="adj1" fmla="val 50000"/>
                <a:gd name="adj2" fmla="val 32973"/>
              </a:avLst>
            </a:prstGeom>
            <a:solidFill>
              <a:srgbClr val="008000"/>
            </a:solidFill>
            <a:ln w="38100">
              <a:solidFill>
                <a:schemeClr val="tx1"/>
              </a:solidFill>
              <a:miter lim="800000"/>
              <a:headEnd/>
              <a:tailEnd/>
            </a:ln>
          </p:spPr>
          <p:txBody>
            <a:bodyPr wrap="none" anchor="ctr"/>
            <a:lstStyle/>
            <a:p>
              <a:pPr eaLnBrk="0" hangingPunct="0"/>
              <a:endParaRPr lang="en-US">
                <a:latin typeface="Arial" charset="0"/>
              </a:endParaRPr>
            </a:p>
          </p:txBody>
        </p:sp>
      </p:grpSp>
      <p:sp>
        <p:nvSpPr>
          <p:cNvPr id="90119" name="AutoShape 8"/>
          <p:cNvSpPr>
            <a:spLocks noChangeArrowheads="1"/>
          </p:cNvSpPr>
          <p:nvPr/>
        </p:nvSpPr>
        <p:spPr bwMode="auto">
          <a:xfrm>
            <a:off x="1874838" y="5035550"/>
            <a:ext cx="2651125" cy="625475"/>
          </a:xfrm>
          <a:prstGeom prst="wedgeRoundRectCallout">
            <a:avLst>
              <a:gd name="adj1" fmla="val -46106"/>
              <a:gd name="adj2" fmla="val -156597"/>
              <a:gd name="adj3" fmla="val 16667"/>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eaLnBrk="0" hangingPunct="0"/>
            <a:r>
              <a:rPr lang="en-US" sz="2800" b="0">
                <a:solidFill>
                  <a:schemeClr val="tx1"/>
                </a:solidFill>
                <a:latin typeface="Arial" charset="0"/>
                <a:cs typeface="Arial" charset="0"/>
              </a:rPr>
              <a:t>CS</a:t>
            </a:r>
            <a:r>
              <a:rPr lang="en-US" sz="2800" b="0" baseline="-25000">
                <a:solidFill>
                  <a:schemeClr val="tx1"/>
                </a:solidFill>
                <a:latin typeface="Arial" charset="0"/>
                <a:cs typeface="Arial" charset="0"/>
              </a:rPr>
              <a:t>i</a:t>
            </a:r>
            <a:r>
              <a:rPr lang="en-US" sz="2800" b="0" baseline="30000">
                <a:solidFill>
                  <a:schemeClr val="tx1"/>
                </a:solidFill>
                <a:latin typeface="Arial" charset="0"/>
                <a:cs typeface="Arial" charset="0"/>
              </a:rPr>
              <a:t>k</a:t>
            </a:r>
            <a:r>
              <a:rPr lang="en-US" sz="2800" b="0">
                <a:latin typeface="Arial" charset="0"/>
                <a:cs typeface="Arial" charset="0"/>
              </a:rPr>
              <a:t> </a:t>
            </a:r>
            <a:r>
              <a:rPr lang="en-US" sz="2800" b="0">
                <a:solidFill>
                  <a:schemeClr val="tx1"/>
                </a:solidFill>
                <a:latin typeface="Arial" charset="0"/>
                <a:cs typeface="Arial" charset="0"/>
                <a:sym typeface="Wingdings" charset="0"/>
              </a:rPr>
              <a:t></a:t>
            </a:r>
            <a:r>
              <a:rPr lang="en-US" sz="2800" b="0">
                <a:latin typeface="Arial" charset="0"/>
                <a:cs typeface="Arial" charset="0"/>
              </a:rPr>
              <a:t> </a:t>
            </a:r>
            <a:r>
              <a:rPr lang="en-US" sz="2800" b="0">
                <a:solidFill>
                  <a:schemeClr val="tx1"/>
                </a:solidFill>
                <a:latin typeface="Arial" charset="0"/>
                <a:cs typeface="Arial" charset="0"/>
              </a:rPr>
              <a:t>CS</a:t>
            </a:r>
            <a:r>
              <a:rPr lang="en-US" sz="2800" b="0" baseline="-25000">
                <a:solidFill>
                  <a:schemeClr val="tx1"/>
                </a:solidFill>
                <a:latin typeface="Arial" charset="0"/>
                <a:cs typeface="Arial" charset="0"/>
              </a:rPr>
              <a:t>j</a:t>
            </a:r>
            <a:r>
              <a:rPr lang="en-US" sz="2800" b="0" baseline="30000">
                <a:solidFill>
                  <a:schemeClr val="tx1"/>
                </a:solidFill>
                <a:latin typeface="Arial" charset="0"/>
                <a:cs typeface="Arial" charset="0"/>
              </a:rPr>
              <a:t>m</a:t>
            </a:r>
            <a:endParaRPr lang="en-US" sz="2800" b="0">
              <a:latin typeface="Arial" charset="0"/>
              <a:cs typeface="Arial" charset="0"/>
            </a:endParaRPr>
          </a:p>
        </p:txBody>
      </p:sp>
      <p:sp>
        <p:nvSpPr>
          <p:cNvPr id="90120" name="AutoShape 9"/>
          <p:cNvSpPr>
            <a:spLocks noChangeArrowheads="1"/>
          </p:cNvSpPr>
          <p:nvPr/>
        </p:nvSpPr>
        <p:spPr bwMode="auto">
          <a:xfrm rot="10800000">
            <a:off x="2714625" y="1758950"/>
            <a:ext cx="485775" cy="293688"/>
          </a:xfrm>
          <a:prstGeom prst="leftRightArrow">
            <a:avLst>
              <a:gd name="adj1" fmla="val 50000"/>
              <a:gd name="adj2" fmla="val 33081"/>
            </a:avLst>
          </a:prstGeom>
          <a:solidFill>
            <a:srgbClr val="FFFF00"/>
          </a:solidFill>
          <a:ln w="38100">
            <a:solidFill>
              <a:schemeClr val="tx1"/>
            </a:solidFill>
            <a:miter lim="800000"/>
            <a:headEnd/>
            <a:tailEnd/>
          </a:ln>
        </p:spPr>
        <p:txBody>
          <a:bodyPr rot="10800000" wrap="none" anchor="ctr"/>
          <a:lstStyle/>
          <a:p>
            <a:pPr algn="ctr" eaLnBrk="0" hangingPunct="0"/>
            <a:r>
              <a:rPr lang="en-US" b="0">
                <a:latin typeface="Arial" charset="0"/>
              </a:rPr>
              <a:t>  </a:t>
            </a:r>
          </a:p>
        </p:txBody>
      </p:sp>
      <p:sp>
        <p:nvSpPr>
          <p:cNvPr id="90121" name="AutoShape 10"/>
          <p:cNvSpPr>
            <a:spLocks noChangeArrowheads="1"/>
          </p:cNvSpPr>
          <p:nvPr/>
        </p:nvSpPr>
        <p:spPr bwMode="auto">
          <a:xfrm rot="10800000">
            <a:off x="2957513" y="2862263"/>
            <a:ext cx="484187" cy="293687"/>
          </a:xfrm>
          <a:prstGeom prst="leftRightArrow">
            <a:avLst>
              <a:gd name="adj1" fmla="val 50000"/>
              <a:gd name="adj2" fmla="val 32973"/>
            </a:avLst>
          </a:prstGeom>
          <a:solidFill>
            <a:srgbClr val="008000"/>
          </a:solidFill>
          <a:ln w="38100">
            <a:solidFill>
              <a:schemeClr val="tx1"/>
            </a:solidFill>
            <a:miter lim="800000"/>
            <a:headEnd/>
            <a:tailEnd/>
          </a:ln>
        </p:spPr>
        <p:txBody>
          <a:bodyPr wrap="none" anchor="ctr"/>
          <a:lstStyle/>
          <a:p>
            <a:pPr eaLnBrk="0" hangingPunct="0"/>
            <a:endParaRPr lang="en-US">
              <a:latin typeface="Arial" charset="0"/>
            </a:endParaRPr>
          </a:p>
        </p:txBody>
      </p:sp>
      <p:grpSp>
        <p:nvGrpSpPr>
          <p:cNvPr id="90122" name="Group 11"/>
          <p:cNvGrpSpPr>
            <a:grpSpLocks/>
          </p:cNvGrpSpPr>
          <p:nvPr/>
        </p:nvGrpSpPr>
        <p:grpSpPr bwMode="auto">
          <a:xfrm>
            <a:off x="3130550" y="4016375"/>
            <a:ext cx="1122363" cy="304800"/>
            <a:chOff x="951" y="2315"/>
            <a:chExt cx="707" cy="192"/>
          </a:xfrm>
        </p:grpSpPr>
        <p:sp>
          <p:nvSpPr>
            <p:cNvPr id="90123" name="AutoShape 12"/>
            <p:cNvSpPr>
              <a:spLocks noChangeArrowheads="1"/>
            </p:cNvSpPr>
            <p:nvPr/>
          </p:nvSpPr>
          <p:spPr bwMode="auto">
            <a:xfrm rot="10800000">
              <a:off x="951" y="2315"/>
              <a:ext cx="306" cy="185"/>
            </a:xfrm>
            <a:prstGeom prst="leftRightArrow">
              <a:avLst>
                <a:gd name="adj1" fmla="val 50000"/>
                <a:gd name="adj2" fmla="val 33081"/>
              </a:avLst>
            </a:prstGeom>
            <a:solidFill>
              <a:srgbClr val="008000"/>
            </a:solidFill>
            <a:ln w="38100">
              <a:solidFill>
                <a:schemeClr val="tx1"/>
              </a:solidFill>
              <a:miter lim="800000"/>
              <a:headEnd/>
              <a:tailEnd/>
            </a:ln>
          </p:spPr>
          <p:txBody>
            <a:bodyPr wrap="none" anchor="ctr"/>
            <a:lstStyle/>
            <a:p>
              <a:pPr eaLnBrk="0" hangingPunct="0"/>
              <a:endParaRPr lang="en-US">
                <a:latin typeface="Arial" charset="0"/>
              </a:endParaRPr>
            </a:p>
          </p:txBody>
        </p:sp>
        <p:sp>
          <p:nvSpPr>
            <p:cNvPr id="90124" name="AutoShape 13"/>
            <p:cNvSpPr>
              <a:spLocks noChangeArrowheads="1"/>
            </p:cNvSpPr>
            <p:nvPr/>
          </p:nvSpPr>
          <p:spPr bwMode="auto">
            <a:xfrm rot="10800000">
              <a:off x="1353" y="2322"/>
              <a:ext cx="305" cy="185"/>
            </a:xfrm>
            <a:prstGeom prst="leftRightArrow">
              <a:avLst>
                <a:gd name="adj1" fmla="val 50000"/>
                <a:gd name="adj2" fmla="val 32973"/>
              </a:avLst>
            </a:prstGeom>
            <a:solidFill>
              <a:srgbClr val="FFFF00"/>
            </a:solidFill>
            <a:ln w="38100">
              <a:solidFill>
                <a:schemeClr val="tx1"/>
              </a:solidFill>
              <a:miter lim="800000"/>
              <a:headEnd/>
              <a:tailEnd/>
            </a:ln>
          </p:spPr>
          <p:txBody>
            <a:bodyPr wrap="none" anchor="ctr"/>
            <a:lstStyle/>
            <a:p>
              <a:pPr eaLnBrk="0" hangingPunct="0"/>
              <a:endParaRPr lang="en-US">
                <a:latin typeface="Arial" charset="0"/>
              </a:endParaRPr>
            </a:p>
          </p:txBody>
        </p:sp>
      </p:grpSp>
    </p:spTree>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92162"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038C9654-6A6F-A54B-90F1-A03B2EF45A33}" type="slidenum">
              <a:rPr lang="ar-SA" sz="1400" b="0">
                <a:solidFill>
                  <a:schemeClr val="tx1"/>
                </a:solidFill>
                <a:latin typeface="Arial" charset="0"/>
                <a:cs typeface="Arial" charset="0"/>
              </a:rPr>
              <a:pPr/>
              <a:t>38</a:t>
            </a:fld>
            <a:endParaRPr lang="en-US" sz="1400" b="0">
              <a:solidFill>
                <a:schemeClr val="tx1"/>
              </a:solidFill>
              <a:latin typeface="Arial" charset="0"/>
              <a:cs typeface="Arial" charset="0"/>
            </a:endParaRPr>
          </a:p>
        </p:txBody>
      </p:sp>
      <p:pic>
        <p:nvPicPr>
          <p:cNvPr id="92163" name="Picture 2"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64" name="Rectangle 3"/>
          <p:cNvSpPr>
            <a:spLocks noGrp="1" noChangeArrowheads="1"/>
          </p:cNvSpPr>
          <p:nvPr>
            <p:ph type="title"/>
          </p:nvPr>
        </p:nvSpPr>
        <p:spPr>
          <a:xfrm>
            <a:off x="714375" y="381000"/>
            <a:ext cx="7772400" cy="1143000"/>
          </a:xfrm>
        </p:spPr>
        <p:txBody>
          <a:bodyPr/>
          <a:lstStyle/>
          <a:p>
            <a:r>
              <a:rPr lang="en-US">
                <a:latin typeface="Arial" charset="0"/>
              </a:rPr>
              <a:t>Mutual Exclusion</a:t>
            </a:r>
          </a:p>
        </p:txBody>
      </p:sp>
      <p:sp>
        <p:nvSpPr>
          <p:cNvPr id="92165" name="Rectangle 4"/>
          <p:cNvSpPr>
            <a:spLocks noGrp="1" noChangeArrowheads="1"/>
          </p:cNvSpPr>
          <p:nvPr>
            <p:ph type="body" idx="1"/>
          </p:nvPr>
        </p:nvSpPr>
        <p:spPr>
          <a:xfrm>
            <a:off x="635000" y="1643063"/>
            <a:ext cx="8259763" cy="4154487"/>
          </a:xfrm>
        </p:spPr>
        <p:txBody>
          <a:bodyPr/>
          <a:lstStyle/>
          <a:p>
            <a:r>
              <a:rPr lang="en-US" dirty="0">
                <a:latin typeface="Arial" charset="0"/>
              </a:rPr>
              <a:t>Let </a:t>
            </a:r>
            <a:r>
              <a:rPr lang="en-US" dirty="0" err="1">
                <a:solidFill>
                  <a:schemeClr val="tx1"/>
                </a:solidFill>
                <a:latin typeface="Arial" charset="0"/>
              </a:rPr>
              <a:t>CS</a:t>
            </a:r>
            <a:r>
              <a:rPr lang="en-US" baseline="-25000" dirty="0" err="1">
                <a:solidFill>
                  <a:schemeClr val="tx1"/>
                </a:solidFill>
                <a:latin typeface="Arial" charset="0"/>
              </a:rPr>
              <a:t>i</a:t>
            </a:r>
            <a:r>
              <a:rPr lang="en-US" baseline="30000" dirty="0" err="1">
                <a:solidFill>
                  <a:schemeClr val="tx1"/>
                </a:solidFill>
                <a:latin typeface="Arial" charset="0"/>
              </a:rPr>
              <a:t>k</a:t>
            </a:r>
            <a:r>
              <a:rPr lang="en-US" dirty="0">
                <a:latin typeface="Arial" charset="0"/>
              </a:rPr>
              <a:t>        be thread </a:t>
            </a:r>
            <a:r>
              <a:rPr lang="en-US" dirty="0" err="1">
                <a:solidFill>
                  <a:schemeClr val="tx1"/>
                </a:solidFill>
                <a:latin typeface="Arial" charset="0"/>
              </a:rPr>
              <a:t>i</a:t>
            </a:r>
            <a:r>
              <a:rPr lang="fr-FR" altLang="ja-JP" dirty="0">
                <a:latin typeface="Arial" charset="0"/>
              </a:rPr>
              <a:t>'</a:t>
            </a:r>
            <a:r>
              <a:rPr lang="en-US" altLang="ja-JP" dirty="0">
                <a:latin typeface="Arial" charset="0"/>
              </a:rPr>
              <a:t>s </a:t>
            </a:r>
            <a:r>
              <a:rPr lang="en-US" altLang="ja-JP" dirty="0">
                <a:solidFill>
                  <a:schemeClr val="tx1"/>
                </a:solidFill>
                <a:latin typeface="Arial" charset="0"/>
              </a:rPr>
              <a:t>k</a:t>
            </a:r>
            <a:r>
              <a:rPr lang="en-US" altLang="ja-JP" dirty="0">
                <a:latin typeface="Arial" charset="0"/>
              </a:rPr>
              <a:t>-</a:t>
            </a:r>
            <a:r>
              <a:rPr lang="en-US" altLang="ja-JP" dirty="0" err="1">
                <a:latin typeface="Arial" charset="0"/>
              </a:rPr>
              <a:t>th</a:t>
            </a:r>
            <a:r>
              <a:rPr lang="en-US" altLang="ja-JP" dirty="0">
                <a:latin typeface="Arial" charset="0"/>
              </a:rPr>
              <a:t> critical section execution</a:t>
            </a:r>
          </a:p>
          <a:p>
            <a:r>
              <a:rPr lang="en-US" dirty="0">
                <a:latin typeface="Arial" charset="0"/>
              </a:rPr>
              <a:t>And </a:t>
            </a:r>
            <a:r>
              <a:rPr lang="en-US" dirty="0" err="1">
                <a:solidFill>
                  <a:schemeClr val="tx1"/>
                </a:solidFill>
                <a:latin typeface="Arial" charset="0"/>
              </a:rPr>
              <a:t>CS</a:t>
            </a:r>
            <a:r>
              <a:rPr lang="en-US" baseline="-25000" dirty="0" err="1">
                <a:solidFill>
                  <a:schemeClr val="tx1"/>
                </a:solidFill>
                <a:latin typeface="Arial" charset="0"/>
              </a:rPr>
              <a:t>j</a:t>
            </a:r>
            <a:r>
              <a:rPr lang="en-US" baseline="30000" dirty="0" err="1">
                <a:solidFill>
                  <a:schemeClr val="tx1"/>
                </a:solidFill>
                <a:latin typeface="Arial" charset="0"/>
              </a:rPr>
              <a:t>m</a:t>
            </a:r>
            <a:r>
              <a:rPr lang="en-US" dirty="0">
                <a:latin typeface="Arial" charset="0"/>
              </a:rPr>
              <a:t>        be </a:t>
            </a:r>
            <a:r>
              <a:rPr lang="en-US" dirty="0">
                <a:solidFill>
                  <a:schemeClr val="tx1"/>
                </a:solidFill>
                <a:latin typeface="Arial" charset="0"/>
              </a:rPr>
              <a:t>j</a:t>
            </a:r>
            <a:r>
              <a:rPr lang="fr-FR" altLang="ja-JP" dirty="0">
                <a:latin typeface="Arial" charset="0"/>
              </a:rPr>
              <a:t>'</a:t>
            </a:r>
            <a:r>
              <a:rPr lang="en-US" altLang="ja-JP" dirty="0">
                <a:latin typeface="Arial" charset="0"/>
              </a:rPr>
              <a:t>s </a:t>
            </a:r>
            <a:r>
              <a:rPr lang="en-US" altLang="ja-JP" dirty="0">
                <a:solidFill>
                  <a:schemeClr val="tx1"/>
                </a:solidFill>
                <a:latin typeface="Arial" charset="0"/>
              </a:rPr>
              <a:t>m</a:t>
            </a:r>
            <a:r>
              <a:rPr lang="en-US" altLang="ja-JP" dirty="0">
                <a:latin typeface="Arial" charset="0"/>
              </a:rPr>
              <a:t>-</a:t>
            </a:r>
            <a:r>
              <a:rPr lang="en-US" altLang="ja-JP" dirty="0" err="1">
                <a:latin typeface="Arial" charset="0"/>
              </a:rPr>
              <a:t>th</a:t>
            </a:r>
            <a:r>
              <a:rPr lang="en-US" altLang="ja-JP" dirty="0">
                <a:latin typeface="Arial" charset="0"/>
              </a:rPr>
              <a:t> execution</a:t>
            </a:r>
          </a:p>
          <a:p>
            <a:r>
              <a:rPr lang="en-US" dirty="0">
                <a:latin typeface="Arial" charset="0"/>
              </a:rPr>
              <a:t>Then either</a:t>
            </a:r>
          </a:p>
          <a:p>
            <a:pPr lvl="1"/>
            <a:r>
              <a:rPr lang="en-US" dirty="0">
                <a:latin typeface="Arial" charset="0"/>
                <a:cs typeface="Arial" charset="0"/>
              </a:rPr>
              <a:t>            or</a:t>
            </a:r>
          </a:p>
        </p:txBody>
      </p:sp>
      <p:grpSp>
        <p:nvGrpSpPr>
          <p:cNvPr id="92166" name="Group 5"/>
          <p:cNvGrpSpPr>
            <a:grpSpLocks/>
          </p:cNvGrpSpPr>
          <p:nvPr/>
        </p:nvGrpSpPr>
        <p:grpSpPr bwMode="auto">
          <a:xfrm>
            <a:off x="1414463" y="4014788"/>
            <a:ext cx="1122362" cy="304800"/>
            <a:chOff x="951" y="2315"/>
            <a:chExt cx="707" cy="192"/>
          </a:xfrm>
        </p:grpSpPr>
        <p:sp>
          <p:nvSpPr>
            <p:cNvPr id="92174" name="AutoShape 6"/>
            <p:cNvSpPr>
              <a:spLocks noChangeArrowheads="1"/>
            </p:cNvSpPr>
            <p:nvPr/>
          </p:nvSpPr>
          <p:spPr bwMode="auto">
            <a:xfrm rot="10800000">
              <a:off x="951" y="2315"/>
              <a:ext cx="306" cy="185"/>
            </a:xfrm>
            <a:prstGeom prst="leftRightArrow">
              <a:avLst>
                <a:gd name="adj1" fmla="val 50000"/>
                <a:gd name="adj2" fmla="val 33081"/>
              </a:avLst>
            </a:prstGeom>
            <a:solidFill>
              <a:srgbClr val="FFFF00"/>
            </a:solidFill>
            <a:ln w="38100">
              <a:solidFill>
                <a:schemeClr val="tx1"/>
              </a:solidFill>
              <a:miter lim="800000"/>
              <a:headEnd/>
              <a:tailEnd/>
            </a:ln>
          </p:spPr>
          <p:txBody>
            <a:bodyPr wrap="none" anchor="ctr"/>
            <a:lstStyle/>
            <a:p>
              <a:pPr eaLnBrk="0" hangingPunct="0"/>
              <a:endParaRPr lang="en-US">
                <a:latin typeface="Arial" charset="0"/>
              </a:endParaRPr>
            </a:p>
          </p:txBody>
        </p:sp>
        <p:sp>
          <p:nvSpPr>
            <p:cNvPr id="92175" name="AutoShape 7"/>
            <p:cNvSpPr>
              <a:spLocks noChangeArrowheads="1"/>
            </p:cNvSpPr>
            <p:nvPr/>
          </p:nvSpPr>
          <p:spPr bwMode="auto">
            <a:xfrm rot="10800000">
              <a:off x="1353" y="2322"/>
              <a:ext cx="305" cy="185"/>
            </a:xfrm>
            <a:prstGeom prst="leftRightArrow">
              <a:avLst>
                <a:gd name="adj1" fmla="val 50000"/>
                <a:gd name="adj2" fmla="val 32973"/>
              </a:avLst>
            </a:prstGeom>
            <a:solidFill>
              <a:srgbClr val="008000"/>
            </a:solidFill>
            <a:ln w="38100">
              <a:solidFill>
                <a:schemeClr val="tx1"/>
              </a:solidFill>
              <a:miter lim="800000"/>
              <a:headEnd/>
              <a:tailEnd/>
            </a:ln>
          </p:spPr>
          <p:txBody>
            <a:bodyPr wrap="none" anchor="ctr"/>
            <a:lstStyle/>
            <a:p>
              <a:pPr eaLnBrk="0" hangingPunct="0"/>
              <a:endParaRPr lang="en-US">
                <a:latin typeface="Arial" charset="0"/>
              </a:endParaRPr>
            </a:p>
          </p:txBody>
        </p:sp>
      </p:grpSp>
      <p:sp>
        <p:nvSpPr>
          <p:cNvPr id="92167" name="AutoShape 8"/>
          <p:cNvSpPr>
            <a:spLocks noChangeArrowheads="1"/>
          </p:cNvSpPr>
          <p:nvPr/>
        </p:nvSpPr>
        <p:spPr bwMode="auto">
          <a:xfrm>
            <a:off x="1874838" y="5035550"/>
            <a:ext cx="2651125" cy="625475"/>
          </a:xfrm>
          <a:prstGeom prst="wedgeRoundRectCallout">
            <a:avLst>
              <a:gd name="adj1" fmla="val -46106"/>
              <a:gd name="adj2" fmla="val -156597"/>
              <a:gd name="adj3" fmla="val 16667"/>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eaLnBrk="0" hangingPunct="0"/>
            <a:r>
              <a:rPr lang="en-US" sz="2800" b="0">
                <a:solidFill>
                  <a:schemeClr val="tx1"/>
                </a:solidFill>
                <a:latin typeface="Arial" charset="0"/>
                <a:cs typeface="Arial" charset="0"/>
              </a:rPr>
              <a:t>CS</a:t>
            </a:r>
            <a:r>
              <a:rPr lang="en-US" sz="2800" b="0" baseline="-25000">
                <a:solidFill>
                  <a:schemeClr val="tx1"/>
                </a:solidFill>
                <a:latin typeface="Arial" charset="0"/>
                <a:cs typeface="Arial" charset="0"/>
              </a:rPr>
              <a:t>i</a:t>
            </a:r>
            <a:r>
              <a:rPr lang="en-US" sz="2800" b="0" baseline="30000">
                <a:solidFill>
                  <a:schemeClr val="tx1"/>
                </a:solidFill>
                <a:latin typeface="Arial" charset="0"/>
                <a:cs typeface="Arial" charset="0"/>
              </a:rPr>
              <a:t>k</a:t>
            </a:r>
            <a:r>
              <a:rPr lang="en-US" sz="2800" b="0">
                <a:latin typeface="Arial" charset="0"/>
                <a:cs typeface="Arial" charset="0"/>
              </a:rPr>
              <a:t> </a:t>
            </a:r>
            <a:r>
              <a:rPr lang="en-US" sz="2800" b="0">
                <a:solidFill>
                  <a:schemeClr val="tx1"/>
                </a:solidFill>
                <a:latin typeface="Arial" charset="0"/>
                <a:cs typeface="Arial" charset="0"/>
                <a:sym typeface="Wingdings" charset="0"/>
              </a:rPr>
              <a:t></a:t>
            </a:r>
            <a:r>
              <a:rPr lang="en-US" sz="2800" b="0">
                <a:latin typeface="Arial" charset="0"/>
                <a:cs typeface="Arial" charset="0"/>
              </a:rPr>
              <a:t> </a:t>
            </a:r>
            <a:r>
              <a:rPr lang="en-US" sz="2800" b="0">
                <a:solidFill>
                  <a:schemeClr val="tx1"/>
                </a:solidFill>
                <a:latin typeface="Arial" charset="0"/>
                <a:cs typeface="Arial" charset="0"/>
              </a:rPr>
              <a:t>CS</a:t>
            </a:r>
            <a:r>
              <a:rPr lang="en-US" sz="2800" b="0" baseline="-25000">
                <a:solidFill>
                  <a:schemeClr val="tx1"/>
                </a:solidFill>
                <a:latin typeface="Arial" charset="0"/>
                <a:cs typeface="Arial" charset="0"/>
              </a:rPr>
              <a:t>j</a:t>
            </a:r>
            <a:r>
              <a:rPr lang="en-US" sz="2800" b="0" baseline="30000">
                <a:solidFill>
                  <a:schemeClr val="tx1"/>
                </a:solidFill>
                <a:latin typeface="Arial" charset="0"/>
                <a:cs typeface="Arial" charset="0"/>
              </a:rPr>
              <a:t>m</a:t>
            </a:r>
            <a:endParaRPr lang="en-US" sz="2800" b="0">
              <a:latin typeface="Arial" charset="0"/>
              <a:cs typeface="Arial" charset="0"/>
            </a:endParaRPr>
          </a:p>
        </p:txBody>
      </p:sp>
      <p:sp>
        <p:nvSpPr>
          <p:cNvPr id="92168" name="AutoShape 9"/>
          <p:cNvSpPr>
            <a:spLocks noChangeArrowheads="1"/>
          </p:cNvSpPr>
          <p:nvPr/>
        </p:nvSpPr>
        <p:spPr bwMode="auto">
          <a:xfrm rot="10800000">
            <a:off x="2714625" y="1758950"/>
            <a:ext cx="485775" cy="293688"/>
          </a:xfrm>
          <a:prstGeom prst="leftRightArrow">
            <a:avLst>
              <a:gd name="adj1" fmla="val 50000"/>
              <a:gd name="adj2" fmla="val 33081"/>
            </a:avLst>
          </a:prstGeom>
          <a:solidFill>
            <a:srgbClr val="FFFF00"/>
          </a:solidFill>
          <a:ln w="38100">
            <a:solidFill>
              <a:schemeClr val="tx1"/>
            </a:solidFill>
            <a:miter lim="800000"/>
            <a:headEnd/>
            <a:tailEnd/>
          </a:ln>
        </p:spPr>
        <p:txBody>
          <a:bodyPr rot="10800000" wrap="none" anchor="ctr"/>
          <a:lstStyle/>
          <a:p>
            <a:pPr algn="ctr" eaLnBrk="0" hangingPunct="0"/>
            <a:r>
              <a:rPr lang="en-US" b="0">
                <a:latin typeface="Arial" charset="0"/>
              </a:rPr>
              <a:t>  </a:t>
            </a:r>
          </a:p>
        </p:txBody>
      </p:sp>
      <p:sp>
        <p:nvSpPr>
          <p:cNvPr id="92169" name="AutoShape 10"/>
          <p:cNvSpPr>
            <a:spLocks noChangeArrowheads="1"/>
          </p:cNvSpPr>
          <p:nvPr/>
        </p:nvSpPr>
        <p:spPr bwMode="auto">
          <a:xfrm rot="10800000">
            <a:off x="2957513" y="2862263"/>
            <a:ext cx="484187" cy="293687"/>
          </a:xfrm>
          <a:prstGeom prst="leftRightArrow">
            <a:avLst>
              <a:gd name="adj1" fmla="val 50000"/>
              <a:gd name="adj2" fmla="val 32973"/>
            </a:avLst>
          </a:prstGeom>
          <a:solidFill>
            <a:srgbClr val="008000"/>
          </a:solidFill>
          <a:ln w="38100">
            <a:solidFill>
              <a:schemeClr val="tx1"/>
            </a:solidFill>
            <a:miter lim="800000"/>
            <a:headEnd/>
            <a:tailEnd/>
          </a:ln>
        </p:spPr>
        <p:txBody>
          <a:bodyPr wrap="none" anchor="ctr"/>
          <a:lstStyle/>
          <a:p>
            <a:pPr eaLnBrk="0" hangingPunct="0"/>
            <a:endParaRPr lang="en-US">
              <a:latin typeface="Arial" charset="0"/>
            </a:endParaRPr>
          </a:p>
        </p:txBody>
      </p:sp>
      <p:grpSp>
        <p:nvGrpSpPr>
          <p:cNvPr id="92170" name="Group 11"/>
          <p:cNvGrpSpPr>
            <a:grpSpLocks/>
          </p:cNvGrpSpPr>
          <p:nvPr/>
        </p:nvGrpSpPr>
        <p:grpSpPr bwMode="auto">
          <a:xfrm>
            <a:off x="3130550" y="4016375"/>
            <a:ext cx="1122363" cy="304800"/>
            <a:chOff x="951" y="2315"/>
            <a:chExt cx="707" cy="192"/>
          </a:xfrm>
        </p:grpSpPr>
        <p:sp>
          <p:nvSpPr>
            <p:cNvPr id="92172" name="AutoShape 12"/>
            <p:cNvSpPr>
              <a:spLocks noChangeArrowheads="1"/>
            </p:cNvSpPr>
            <p:nvPr/>
          </p:nvSpPr>
          <p:spPr bwMode="auto">
            <a:xfrm rot="10800000">
              <a:off x="951" y="2315"/>
              <a:ext cx="306" cy="185"/>
            </a:xfrm>
            <a:prstGeom prst="leftRightArrow">
              <a:avLst>
                <a:gd name="adj1" fmla="val 50000"/>
                <a:gd name="adj2" fmla="val 33081"/>
              </a:avLst>
            </a:prstGeom>
            <a:solidFill>
              <a:srgbClr val="008000"/>
            </a:solidFill>
            <a:ln w="38100">
              <a:solidFill>
                <a:schemeClr val="tx1"/>
              </a:solidFill>
              <a:miter lim="800000"/>
              <a:headEnd/>
              <a:tailEnd/>
            </a:ln>
          </p:spPr>
          <p:txBody>
            <a:bodyPr wrap="none" anchor="ctr"/>
            <a:lstStyle/>
            <a:p>
              <a:pPr eaLnBrk="0" hangingPunct="0"/>
              <a:endParaRPr lang="en-US">
                <a:latin typeface="Arial" charset="0"/>
              </a:endParaRPr>
            </a:p>
          </p:txBody>
        </p:sp>
        <p:sp>
          <p:nvSpPr>
            <p:cNvPr id="92173" name="AutoShape 13"/>
            <p:cNvSpPr>
              <a:spLocks noChangeArrowheads="1"/>
            </p:cNvSpPr>
            <p:nvPr/>
          </p:nvSpPr>
          <p:spPr bwMode="auto">
            <a:xfrm rot="10800000">
              <a:off x="1353" y="2322"/>
              <a:ext cx="305" cy="185"/>
            </a:xfrm>
            <a:prstGeom prst="leftRightArrow">
              <a:avLst>
                <a:gd name="adj1" fmla="val 50000"/>
                <a:gd name="adj2" fmla="val 32973"/>
              </a:avLst>
            </a:prstGeom>
            <a:solidFill>
              <a:srgbClr val="FFFF00"/>
            </a:solidFill>
            <a:ln w="38100">
              <a:solidFill>
                <a:schemeClr val="tx1"/>
              </a:solidFill>
              <a:miter lim="800000"/>
              <a:headEnd/>
              <a:tailEnd/>
            </a:ln>
          </p:spPr>
          <p:txBody>
            <a:bodyPr wrap="none" anchor="ctr"/>
            <a:lstStyle/>
            <a:p>
              <a:pPr eaLnBrk="0" hangingPunct="0"/>
              <a:endParaRPr lang="en-US">
                <a:latin typeface="Arial" charset="0"/>
              </a:endParaRPr>
            </a:p>
          </p:txBody>
        </p:sp>
      </p:grpSp>
      <p:sp>
        <p:nvSpPr>
          <p:cNvPr id="92171" name="AutoShape 14"/>
          <p:cNvSpPr>
            <a:spLocks noChangeArrowheads="1"/>
          </p:cNvSpPr>
          <p:nvPr/>
        </p:nvSpPr>
        <p:spPr bwMode="auto">
          <a:xfrm>
            <a:off x="5668963" y="5348288"/>
            <a:ext cx="2743200" cy="625475"/>
          </a:xfrm>
          <a:prstGeom prst="wedgeRoundRectCallout">
            <a:avLst>
              <a:gd name="adj1" fmla="val -117884"/>
              <a:gd name="adj2" fmla="val -206597"/>
              <a:gd name="adj3" fmla="val 16667"/>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eaLnBrk="0" hangingPunct="0"/>
            <a:r>
              <a:rPr lang="en-US" sz="2800" b="0">
                <a:solidFill>
                  <a:schemeClr val="tx1"/>
                </a:solidFill>
                <a:latin typeface="Arial" charset="0"/>
                <a:cs typeface="Arial" charset="0"/>
              </a:rPr>
              <a:t>CS</a:t>
            </a:r>
            <a:r>
              <a:rPr lang="en-US" sz="2800" b="0" baseline="-25000">
                <a:solidFill>
                  <a:schemeClr val="tx1"/>
                </a:solidFill>
                <a:latin typeface="Arial" charset="0"/>
                <a:cs typeface="Arial" charset="0"/>
              </a:rPr>
              <a:t>j</a:t>
            </a:r>
            <a:r>
              <a:rPr lang="en-US" sz="2800" b="0" baseline="30000">
                <a:solidFill>
                  <a:schemeClr val="tx1"/>
                </a:solidFill>
                <a:latin typeface="Arial" charset="0"/>
                <a:cs typeface="Arial" charset="0"/>
              </a:rPr>
              <a:t>m</a:t>
            </a:r>
            <a:r>
              <a:rPr lang="en-US" sz="2800" b="0">
                <a:latin typeface="Arial" charset="0"/>
                <a:cs typeface="Arial" charset="0"/>
              </a:rPr>
              <a:t> </a:t>
            </a:r>
            <a:r>
              <a:rPr lang="en-US" sz="2800" b="0">
                <a:solidFill>
                  <a:schemeClr val="tx1"/>
                </a:solidFill>
                <a:latin typeface="Arial" charset="0"/>
                <a:cs typeface="Arial" charset="0"/>
                <a:sym typeface="Wingdings" charset="0"/>
              </a:rPr>
              <a:t></a:t>
            </a:r>
            <a:r>
              <a:rPr lang="en-US" sz="2800" b="0">
                <a:latin typeface="Arial" charset="0"/>
                <a:cs typeface="Arial" charset="0"/>
              </a:rPr>
              <a:t> </a:t>
            </a:r>
            <a:r>
              <a:rPr lang="en-US" sz="2800" b="0">
                <a:solidFill>
                  <a:schemeClr val="tx1"/>
                </a:solidFill>
                <a:latin typeface="Arial" charset="0"/>
                <a:cs typeface="Arial" charset="0"/>
              </a:rPr>
              <a:t>CS</a:t>
            </a:r>
            <a:r>
              <a:rPr lang="en-US" sz="2800" b="0" baseline="-25000">
                <a:solidFill>
                  <a:schemeClr val="tx1"/>
                </a:solidFill>
                <a:latin typeface="Arial" charset="0"/>
                <a:cs typeface="Arial" charset="0"/>
              </a:rPr>
              <a:t>i</a:t>
            </a:r>
            <a:r>
              <a:rPr lang="en-US" sz="2800" b="0" baseline="30000">
                <a:solidFill>
                  <a:schemeClr val="tx1"/>
                </a:solidFill>
                <a:latin typeface="Arial" charset="0"/>
                <a:cs typeface="Arial" charset="0"/>
              </a:rPr>
              <a:t>k</a:t>
            </a:r>
            <a:endParaRPr lang="en-US" sz="2800" b="0">
              <a:latin typeface="Arial" charset="0"/>
              <a:cs typeface="Arial" charset="0"/>
            </a:endParaRPr>
          </a:p>
        </p:txBody>
      </p:sp>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94210"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F33BB165-9B98-C44E-9503-3BCEC0714A14}" type="slidenum">
              <a:rPr lang="ar-SA" sz="1400" b="0">
                <a:solidFill>
                  <a:schemeClr val="tx1"/>
                </a:solidFill>
                <a:latin typeface="Arial" charset="0"/>
                <a:cs typeface="Arial" charset="0"/>
              </a:rPr>
              <a:pPr/>
              <a:t>39</a:t>
            </a:fld>
            <a:endParaRPr lang="en-US" sz="1400" b="0">
              <a:solidFill>
                <a:schemeClr val="tx1"/>
              </a:solidFill>
              <a:latin typeface="Arial" charset="0"/>
              <a:cs typeface="Arial" charset="0"/>
            </a:endParaRPr>
          </a:p>
        </p:txBody>
      </p:sp>
      <p:pic>
        <p:nvPicPr>
          <p:cNvPr id="94211" name="Picture 15"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4212" name="Rectangle 2"/>
          <p:cNvSpPr>
            <a:spLocks noGrp="1" noChangeArrowheads="1"/>
          </p:cNvSpPr>
          <p:nvPr>
            <p:ph type="title"/>
          </p:nvPr>
        </p:nvSpPr>
        <p:spPr>
          <a:xfrm>
            <a:off x="647700" y="368300"/>
            <a:ext cx="7772400" cy="1143000"/>
          </a:xfrm>
        </p:spPr>
        <p:txBody>
          <a:bodyPr/>
          <a:lstStyle/>
          <a:p>
            <a:r>
              <a:rPr lang="en-US">
                <a:latin typeface="Arial" charset="0"/>
              </a:rPr>
              <a:t>Deadlock-Free</a:t>
            </a:r>
          </a:p>
        </p:txBody>
      </p:sp>
      <p:grpSp>
        <p:nvGrpSpPr>
          <p:cNvPr id="94213" name="Group 4"/>
          <p:cNvGrpSpPr>
            <a:grpSpLocks/>
          </p:cNvGrpSpPr>
          <p:nvPr/>
        </p:nvGrpSpPr>
        <p:grpSpPr bwMode="auto">
          <a:xfrm>
            <a:off x="7480300" y="419100"/>
            <a:ext cx="946150" cy="968375"/>
            <a:chOff x="764" y="2340"/>
            <a:chExt cx="596" cy="610"/>
          </a:xfrm>
        </p:grpSpPr>
        <p:sp>
          <p:nvSpPr>
            <p:cNvPr id="94216" name="Oval 5"/>
            <p:cNvSpPr>
              <a:spLocks noChangeArrowheads="1"/>
            </p:cNvSpPr>
            <p:nvPr/>
          </p:nvSpPr>
          <p:spPr bwMode="auto">
            <a:xfrm>
              <a:off x="764" y="2340"/>
              <a:ext cx="596" cy="610"/>
            </a:xfrm>
            <a:prstGeom prst="ellipse">
              <a:avLst/>
            </a:prstGeom>
            <a:solidFill>
              <a:srgbClr val="FF0000"/>
            </a:solidFill>
            <a:ln w="12700">
              <a:solidFill>
                <a:srgbClr val="CF0E30"/>
              </a:solidFill>
              <a:round/>
              <a:headEnd/>
              <a:tailEnd/>
            </a:ln>
          </p:spPr>
          <p:txBody>
            <a:bodyPr wrap="none" anchor="ctr"/>
            <a:lstStyle/>
            <a:p>
              <a:pPr eaLnBrk="0" hangingPunct="0"/>
              <a:endParaRPr lang="en-US">
                <a:latin typeface="Arial" charset="0"/>
              </a:endParaRPr>
            </a:p>
          </p:txBody>
        </p:sp>
        <p:sp>
          <p:nvSpPr>
            <p:cNvPr id="94217" name="Oval 6"/>
            <p:cNvSpPr>
              <a:spLocks noChangeArrowheads="1"/>
            </p:cNvSpPr>
            <p:nvPr/>
          </p:nvSpPr>
          <p:spPr bwMode="auto">
            <a:xfrm>
              <a:off x="838" y="2408"/>
              <a:ext cx="449" cy="474"/>
            </a:xfrm>
            <a:prstGeom prst="ellipse">
              <a:avLst/>
            </a:prstGeom>
            <a:solidFill>
              <a:schemeClr val="bg1"/>
            </a:solidFill>
            <a:ln w="12700">
              <a:solidFill>
                <a:schemeClr val="bg1"/>
              </a:solidFill>
              <a:round/>
              <a:headEnd/>
              <a:tailEnd/>
            </a:ln>
          </p:spPr>
          <p:txBody>
            <a:bodyPr wrap="none" anchor="ctr"/>
            <a:lstStyle/>
            <a:p>
              <a:pPr eaLnBrk="0" hangingPunct="0"/>
              <a:endParaRPr lang="en-US">
                <a:latin typeface="Arial" charset="0"/>
              </a:endParaRPr>
            </a:p>
          </p:txBody>
        </p:sp>
        <p:sp>
          <p:nvSpPr>
            <p:cNvPr id="94218" name="Oval 7"/>
            <p:cNvSpPr>
              <a:spLocks noChangeArrowheads="1"/>
            </p:cNvSpPr>
            <p:nvPr/>
          </p:nvSpPr>
          <p:spPr bwMode="auto">
            <a:xfrm>
              <a:off x="921" y="2446"/>
              <a:ext cx="285" cy="291"/>
            </a:xfrm>
            <a:prstGeom prst="ellipse">
              <a:avLst/>
            </a:prstGeom>
            <a:solidFill>
              <a:schemeClr val="tx2"/>
            </a:solidFill>
            <a:ln w="12700">
              <a:solidFill>
                <a:schemeClr val="tx2"/>
              </a:solidFill>
              <a:round/>
              <a:headEnd/>
              <a:tailEnd/>
            </a:ln>
          </p:spPr>
          <p:txBody>
            <a:bodyPr wrap="none" anchor="ctr"/>
            <a:lstStyle/>
            <a:p>
              <a:pPr eaLnBrk="0" hangingPunct="0"/>
              <a:endParaRPr lang="en-US">
                <a:latin typeface="Arial" charset="0"/>
              </a:endParaRPr>
            </a:p>
          </p:txBody>
        </p:sp>
        <p:sp>
          <p:nvSpPr>
            <p:cNvPr id="94219" name="Oval 8"/>
            <p:cNvSpPr>
              <a:spLocks noChangeArrowheads="1"/>
            </p:cNvSpPr>
            <p:nvPr/>
          </p:nvSpPr>
          <p:spPr bwMode="auto">
            <a:xfrm>
              <a:off x="962" y="2485"/>
              <a:ext cx="200" cy="229"/>
            </a:xfrm>
            <a:prstGeom prst="ellipse">
              <a:avLst/>
            </a:prstGeom>
            <a:solidFill>
              <a:schemeClr val="bg1"/>
            </a:solidFill>
            <a:ln w="12700">
              <a:solidFill>
                <a:schemeClr val="tx2"/>
              </a:solidFill>
              <a:round/>
              <a:headEnd/>
              <a:tailEnd/>
            </a:ln>
          </p:spPr>
          <p:txBody>
            <a:bodyPr wrap="none" anchor="ctr"/>
            <a:lstStyle/>
            <a:p>
              <a:pPr eaLnBrk="0" hangingPunct="0"/>
              <a:endParaRPr lang="en-US">
                <a:latin typeface="Arial" charset="0"/>
              </a:endParaRPr>
            </a:p>
          </p:txBody>
        </p:sp>
        <p:sp>
          <p:nvSpPr>
            <p:cNvPr id="94220" name="Oval 9"/>
            <p:cNvSpPr>
              <a:spLocks noChangeArrowheads="1"/>
            </p:cNvSpPr>
            <p:nvPr/>
          </p:nvSpPr>
          <p:spPr bwMode="auto">
            <a:xfrm>
              <a:off x="923" y="2563"/>
              <a:ext cx="283" cy="285"/>
            </a:xfrm>
            <a:prstGeom prst="ellipse">
              <a:avLst/>
            </a:prstGeom>
            <a:solidFill>
              <a:schemeClr val="tx2"/>
            </a:solidFill>
            <a:ln w="12700">
              <a:solidFill>
                <a:schemeClr val="tx2"/>
              </a:solidFill>
              <a:round/>
              <a:headEnd/>
              <a:tailEnd/>
            </a:ln>
          </p:spPr>
          <p:txBody>
            <a:bodyPr wrap="none" anchor="ctr"/>
            <a:lstStyle/>
            <a:p>
              <a:pPr eaLnBrk="0" hangingPunct="0"/>
              <a:endParaRPr lang="en-US">
                <a:latin typeface="Arial" charset="0"/>
              </a:endParaRPr>
            </a:p>
          </p:txBody>
        </p:sp>
        <p:sp>
          <p:nvSpPr>
            <p:cNvPr id="94221" name="Oval 10"/>
            <p:cNvSpPr>
              <a:spLocks noChangeArrowheads="1"/>
            </p:cNvSpPr>
            <p:nvPr/>
          </p:nvSpPr>
          <p:spPr bwMode="auto">
            <a:xfrm>
              <a:off x="1012" y="2622"/>
              <a:ext cx="102" cy="98"/>
            </a:xfrm>
            <a:prstGeom prst="ellipse">
              <a:avLst/>
            </a:prstGeom>
            <a:solidFill>
              <a:schemeClr val="bg1"/>
            </a:solidFill>
            <a:ln w="12700">
              <a:solidFill>
                <a:schemeClr val="tx2"/>
              </a:solidFill>
              <a:round/>
              <a:headEnd/>
              <a:tailEnd/>
            </a:ln>
          </p:spPr>
          <p:txBody>
            <a:bodyPr wrap="none" anchor="ctr"/>
            <a:lstStyle/>
            <a:p>
              <a:pPr eaLnBrk="0" hangingPunct="0"/>
              <a:endParaRPr lang="en-US">
                <a:latin typeface="Arial" charset="0"/>
              </a:endParaRPr>
            </a:p>
          </p:txBody>
        </p:sp>
        <p:sp>
          <p:nvSpPr>
            <p:cNvPr id="94222" name="AutoShape 11"/>
            <p:cNvSpPr>
              <a:spLocks noChangeArrowheads="1"/>
            </p:cNvSpPr>
            <p:nvPr/>
          </p:nvSpPr>
          <p:spPr bwMode="auto">
            <a:xfrm flipV="1">
              <a:off x="1033" y="2703"/>
              <a:ext cx="68" cy="8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47 w 21600"/>
                <a:gd name="T13" fmla="*/ 4574 h 21600"/>
                <a:gd name="T14" fmla="*/ 17153 w 21600"/>
                <a:gd name="T15" fmla="*/ 17026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lnTo>
                    <a:pt x="0" y="0"/>
                  </a:lnTo>
                  <a:close/>
                </a:path>
              </a:pathLst>
            </a:custGeom>
            <a:solidFill>
              <a:schemeClr val="bg1"/>
            </a:solidFill>
            <a:ln w="12700">
              <a:solidFill>
                <a:schemeClr val="bg1"/>
              </a:solidFill>
              <a:miter lim="800000"/>
              <a:headEnd/>
              <a:tailEnd/>
            </a:ln>
          </p:spPr>
          <p:txBody>
            <a:bodyPr wrap="none" anchor="ctr"/>
            <a:lstStyle/>
            <a:p>
              <a:endParaRPr lang="en-US" dirty="0">
                <a:latin typeface="Arial" pitchFamily="34" charset="0"/>
              </a:endParaRPr>
            </a:p>
          </p:txBody>
        </p:sp>
      </p:grpSp>
      <p:sp>
        <p:nvSpPr>
          <p:cNvPr id="94214" name="Rectangle 14"/>
          <p:cNvSpPr>
            <a:spLocks noGrp="1" noChangeArrowheads="1"/>
          </p:cNvSpPr>
          <p:nvPr>
            <p:ph type="body" idx="1"/>
          </p:nvPr>
        </p:nvSpPr>
        <p:spPr/>
        <p:txBody>
          <a:bodyPr/>
          <a:lstStyle/>
          <a:p>
            <a:r>
              <a:rPr lang="en-US" dirty="0">
                <a:latin typeface="Arial" charset="0"/>
              </a:rPr>
              <a:t>If some thread calls </a:t>
            </a:r>
            <a:r>
              <a:rPr lang="en-US" b="1" dirty="0">
                <a:solidFill>
                  <a:schemeClr val="tx1"/>
                </a:solidFill>
                <a:latin typeface="Courier New" pitchFamily="49" charset="0"/>
                <a:cs typeface="Courier New" pitchFamily="49" charset="0"/>
              </a:rPr>
              <a:t>lock()</a:t>
            </a:r>
          </a:p>
          <a:p>
            <a:pPr lvl="1"/>
            <a:r>
              <a:rPr lang="en-US" dirty="0">
                <a:latin typeface="Arial" charset="0"/>
                <a:cs typeface="Arial" charset="0"/>
              </a:rPr>
              <a:t>And never returns</a:t>
            </a:r>
          </a:p>
          <a:p>
            <a:pPr lvl="1"/>
            <a:r>
              <a:rPr lang="en-US" dirty="0">
                <a:latin typeface="Arial" charset="0"/>
                <a:cs typeface="Arial" charset="0"/>
              </a:rPr>
              <a:t>Then other threads must complete </a:t>
            </a:r>
            <a:r>
              <a:rPr lang="en-US" b="1" dirty="0">
                <a:solidFill>
                  <a:schemeClr val="tx1"/>
                </a:solidFill>
                <a:latin typeface="Courier New" pitchFamily="49" charset="0"/>
                <a:cs typeface="Courier New" pitchFamily="49" charset="0"/>
              </a:rPr>
              <a:t>lock()</a:t>
            </a:r>
            <a:r>
              <a:rPr lang="en-US" dirty="0">
                <a:latin typeface="Courier New" pitchFamily="49" charset="0"/>
                <a:cs typeface="Courier New" pitchFamily="49" charset="0"/>
              </a:rPr>
              <a:t> </a:t>
            </a:r>
            <a:r>
              <a:rPr lang="en-US" dirty="0">
                <a:latin typeface="Arial" charset="0"/>
                <a:cs typeface="Arial" charset="0"/>
              </a:rPr>
              <a:t>and </a:t>
            </a:r>
            <a:r>
              <a:rPr lang="en-US" b="1" dirty="0">
                <a:solidFill>
                  <a:schemeClr val="tx1"/>
                </a:solidFill>
                <a:latin typeface="Courier New" pitchFamily="49" charset="0"/>
                <a:cs typeface="Courier New" pitchFamily="49" charset="0"/>
              </a:rPr>
              <a:t>unlock()</a:t>
            </a:r>
            <a:r>
              <a:rPr lang="en-US" b="1" dirty="0">
                <a:latin typeface="Courier New" pitchFamily="49" charset="0"/>
                <a:cs typeface="Courier New" pitchFamily="49" charset="0"/>
              </a:rPr>
              <a:t> </a:t>
            </a:r>
            <a:r>
              <a:rPr lang="en-US" dirty="0">
                <a:latin typeface="Arial" charset="0"/>
                <a:cs typeface="Arial" charset="0"/>
              </a:rPr>
              <a:t>calls infinitely often</a:t>
            </a:r>
          </a:p>
          <a:p>
            <a:r>
              <a:rPr lang="en-US" dirty="0">
                <a:latin typeface="Arial" charset="0"/>
              </a:rPr>
              <a:t>System as a whole makes progress</a:t>
            </a:r>
          </a:p>
          <a:p>
            <a:pPr lvl="1"/>
            <a:r>
              <a:rPr lang="en-US" dirty="0">
                <a:latin typeface="Arial" charset="0"/>
                <a:cs typeface="Arial" charset="0"/>
              </a:rPr>
              <a:t>Even if individuals starve</a:t>
            </a:r>
          </a:p>
        </p:txBody>
      </p:sp>
      <p:sp>
        <p:nvSpPr>
          <p:cNvPr id="94215" name="Rectangle 16"/>
          <p:cNvSpPr>
            <a:spLocks noChangeArrowheads="1"/>
          </p:cNvSpPr>
          <p:nvPr/>
        </p:nvSpPr>
        <p:spPr bwMode="auto">
          <a:xfrm rot="-2157709">
            <a:off x="7853363" y="554038"/>
            <a:ext cx="134937" cy="809625"/>
          </a:xfrm>
          <a:prstGeom prst="rect">
            <a:avLst/>
          </a:prstGeom>
          <a:solidFill>
            <a:srgbClr val="FF0000"/>
          </a:solidFill>
          <a:ln w="9525">
            <a:solidFill>
              <a:srgbClr val="FF0000"/>
            </a:solidFill>
            <a:miter lim="800000"/>
            <a:headEnd/>
            <a:tailEnd/>
          </a:ln>
        </p:spPr>
        <p:txBody>
          <a:bodyPr wrap="none" anchor="ctr"/>
          <a:lstStyle/>
          <a:p>
            <a:pPr eaLnBrk="0" hangingPunct="0"/>
            <a:endParaRPr lang="en-US">
              <a:latin typeface="Arial" charset="0"/>
            </a:endParaRPr>
          </a:p>
        </p:txBody>
      </p:sp>
    </p:spTree>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96258"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125E906E-C09E-E94A-81BC-66CAC06785DB}" type="slidenum">
              <a:rPr lang="ar-SA" sz="1400" b="0">
                <a:solidFill>
                  <a:schemeClr val="tx1"/>
                </a:solidFill>
                <a:latin typeface="Arial" charset="0"/>
                <a:cs typeface="Arial" charset="0"/>
              </a:rPr>
              <a:pPr/>
              <a:t>40</a:t>
            </a:fld>
            <a:endParaRPr lang="en-US" sz="1400" b="0">
              <a:solidFill>
                <a:schemeClr val="tx1"/>
              </a:solidFill>
              <a:latin typeface="Arial" charset="0"/>
              <a:cs typeface="Arial" charset="0"/>
            </a:endParaRPr>
          </a:p>
        </p:txBody>
      </p:sp>
      <p:pic>
        <p:nvPicPr>
          <p:cNvPr id="96259" name="Picture 12"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260" name="Rectangle 2"/>
          <p:cNvSpPr>
            <a:spLocks noGrp="1" noChangeArrowheads="1"/>
          </p:cNvSpPr>
          <p:nvPr>
            <p:ph type="title"/>
          </p:nvPr>
        </p:nvSpPr>
        <p:spPr>
          <a:xfrm>
            <a:off x="647700" y="368300"/>
            <a:ext cx="7772400" cy="1143000"/>
          </a:xfrm>
        </p:spPr>
        <p:txBody>
          <a:bodyPr/>
          <a:lstStyle/>
          <a:p>
            <a:r>
              <a:rPr lang="en-US">
                <a:latin typeface="Arial" charset="0"/>
              </a:rPr>
              <a:t>Starvation-Free</a:t>
            </a:r>
          </a:p>
        </p:txBody>
      </p:sp>
      <p:sp>
        <p:nvSpPr>
          <p:cNvPr id="96261" name="Rectangle 11"/>
          <p:cNvSpPr>
            <a:spLocks noGrp="1" noChangeArrowheads="1"/>
          </p:cNvSpPr>
          <p:nvPr>
            <p:ph type="body" idx="1"/>
          </p:nvPr>
        </p:nvSpPr>
        <p:spPr/>
        <p:txBody>
          <a:bodyPr/>
          <a:lstStyle/>
          <a:p>
            <a:r>
              <a:rPr lang="en-US" dirty="0">
                <a:latin typeface="Arial" charset="0"/>
              </a:rPr>
              <a:t>If some thread calls </a:t>
            </a:r>
            <a:r>
              <a:rPr lang="en-US" b="1" dirty="0">
                <a:solidFill>
                  <a:schemeClr val="tx1"/>
                </a:solidFill>
                <a:latin typeface="Courier New" pitchFamily="49" charset="0"/>
                <a:cs typeface="Courier New" pitchFamily="49" charset="0"/>
              </a:rPr>
              <a:t>lock()</a:t>
            </a:r>
          </a:p>
          <a:p>
            <a:pPr lvl="1"/>
            <a:r>
              <a:rPr lang="en-US" dirty="0">
                <a:latin typeface="Arial" charset="0"/>
                <a:cs typeface="Arial" charset="0"/>
              </a:rPr>
              <a:t>It will eventually return</a:t>
            </a:r>
          </a:p>
          <a:p>
            <a:r>
              <a:rPr lang="en-US" dirty="0">
                <a:latin typeface="Arial" charset="0"/>
              </a:rPr>
              <a:t>Individual threads make progress</a:t>
            </a:r>
            <a:endParaRPr lang="en-US" sz="2400" dirty="0">
              <a:latin typeface="Arial" charset="0"/>
            </a:endParaRPr>
          </a:p>
        </p:txBody>
      </p:sp>
      <p:grpSp>
        <p:nvGrpSpPr>
          <p:cNvPr id="96262" name="Group 13"/>
          <p:cNvGrpSpPr>
            <a:grpSpLocks/>
          </p:cNvGrpSpPr>
          <p:nvPr/>
        </p:nvGrpSpPr>
        <p:grpSpPr bwMode="auto">
          <a:xfrm>
            <a:off x="7632700" y="571500"/>
            <a:ext cx="946150" cy="968375"/>
            <a:chOff x="764" y="2340"/>
            <a:chExt cx="596" cy="610"/>
          </a:xfrm>
        </p:grpSpPr>
        <p:sp>
          <p:nvSpPr>
            <p:cNvPr id="96264" name="Oval 14"/>
            <p:cNvSpPr>
              <a:spLocks noChangeArrowheads="1"/>
            </p:cNvSpPr>
            <p:nvPr/>
          </p:nvSpPr>
          <p:spPr bwMode="auto">
            <a:xfrm>
              <a:off x="764" y="2340"/>
              <a:ext cx="596" cy="610"/>
            </a:xfrm>
            <a:prstGeom prst="ellipse">
              <a:avLst/>
            </a:prstGeom>
            <a:solidFill>
              <a:srgbClr val="FF0000"/>
            </a:solidFill>
            <a:ln w="12700">
              <a:solidFill>
                <a:srgbClr val="CF0E30"/>
              </a:solidFill>
              <a:round/>
              <a:headEnd/>
              <a:tailEnd/>
            </a:ln>
          </p:spPr>
          <p:txBody>
            <a:bodyPr wrap="none" anchor="ctr"/>
            <a:lstStyle/>
            <a:p>
              <a:pPr eaLnBrk="0" hangingPunct="0"/>
              <a:endParaRPr lang="en-US">
                <a:latin typeface="Arial" charset="0"/>
              </a:endParaRPr>
            </a:p>
          </p:txBody>
        </p:sp>
        <p:sp>
          <p:nvSpPr>
            <p:cNvPr id="96265" name="Oval 15"/>
            <p:cNvSpPr>
              <a:spLocks noChangeArrowheads="1"/>
            </p:cNvSpPr>
            <p:nvPr/>
          </p:nvSpPr>
          <p:spPr bwMode="auto">
            <a:xfrm>
              <a:off x="838" y="2408"/>
              <a:ext cx="449" cy="474"/>
            </a:xfrm>
            <a:prstGeom prst="ellipse">
              <a:avLst/>
            </a:prstGeom>
            <a:solidFill>
              <a:schemeClr val="bg1"/>
            </a:solidFill>
            <a:ln w="12700">
              <a:solidFill>
                <a:schemeClr val="bg1"/>
              </a:solidFill>
              <a:round/>
              <a:headEnd/>
              <a:tailEnd/>
            </a:ln>
          </p:spPr>
          <p:txBody>
            <a:bodyPr wrap="none" anchor="ctr"/>
            <a:lstStyle/>
            <a:p>
              <a:pPr eaLnBrk="0" hangingPunct="0"/>
              <a:endParaRPr lang="en-US">
                <a:latin typeface="Arial" charset="0"/>
              </a:endParaRPr>
            </a:p>
          </p:txBody>
        </p:sp>
        <p:sp>
          <p:nvSpPr>
            <p:cNvPr id="96266" name="Oval 16"/>
            <p:cNvSpPr>
              <a:spLocks noChangeArrowheads="1"/>
            </p:cNvSpPr>
            <p:nvPr/>
          </p:nvSpPr>
          <p:spPr bwMode="auto">
            <a:xfrm>
              <a:off x="921" y="2446"/>
              <a:ext cx="285" cy="291"/>
            </a:xfrm>
            <a:prstGeom prst="ellipse">
              <a:avLst/>
            </a:prstGeom>
            <a:solidFill>
              <a:schemeClr val="tx2"/>
            </a:solidFill>
            <a:ln w="12700">
              <a:solidFill>
                <a:schemeClr val="tx2"/>
              </a:solidFill>
              <a:round/>
              <a:headEnd/>
              <a:tailEnd/>
            </a:ln>
          </p:spPr>
          <p:txBody>
            <a:bodyPr wrap="none" anchor="ctr"/>
            <a:lstStyle/>
            <a:p>
              <a:pPr eaLnBrk="0" hangingPunct="0"/>
              <a:endParaRPr lang="en-US">
                <a:latin typeface="Arial" charset="0"/>
              </a:endParaRPr>
            </a:p>
          </p:txBody>
        </p:sp>
        <p:sp>
          <p:nvSpPr>
            <p:cNvPr id="96267" name="Oval 17"/>
            <p:cNvSpPr>
              <a:spLocks noChangeArrowheads="1"/>
            </p:cNvSpPr>
            <p:nvPr/>
          </p:nvSpPr>
          <p:spPr bwMode="auto">
            <a:xfrm>
              <a:off x="962" y="2485"/>
              <a:ext cx="200" cy="229"/>
            </a:xfrm>
            <a:prstGeom prst="ellipse">
              <a:avLst/>
            </a:prstGeom>
            <a:solidFill>
              <a:schemeClr val="bg1"/>
            </a:solidFill>
            <a:ln w="12700">
              <a:solidFill>
                <a:schemeClr val="tx2"/>
              </a:solidFill>
              <a:round/>
              <a:headEnd/>
              <a:tailEnd/>
            </a:ln>
          </p:spPr>
          <p:txBody>
            <a:bodyPr wrap="none" anchor="ctr"/>
            <a:lstStyle/>
            <a:p>
              <a:pPr eaLnBrk="0" hangingPunct="0"/>
              <a:endParaRPr lang="en-US">
                <a:latin typeface="Arial" charset="0"/>
              </a:endParaRPr>
            </a:p>
          </p:txBody>
        </p:sp>
        <p:sp>
          <p:nvSpPr>
            <p:cNvPr id="96268" name="Oval 18"/>
            <p:cNvSpPr>
              <a:spLocks noChangeArrowheads="1"/>
            </p:cNvSpPr>
            <p:nvPr/>
          </p:nvSpPr>
          <p:spPr bwMode="auto">
            <a:xfrm>
              <a:off x="923" y="2563"/>
              <a:ext cx="283" cy="285"/>
            </a:xfrm>
            <a:prstGeom prst="ellipse">
              <a:avLst/>
            </a:prstGeom>
            <a:solidFill>
              <a:schemeClr val="tx2"/>
            </a:solidFill>
            <a:ln w="12700">
              <a:solidFill>
                <a:schemeClr val="tx2"/>
              </a:solidFill>
              <a:round/>
              <a:headEnd/>
              <a:tailEnd/>
            </a:ln>
          </p:spPr>
          <p:txBody>
            <a:bodyPr wrap="none" anchor="ctr"/>
            <a:lstStyle/>
            <a:p>
              <a:pPr eaLnBrk="0" hangingPunct="0"/>
              <a:endParaRPr lang="en-US">
                <a:latin typeface="Arial" charset="0"/>
              </a:endParaRPr>
            </a:p>
          </p:txBody>
        </p:sp>
        <p:sp>
          <p:nvSpPr>
            <p:cNvPr id="96269" name="Oval 19"/>
            <p:cNvSpPr>
              <a:spLocks noChangeArrowheads="1"/>
            </p:cNvSpPr>
            <p:nvPr/>
          </p:nvSpPr>
          <p:spPr bwMode="auto">
            <a:xfrm>
              <a:off x="1012" y="2622"/>
              <a:ext cx="102" cy="98"/>
            </a:xfrm>
            <a:prstGeom prst="ellipse">
              <a:avLst/>
            </a:prstGeom>
            <a:solidFill>
              <a:schemeClr val="bg1"/>
            </a:solidFill>
            <a:ln w="12700">
              <a:solidFill>
                <a:schemeClr val="tx2"/>
              </a:solidFill>
              <a:round/>
              <a:headEnd/>
              <a:tailEnd/>
            </a:ln>
          </p:spPr>
          <p:txBody>
            <a:bodyPr wrap="none" anchor="ctr"/>
            <a:lstStyle/>
            <a:p>
              <a:pPr eaLnBrk="0" hangingPunct="0"/>
              <a:endParaRPr lang="en-US">
                <a:latin typeface="Arial" charset="0"/>
              </a:endParaRPr>
            </a:p>
          </p:txBody>
        </p:sp>
        <p:sp>
          <p:nvSpPr>
            <p:cNvPr id="96270" name="AutoShape 20"/>
            <p:cNvSpPr>
              <a:spLocks noChangeArrowheads="1"/>
            </p:cNvSpPr>
            <p:nvPr/>
          </p:nvSpPr>
          <p:spPr bwMode="auto">
            <a:xfrm flipV="1">
              <a:off x="1033" y="2703"/>
              <a:ext cx="68" cy="8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47 w 21600"/>
                <a:gd name="T13" fmla="*/ 4574 h 21600"/>
                <a:gd name="T14" fmla="*/ 17153 w 21600"/>
                <a:gd name="T15" fmla="*/ 17026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lnTo>
                    <a:pt x="0" y="0"/>
                  </a:lnTo>
                  <a:close/>
                </a:path>
              </a:pathLst>
            </a:custGeom>
            <a:solidFill>
              <a:schemeClr val="bg1"/>
            </a:solidFill>
            <a:ln w="12700">
              <a:solidFill>
                <a:schemeClr val="bg1"/>
              </a:solidFill>
              <a:miter lim="800000"/>
              <a:headEnd/>
              <a:tailEnd/>
            </a:ln>
          </p:spPr>
          <p:txBody>
            <a:bodyPr wrap="none" anchor="ctr"/>
            <a:lstStyle/>
            <a:p>
              <a:endParaRPr lang="en-US" dirty="0">
                <a:latin typeface="Arial" pitchFamily="34" charset="0"/>
              </a:endParaRPr>
            </a:p>
          </p:txBody>
        </p:sp>
      </p:grpSp>
      <p:sp>
        <p:nvSpPr>
          <p:cNvPr id="96263" name="Rectangle 21"/>
          <p:cNvSpPr>
            <a:spLocks noChangeArrowheads="1"/>
          </p:cNvSpPr>
          <p:nvPr/>
        </p:nvSpPr>
        <p:spPr bwMode="auto">
          <a:xfrm rot="-2157709">
            <a:off x="8005763" y="706438"/>
            <a:ext cx="134937" cy="809625"/>
          </a:xfrm>
          <a:prstGeom prst="rect">
            <a:avLst/>
          </a:prstGeom>
          <a:solidFill>
            <a:srgbClr val="FF0000"/>
          </a:solidFill>
          <a:ln w="9525">
            <a:solidFill>
              <a:srgbClr val="FF0000"/>
            </a:solidFill>
            <a:miter lim="800000"/>
            <a:headEnd/>
            <a:tailEnd/>
          </a:ln>
        </p:spPr>
        <p:txBody>
          <a:bodyPr wrap="none" anchor="ctr"/>
          <a:lstStyle/>
          <a:p>
            <a:pPr eaLnBrk="0" hangingPunct="0"/>
            <a:endParaRPr lang="en-US">
              <a:latin typeface="Arial" charset="0"/>
            </a:endParaRPr>
          </a:p>
        </p:txBody>
      </p:sp>
    </p:spTree>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98306"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F186FFD0-C3C0-E944-8B98-9095F153C7BA}" type="slidenum">
              <a:rPr lang="ar-SA" sz="1400" b="0">
                <a:solidFill>
                  <a:schemeClr val="tx1"/>
                </a:solidFill>
                <a:latin typeface="Arial" charset="0"/>
                <a:cs typeface="Arial" charset="0"/>
              </a:rPr>
              <a:pPr/>
              <a:t>41</a:t>
            </a:fld>
            <a:endParaRPr lang="en-US" sz="1400" b="0">
              <a:solidFill>
                <a:schemeClr val="tx1"/>
              </a:solidFill>
              <a:latin typeface="Arial" charset="0"/>
              <a:cs typeface="Arial" charset="0"/>
            </a:endParaRPr>
          </a:p>
        </p:txBody>
      </p:sp>
      <p:pic>
        <p:nvPicPr>
          <p:cNvPr id="98307" name="Picture 4"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8308" name="Rectangle 2"/>
          <p:cNvSpPr>
            <a:spLocks noGrp="1" noChangeArrowheads="1"/>
          </p:cNvSpPr>
          <p:nvPr>
            <p:ph type="title"/>
          </p:nvPr>
        </p:nvSpPr>
        <p:spPr/>
        <p:txBody>
          <a:bodyPr/>
          <a:lstStyle/>
          <a:p>
            <a:r>
              <a:rPr lang="en-US" sz="4000">
                <a:latin typeface="Arial" charset="0"/>
              </a:rPr>
              <a:t>Two-Thread vs </a:t>
            </a:r>
            <a:r>
              <a:rPr lang="en-US" sz="4000" i="1">
                <a:latin typeface="Arial" charset="0"/>
              </a:rPr>
              <a:t>n</a:t>
            </a:r>
            <a:r>
              <a:rPr lang="en-US" sz="4000">
                <a:latin typeface="Arial" charset="0"/>
              </a:rPr>
              <a:t>-Thread Solutions</a:t>
            </a:r>
          </a:p>
        </p:txBody>
      </p:sp>
      <p:sp>
        <p:nvSpPr>
          <p:cNvPr id="98309" name="Rectangle 3"/>
          <p:cNvSpPr>
            <a:spLocks noGrp="1" noChangeArrowheads="1"/>
          </p:cNvSpPr>
          <p:nvPr>
            <p:ph type="body" idx="1"/>
          </p:nvPr>
        </p:nvSpPr>
        <p:spPr/>
        <p:txBody>
          <a:bodyPr/>
          <a:lstStyle/>
          <a:p>
            <a:r>
              <a:rPr lang="en-US">
                <a:solidFill>
                  <a:schemeClr val="tx1"/>
                </a:solidFill>
                <a:latin typeface="Arial" charset="0"/>
              </a:rPr>
              <a:t>2</a:t>
            </a:r>
            <a:r>
              <a:rPr lang="en-US">
                <a:latin typeface="Arial" charset="0"/>
              </a:rPr>
              <a:t>-thread solutions first</a:t>
            </a:r>
          </a:p>
          <a:p>
            <a:pPr lvl="1"/>
            <a:r>
              <a:rPr lang="en-US">
                <a:latin typeface="Arial" charset="0"/>
                <a:cs typeface="Arial" charset="0"/>
              </a:rPr>
              <a:t>Illustrate most basic ideas</a:t>
            </a:r>
          </a:p>
          <a:p>
            <a:pPr lvl="1"/>
            <a:r>
              <a:rPr lang="en-US">
                <a:latin typeface="Arial" charset="0"/>
                <a:cs typeface="Arial" charset="0"/>
              </a:rPr>
              <a:t>Fits on one slide</a:t>
            </a:r>
          </a:p>
          <a:p>
            <a:r>
              <a:rPr lang="en-US">
                <a:latin typeface="Arial" charset="0"/>
              </a:rPr>
              <a:t>Then </a:t>
            </a:r>
            <a:r>
              <a:rPr lang="en-US" i="1">
                <a:solidFill>
                  <a:schemeClr val="tx1"/>
                </a:solidFill>
                <a:latin typeface="Arial" charset="0"/>
              </a:rPr>
              <a:t>n</a:t>
            </a:r>
            <a:r>
              <a:rPr lang="en-US">
                <a:latin typeface="Arial" charset="0"/>
              </a:rPr>
              <a:t>-thread solutions </a:t>
            </a:r>
          </a:p>
          <a:p>
            <a:pPr lvl="1"/>
            <a:endParaRPr lang="en-US">
              <a:latin typeface="Arial" charset="0"/>
              <a:cs typeface="Arial" charset="0"/>
            </a:endParaRPr>
          </a:p>
        </p:txBody>
      </p:sp>
    </p:spTree>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100354"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B4692F38-5FF5-BA4B-8B08-2955A2694F54}" type="slidenum">
              <a:rPr lang="ar-SA" sz="1400" b="0">
                <a:solidFill>
                  <a:schemeClr val="tx1"/>
                </a:solidFill>
                <a:latin typeface="Arial" charset="0"/>
                <a:cs typeface="Arial" charset="0"/>
              </a:rPr>
              <a:pPr/>
              <a:t>42</a:t>
            </a:fld>
            <a:endParaRPr lang="en-US" sz="1400" b="0">
              <a:solidFill>
                <a:schemeClr val="tx1"/>
              </a:solidFill>
              <a:latin typeface="Arial" charset="0"/>
              <a:cs typeface="Arial" charset="0"/>
            </a:endParaRPr>
          </a:p>
        </p:txBody>
      </p:sp>
      <p:pic>
        <p:nvPicPr>
          <p:cNvPr id="100355" name="Picture 17"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0356" name="Text Box 3"/>
          <p:cNvSpPr txBox="1">
            <a:spLocks noChangeArrowheads="1"/>
          </p:cNvSpPr>
          <p:nvPr/>
        </p:nvSpPr>
        <p:spPr bwMode="auto">
          <a:xfrm>
            <a:off x="877888" y="1690688"/>
            <a:ext cx="7445375" cy="3416300"/>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2400" dirty="0">
                <a:solidFill>
                  <a:schemeClr val="tx1"/>
                </a:solidFill>
                <a:latin typeface="Courier New" charset="0"/>
              </a:rPr>
              <a:t>class</a:t>
            </a:r>
            <a:r>
              <a:rPr lang="en-US" sz="2400" dirty="0">
                <a:latin typeface="Courier New" charset="0"/>
              </a:rPr>
              <a:t> … </a:t>
            </a:r>
            <a:r>
              <a:rPr lang="en-US" sz="2400" dirty="0">
                <a:solidFill>
                  <a:schemeClr val="tx1"/>
                </a:solidFill>
                <a:latin typeface="Courier New" charset="0"/>
              </a:rPr>
              <a:t>implements</a:t>
            </a:r>
            <a:r>
              <a:rPr lang="en-US" sz="2400" dirty="0">
                <a:latin typeface="Courier New" charset="0"/>
              </a:rPr>
              <a:t> Lock {</a:t>
            </a:r>
          </a:p>
          <a:p>
            <a:r>
              <a:rPr lang="en-US" sz="2400" dirty="0">
                <a:latin typeface="Courier New" charset="0"/>
              </a:rPr>
              <a:t>  </a:t>
            </a:r>
            <a:r>
              <a:rPr lang="en-US" sz="2400" dirty="0">
                <a:solidFill>
                  <a:srgbClr val="3333FF"/>
                </a:solidFill>
                <a:latin typeface="Courier New" charset="0"/>
              </a:rPr>
              <a:t>…</a:t>
            </a:r>
          </a:p>
          <a:p>
            <a:r>
              <a:rPr lang="en-US" sz="2400" dirty="0">
                <a:latin typeface="Courier New" charset="0"/>
              </a:rPr>
              <a:t>  </a:t>
            </a:r>
            <a:r>
              <a:rPr lang="en-US" sz="2400" dirty="0">
                <a:solidFill>
                  <a:schemeClr val="accent1"/>
                </a:solidFill>
                <a:latin typeface="Courier New" charset="0"/>
              </a:rPr>
              <a:t>// thread-local index, 0 or 1</a:t>
            </a:r>
          </a:p>
          <a:p>
            <a:r>
              <a:rPr lang="en-US" sz="2400" dirty="0">
                <a:latin typeface="Courier New" charset="0"/>
              </a:rPr>
              <a:t>  </a:t>
            </a:r>
            <a:r>
              <a:rPr lang="en-US" sz="2400" dirty="0">
                <a:solidFill>
                  <a:schemeClr val="tx1"/>
                </a:solidFill>
                <a:latin typeface="Courier New" charset="0"/>
              </a:rPr>
              <a:t>public</a:t>
            </a:r>
            <a:r>
              <a:rPr lang="en-US" sz="2400" dirty="0">
                <a:latin typeface="Courier New" charset="0"/>
              </a:rPr>
              <a:t> </a:t>
            </a:r>
            <a:r>
              <a:rPr lang="en-US" sz="2400" dirty="0">
                <a:solidFill>
                  <a:schemeClr val="tx1"/>
                </a:solidFill>
                <a:latin typeface="Courier New" charset="0"/>
              </a:rPr>
              <a:t>void</a:t>
            </a:r>
            <a:r>
              <a:rPr lang="en-US" sz="2400" dirty="0">
                <a:latin typeface="Courier New" charset="0"/>
              </a:rPr>
              <a:t> lock() {</a:t>
            </a:r>
          </a:p>
          <a:p>
            <a:r>
              <a:rPr lang="en-US" sz="2400" dirty="0">
                <a:latin typeface="Courier New" charset="0"/>
              </a:rPr>
              <a:t>    </a:t>
            </a:r>
            <a:r>
              <a:rPr lang="en-US" sz="2400" dirty="0" err="1">
                <a:solidFill>
                  <a:schemeClr val="tx1"/>
                </a:solidFill>
                <a:latin typeface="Courier New" charset="0"/>
              </a:rPr>
              <a:t>int</a:t>
            </a:r>
            <a:r>
              <a:rPr lang="en-US" sz="2400" dirty="0">
                <a:latin typeface="Courier New" charset="0"/>
              </a:rPr>
              <a:t> </a:t>
            </a:r>
            <a:r>
              <a:rPr lang="en-US" sz="2400" dirty="0" err="1">
                <a:latin typeface="Courier New" charset="0"/>
              </a:rPr>
              <a:t>i</a:t>
            </a:r>
            <a:r>
              <a:rPr lang="en-US" sz="2400" dirty="0">
                <a:latin typeface="Courier New" charset="0"/>
              </a:rPr>
              <a:t> = </a:t>
            </a:r>
            <a:r>
              <a:rPr lang="en-US" sz="2400" dirty="0" err="1">
                <a:latin typeface="Courier New" charset="0"/>
              </a:rPr>
              <a:t>ThreadID.get</a:t>
            </a:r>
            <a:r>
              <a:rPr lang="en-US" sz="2400" dirty="0">
                <a:latin typeface="Courier New" charset="0"/>
              </a:rPr>
              <a:t>();</a:t>
            </a:r>
          </a:p>
          <a:p>
            <a:r>
              <a:rPr lang="en-US" sz="2400" dirty="0">
                <a:latin typeface="Courier New" charset="0"/>
              </a:rPr>
              <a:t>    </a:t>
            </a:r>
            <a:r>
              <a:rPr lang="en-US" sz="2400" dirty="0" err="1">
                <a:solidFill>
                  <a:schemeClr val="tx1"/>
                </a:solidFill>
                <a:latin typeface="Courier New" charset="0"/>
              </a:rPr>
              <a:t>int</a:t>
            </a:r>
            <a:r>
              <a:rPr lang="en-US" sz="2400" dirty="0">
                <a:latin typeface="Courier New" charset="0"/>
              </a:rPr>
              <a:t> j = 1 - </a:t>
            </a:r>
            <a:r>
              <a:rPr lang="en-US" sz="2400" dirty="0" err="1">
                <a:latin typeface="Courier New" charset="0"/>
              </a:rPr>
              <a:t>i</a:t>
            </a:r>
            <a:r>
              <a:rPr lang="en-US" sz="2400" dirty="0">
                <a:latin typeface="Courier New" charset="0"/>
              </a:rPr>
              <a:t>;</a:t>
            </a:r>
            <a:r>
              <a:rPr lang="en-US" sz="2400" dirty="0">
                <a:solidFill>
                  <a:schemeClr val="accent2"/>
                </a:solidFill>
                <a:latin typeface="Courier New" charset="0"/>
                <a:cs typeface="Courier New" charset="0"/>
              </a:rPr>
              <a:t> </a:t>
            </a:r>
            <a:endParaRPr lang="en-US" sz="2400" dirty="0">
              <a:solidFill>
                <a:srgbClr val="3333FF"/>
              </a:solidFill>
              <a:latin typeface="Courier New" charset="0"/>
              <a:cs typeface="Courier New" charset="0"/>
            </a:endParaRPr>
          </a:p>
          <a:p>
            <a:r>
              <a:rPr lang="en-US" sz="2400" dirty="0">
                <a:solidFill>
                  <a:srgbClr val="3333FF"/>
                </a:solidFill>
                <a:latin typeface="Courier New" charset="0"/>
                <a:cs typeface="Courier New" charset="0"/>
              </a:rPr>
              <a:t>  …</a:t>
            </a:r>
          </a:p>
          <a:p>
            <a:pPr eaLnBrk="1" hangingPunct="1">
              <a:lnSpc>
                <a:spcPct val="70000"/>
              </a:lnSpc>
              <a:spcBef>
                <a:spcPct val="30000"/>
              </a:spcBef>
            </a:pPr>
            <a:r>
              <a:rPr lang="en-US" sz="2400" dirty="0">
                <a:solidFill>
                  <a:srgbClr val="3333FF"/>
                </a:solidFill>
                <a:latin typeface="Courier New" charset="0"/>
                <a:cs typeface="Courier New" charset="0"/>
              </a:rPr>
              <a:t>  }</a:t>
            </a:r>
          </a:p>
          <a:p>
            <a:pPr eaLnBrk="1" hangingPunct="1">
              <a:lnSpc>
                <a:spcPct val="70000"/>
              </a:lnSpc>
              <a:spcBef>
                <a:spcPct val="30000"/>
              </a:spcBef>
            </a:pPr>
            <a:r>
              <a:rPr lang="en-US" sz="2400" dirty="0">
                <a:solidFill>
                  <a:srgbClr val="3333FF"/>
                </a:solidFill>
                <a:latin typeface="Courier New" charset="0"/>
                <a:cs typeface="Courier New" charset="0"/>
              </a:rPr>
              <a:t>}</a:t>
            </a:r>
          </a:p>
        </p:txBody>
      </p:sp>
      <p:sp>
        <p:nvSpPr>
          <p:cNvPr id="100357" name="Rectangle 2"/>
          <p:cNvSpPr>
            <a:spLocks noGrp="1" noChangeArrowheads="1"/>
          </p:cNvSpPr>
          <p:nvPr>
            <p:ph type="title"/>
          </p:nvPr>
        </p:nvSpPr>
        <p:spPr>
          <a:xfrm>
            <a:off x="671513" y="363538"/>
            <a:ext cx="7772400" cy="1143000"/>
          </a:xfrm>
        </p:spPr>
        <p:txBody>
          <a:bodyPr/>
          <a:lstStyle/>
          <a:p>
            <a:r>
              <a:rPr lang="en-US" sz="4000">
                <a:latin typeface="Arial" charset="0"/>
              </a:rPr>
              <a:t>Two-Thread Conventions</a:t>
            </a:r>
          </a:p>
        </p:txBody>
      </p:sp>
    </p:spTree>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102402"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E3D76B54-8C1E-E642-870F-61D5367E3690}" type="slidenum">
              <a:rPr lang="ar-SA" sz="1400" b="0">
                <a:solidFill>
                  <a:schemeClr val="tx1"/>
                </a:solidFill>
                <a:latin typeface="Arial" charset="0"/>
                <a:cs typeface="Arial" charset="0"/>
              </a:rPr>
              <a:pPr/>
              <a:t>43</a:t>
            </a:fld>
            <a:endParaRPr lang="en-US" sz="1400" b="0">
              <a:solidFill>
                <a:schemeClr val="tx1"/>
              </a:solidFill>
              <a:latin typeface="Arial" charset="0"/>
              <a:cs typeface="Arial" charset="0"/>
            </a:endParaRPr>
          </a:p>
        </p:txBody>
      </p:sp>
      <p:pic>
        <p:nvPicPr>
          <p:cNvPr id="102403" name="Picture 2"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04" name="Text Box 3"/>
          <p:cNvSpPr txBox="1">
            <a:spLocks noChangeArrowheads="1"/>
          </p:cNvSpPr>
          <p:nvPr/>
        </p:nvSpPr>
        <p:spPr bwMode="auto">
          <a:xfrm>
            <a:off x="877888" y="1690688"/>
            <a:ext cx="7445375" cy="3416300"/>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2400">
                <a:solidFill>
                  <a:schemeClr val="folHlink"/>
                </a:solidFill>
                <a:latin typeface="Courier New" charset="0"/>
              </a:rPr>
              <a:t>class … implements Lock {</a:t>
            </a:r>
          </a:p>
          <a:p>
            <a:r>
              <a:rPr lang="en-US" sz="2400">
                <a:solidFill>
                  <a:schemeClr val="folHlink"/>
                </a:solidFill>
                <a:latin typeface="Courier New" charset="0"/>
              </a:rPr>
              <a:t>  …</a:t>
            </a:r>
          </a:p>
          <a:p>
            <a:r>
              <a:rPr lang="en-US" sz="2400">
                <a:solidFill>
                  <a:schemeClr val="folHlink"/>
                </a:solidFill>
                <a:latin typeface="Courier New" charset="0"/>
              </a:rPr>
              <a:t>  // thread-local index, 0 or 1</a:t>
            </a:r>
          </a:p>
          <a:p>
            <a:r>
              <a:rPr lang="en-US" sz="2400">
                <a:solidFill>
                  <a:schemeClr val="folHlink"/>
                </a:solidFill>
                <a:latin typeface="Courier New" charset="0"/>
              </a:rPr>
              <a:t>  public void lock() {</a:t>
            </a:r>
          </a:p>
          <a:p>
            <a:r>
              <a:rPr lang="en-US" sz="2400">
                <a:latin typeface="Courier New" charset="0"/>
              </a:rPr>
              <a:t>    </a:t>
            </a:r>
            <a:r>
              <a:rPr lang="en-US" sz="2400">
                <a:solidFill>
                  <a:schemeClr val="tx1"/>
                </a:solidFill>
                <a:latin typeface="Courier New" charset="0"/>
              </a:rPr>
              <a:t>int</a:t>
            </a:r>
            <a:r>
              <a:rPr lang="en-US" sz="2400">
                <a:latin typeface="Courier New" charset="0"/>
              </a:rPr>
              <a:t> i = ThreadID.get();</a:t>
            </a:r>
          </a:p>
          <a:p>
            <a:r>
              <a:rPr lang="en-US" sz="2400">
                <a:latin typeface="Courier New" charset="0"/>
              </a:rPr>
              <a:t>    </a:t>
            </a:r>
            <a:r>
              <a:rPr lang="en-US" sz="2400">
                <a:solidFill>
                  <a:schemeClr val="tx1"/>
                </a:solidFill>
                <a:latin typeface="Courier New" charset="0"/>
              </a:rPr>
              <a:t>int</a:t>
            </a:r>
            <a:r>
              <a:rPr lang="en-US" sz="2400">
                <a:solidFill>
                  <a:schemeClr val="folHlink"/>
                </a:solidFill>
                <a:latin typeface="Courier New" charset="0"/>
              </a:rPr>
              <a:t> </a:t>
            </a:r>
            <a:r>
              <a:rPr lang="en-US" sz="2400">
                <a:latin typeface="Courier New" charset="0"/>
              </a:rPr>
              <a:t>j = 1 - i;</a:t>
            </a:r>
            <a:r>
              <a:rPr lang="en-US" sz="2400">
                <a:solidFill>
                  <a:schemeClr val="folHlink"/>
                </a:solidFill>
                <a:latin typeface="Courier New" charset="0"/>
                <a:cs typeface="Courier New" charset="0"/>
              </a:rPr>
              <a:t> </a:t>
            </a:r>
          </a:p>
          <a:p>
            <a:r>
              <a:rPr lang="en-US" sz="2400">
                <a:solidFill>
                  <a:schemeClr val="folHlink"/>
                </a:solidFill>
                <a:latin typeface="Courier New" charset="0"/>
                <a:cs typeface="Courier New" charset="0"/>
              </a:rPr>
              <a:t>  …</a:t>
            </a:r>
          </a:p>
          <a:p>
            <a:pPr eaLnBrk="1" hangingPunct="1">
              <a:lnSpc>
                <a:spcPct val="70000"/>
              </a:lnSpc>
              <a:spcBef>
                <a:spcPct val="30000"/>
              </a:spcBef>
            </a:pPr>
            <a:r>
              <a:rPr lang="en-US" sz="2400">
                <a:solidFill>
                  <a:schemeClr val="folHlink"/>
                </a:solidFill>
                <a:latin typeface="Courier New" charset="0"/>
                <a:cs typeface="Courier New" charset="0"/>
              </a:rPr>
              <a:t>  }  </a:t>
            </a:r>
          </a:p>
          <a:p>
            <a:pPr eaLnBrk="1" hangingPunct="1">
              <a:lnSpc>
                <a:spcPct val="70000"/>
              </a:lnSpc>
              <a:spcBef>
                <a:spcPct val="30000"/>
              </a:spcBef>
            </a:pPr>
            <a:r>
              <a:rPr lang="en-US" sz="2400">
                <a:solidFill>
                  <a:schemeClr val="folHlink"/>
                </a:solidFill>
                <a:latin typeface="Courier New" charset="0"/>
                <a:cs typeface="Courier New" charset="0"/>
              </a:rPr>
              <a:t>}</a:t>
            </a:r>
          </a:p>
        </p:txBody>
      </p:sp>
      <p:sp>
        <p:nvSpPr>
          <p:cNvPr id="102405" name="Rectangle 4"/>
          <p:cNvSpPr>
            <a:spLocks noGrp="1" noChangeArrowheads="1"/>
          </p:cNvSpPr>
          <p:nvPr>
            <p:ph type="title"/>
          </p:nvPr>
        </p:nvSpPr>
        <p:spPr>
          <a:xfrm>
            <a:off x="671513" y="363538"/>
            <a:ext cx="7772400" cy="1143000"/>
          </a:xfrm>
        </p:spPr>
        <p:txBody>
          <a:bodyPr/>
          <a:lstStyle/>
          <a:p>
            <a:r>
              <a:rPr lang="en-US" sz="4000">
                <a:latin typeface="Arial" charset="0"/>
              </a:rPr>
              <a:t>Two-Thread Conventions</a:t>
            </a:r>
          </a:p>
        </p:txBody>
      </p:sp>
      <p:sp>
        <p:nvSpPr>
          <p:cNvPr id="102406" name="AutoShape 8"/>
          <p:cNvSpPr>
            <a:spLocks noChangeArrowheads="1"/>
          </p:cNvSpPr>
          <p:nvPr/>
        </p:nvSpPr>
        <p:spPr bwMode="auto">
          <a:xfrm>
            <a:off x="1609725" y="3190875"/>
            <a:ext cx="4433888" cy="752475"/>
          </a:xfrm>
          <a:prstGeom prst="wedgeRoundRectCallout">
            <a:avLst>
              <a:gd name="adj1" fmla="val 19639"/>
              <a:gd name="adj2" fmla="val 184597"/>
              <a:gd name="adj3" fmla="val 16667"/>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eaLnBrk="0" hangingPunct="0"/>
            <a:endParaRPr lang="en-US" b="0">
              <a:latin typeface="Arial" charset="0"/>
            </a:endParaRPr>
          </a:p>
        </p:txBody>
      </p:sp>
      <p:sp>
        <p:nvSpPr>
          <p:cNvPr id="102407" name="Text Box 9"/>
          <p:cNvSpPr txBox="1">
            <a:spLocks noChangeArrowheads="1"/>
          </p:cNvSpPr>
          <p:nvPr/>
        </p:nvSpPr>
        <p:spPr bwMode="auto">
          <a:xfrm>
            <a:off x="2801938" y="4987925"/>
            <a:ext cx="547052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ctr"/>
            <a:r>
              <a:rPr lang="en-US" sz="3200" b="0">
                <a:solidFill>
                  <a:srgbClr val="FF0000"/>
                </a:solidFill>
                <a:latin typeface="Arial" charset="0"/>
              </a:rPr>
              <a:t>Henceforth: </a:t>
            </a:r>
            <a:r>
              <a:rPr lang="en-US" sz="3200" b="0">
                <a:solidFill>
                  <a:srgbClr val="3333FF"/>
                </a:solidFill>
                <a:latin typeface="Arial" charset="0"/>
              </a:rPr>
              <a:t>i</a:t>
            </a:r>
            <a:r>
              <a:rPr lang="en-US" sz="3200" b="0">
                <a:solidFill>
                  <a:srgbClr val="FF0000"/>
                </a:solidFill>
                <a:latin typeface="Arial" charset="0"/>
              </a:rPr>
              <a:t> is current thread, </a:t>
            </a:r>
            <a:r>
              <a:rPr lang="en-US" sz="3200" b="0">
                <a:solidFill>
                  <a:srgbClr val="3333FF"/>
                </a:solidFill>
                <a:latin typeface="Arial" charset="0"/>
              </a:rPr>
              <a:t>j</a:t>
            </a:r>
            <a:r>
              <a:rPr lang="en-US" sz="3200" b="0">
                <a:solidFill>
                  <a:srgbClr val="FF0000"/>
                </a:solidFill>
                <a:latin typeface="Arial" charset="0"/>
              </a:rPr>
              <a:t> is other thread</a:t>
            </a:r>
          </a:p>
        </p:txBody>
      </p:sp>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Rectangle 2"/>
          <p:cNvSpPr>
            <a:spLocks noGrp="1" noChangeArrowheads="1"/>
          </p:cNvSpPr>
          <p:nvPr>
            <p:ph type="title"/>
          </p:nvPr>
        </p:nvSpPr>
        <p:spPr/>
        <p:txBody>
          <a:bodyPr/>
          <a:lstStyle/>
          <a:p>
            <a:r>
              <a:rPr lang="en-US">
                <a:latin typeface="Arial" charset="0"/>
              </a:rPr>
              <a:t>LockOne</a:t>
            </a:r>
          </a:p>
        </p:txBody>
      </p:sp>
      <p:sp>
        <p:nvSpPr>
          <p:cNvPr id="104450" name="Text Box 3"/>
          <p:cNvSpPr txBox="1">
            <a:spLocks noChangeArrowheads="1"/>
          </p:cNvSpPr>
          <p:nvPr/>
        </p:nvSpPr>
        <p:spPr bwMode="auto">
          <a:xfrm>
            <a:off x="725488" y="1828800"/>
            <a:ext cx="7693025" cy="2197100"/>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eaLnBrk="1" hangingPunct="1">
              <a:lnSpc>
                <a:spcPct val="70000"/>
              </a:lnSpc>
              <a:spcBef>
                <a:spcPct val="30000"/>
              </a:spcBef>
            </a:pPr>
            <a:r>
              <a:rPr lang="en-US" sz="2400">
                <a:solidFill>
                  <a:schemeClr val="tx1"/>
                </a:solidFill>
                <a:latin typeface="Courier New" charset="0"/>
                <a:cs typeface="Courier New" charset="0"/>
              </a:rPr>
              <a:t>class</a:t>
            </a:r>
            <a:r>
              <a:rPr lang="en-US" sz="2400">
                <a:solidFill>
                  <a:schemeClr val="accent2"/>
                </a:solidFill>
                <a:latin typeface="Courier New" charset="0"/>
                <a:cs typeface="Courier New" charset="0"/>
              </a:rPr>
              <a:t> LockOne </a:t>
            </a:r>
            <a:r>
              <a:rPr lang="en-US" sz="2400">
                <a:solidFill>
                  <a:schemeClr val="tx1"/>
                </a:solidFill>
                <a:latin typeface="Courier New" charset="0"/>
                <a:cs typeface="Courier New" charset="0"/>
              </a:rPr>
              <a:t>implements</a:t>
            </a:r>
            <a:r>
              <a:rPr lang="en-US" sz="2400">
                <a:solidFill>
                  <a:schemeClr val="accent2"/>
                </a:solidFill>
                <a:latin typeface="Courier New" charset="0"/>
                <a:cs typeface="Courier New" charset="0"/>
              </a:rPr>
              <a:t> </a:t>
            </a:r>
            <a:r>
              <a:rPr lang="en-US" sz="2400">
                <a:solidFill>
                  <a:srgbClr val="3333FF"/>
                </a:solidFill>
                <a:latin typeface="Courier New" charset="0"/>
                <a:cs typeface="Courier New" charset="0"/>
              </a:rPr>
              <a:t>Lock {</a:t>
            </a:r>
          </a:p>
          <a:p>
            <a:pPr eaLnBrk="1" hangingPunct="1">
              <a:lnSpc>
                <a:spcPct val="70000"/>
              </a:lnSpc>
              <a:spcBef>
                <a:spcPct val="30000"/>
              </a:spcBef>
            </a:pPr>
            <a:r>
              <a:rPr lang="en-US" sz="2400">
                <a:solidFill>
                  <a:schemeClr val="tx1"/>
                </a:solidFill>
                <a:latin typeface="Courier New" charset="0"/>
                <a:cs typeface="Courier New" charset="0"/>
              </a:rPr>
              <a:t>private boolean[]</a:t>
            </a:r>
            <a:r>
              <a:rPr lang="en-US" sz="2400">
                <a:solidFill>
                  <a:schemeClr val="accent2"/>
                </a:solidFill>
                <a:latin typeface="Courier New" charset="0"/>
                <a:cs typeface="Courier New" charset="0"/>
              </a:rPr>
              <a:t> flag = </a:t>
            </a:r>
            <a:r>
              <a:rPr lang="en-US" sz="2400">
                <a:solidFill>
                  <a:schemeClr val="tx1"/>
                </a:solidFill>
                <a:latin typeface="Courier New" charset="0"/>
                <a:cs typeface="Courier New" charset="0"/>
              </a:rPr>
              <a:t>new</a:t>
            </a:r>
            <a:r>
              <a:rPr lang="en-US" sz="2400">
                <a:solidFill>
                  <a:schemeClr val="accent2"/>
                </a:solidFill>
                <a:latin typeface="Courier New" charset="0"/>
                <a:cs typeface="Courier New" charset="0"/>
              </a:rPr>
              <a:t> boolean[2];</a:t>
            </a:r>
          </a:p>
          <a:p>
            <a:pPr eaLnBrk="1" hangingPunct="1">
              <a:lnSpc>
                <a:spcPct val="70000"/>
              </a:lnSpc>
              <a:spcBef>
                <a:spcPct val="30000"/>
              </a:spcBef>
            </a:pPr>
            <a:r>
              <a:rPr lang="en-US" sz="2400">
                <a:solidFill>
                  <a:schemeClr val="tx1"/>
                </a:solidFill>
                <a:latin typeface="Courier New" charset="0"/>
              </a:rPr>
              <a:t>public void</a:t>
            </a:r>
            <a:r>
              <a:rPr lang="en-US" sz="2400">
                <a:latin typeface="Courier New" charset="0"/>
              </a:rPr>
              <a:t> </a:t>
            </a:r>
            <a:r>
              <a:rPr lang="en-US" sz="2400">
                <a:solidFill>
                  <a:schemeClr val="accent2"/>
                </a:solidFill>
                <a:latin typeface="Courier New" charset="0"/>
              </a:rPr>
              <a:t>lock() {</a:t>
            </a:r>
          </a:p>
          <a:p>
            <a:r>
              <a:rPr lang="en-US" sz="2400">
                <a:latin typeface="Courier New" charset="0"/>
              </a:rPr>
              <a:t>  </a:t>
            </a:r>
            <a:r>
              <a:rPr lang="en-US" sz="2400">
                <a:solidFill>
                  <a:schemeClr val="accent2"/>
                </a:solidFill>
                <a:latin typeface="Courier New" charset="0"/>
              </a:rPr>
              <a:t>flag[i] =</a:t>
            </a:r>
            <a:r>
              <a:rPr lang="en-US" sz="2400">
                <a:latin typeface="Courier New" charset="0"/>
              </a:rPr>
              <a:t> </a:t>
            </a:r>
            <a:r>
              <a:rPr lang="en-US" sz="2400">
                <a:solidFill>
                  <a:schemeClr val="tx1"/>
                </a:solidFill>
                <a:latin typeface="Courier New" charset="0"/>
              </a:rPr>
              <a:t>true</a:t>
            </a:r>
            <a:r>
              <a:rPr lang="en-US" sz="2400">
                <a:latin typeface="Courier New" charset="0"/>
              </a:rPr>
              <a:t>;</a:t>
            </a:r>
          </a:p>
          <a:p>
            <a:r>
              <a:rPr lang="en-US" sz="2400">
                <a:latin typeface="Courier New" charset="0"/>
              </a:rPr>
              <a:t>  </a:t>
            </a:r>
            <a:r>
              <a:rPr lang="en-US" sz="2400">
                <a:solidFill>
                  <a:schemeClr val="tx1"/>
                </a:solidFill>
                <a:latin typeface="Courier New" charset="0"/>
              </a:rPr>
              <a:t>while</a:t>
            </a:r>
            <a:r>
              <a:rPr lang="en-US" sz="2400">
                <a:latin typeface="Courier New" charset="0"/>
              </a:rPr>
              <a:t> </a:t>
            </a:r>
            <a:r>
              <a:rPr lang="en-US" sz="2400">
                <a:solidFill>
                  <a:schemeClr val="accent2"/>
                </a:solidFill>
                <a:latin typeface="Courier New" charset="0"/>
              </a:rPr>
              <a:t>(flag[j]) {}</a:t>
            </a:r>
          </a:p>
          <a:p>
            <a:r>
              <a:rPr lang="en-US" sz="2400">
                <a:latin typeface="Courier New" charset="0"/>
              </a:rPr>
              <a:t> </a:t>
            </a:r>
            <a:r>
              <a:rPr lang="en-US" sz="2400">
                <a:solidFill>
                  <a:schemeClr val="accent2"/>
                </a:solidFill>
                <a:latin typeface="Courier New" charset="0"/>
              </a:rPr>
              <a:t>}</a:t>
            </a:r>
          </a:p>
        </p:txBody>
      </p:sp>
    </p:spTree>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Rectangle 2"/>
          <p:cNvSpPr>
            <a:spLocks noGrp="1" noChangeArrowheads="1"/>
          </p:cNvSpPr>
          <p:nvPr>
            <p:ph type="title"/>
          </p:nvPr>
        </p:nvSpPr>
        <p:spPr/>
        <p:txBody>
          <a:bodyPr/>
          <a:lstStyle/>
          <a:p>
            <a:r>
              <a:rPr lang="en-US">
                <a:latin typeface="Arial" charset="0"/>
              </a:rPr>
              <a:t>LockOne</a:t>
            </a:r>
          </a:p>
        </p:txBody>
      </p:sp>
      <p:sp>
        <p:nvSpPr>
          <p:cNvPr id="47107" name="Text Box 3"/>
          <p:cNvSpPr txBox="1">
            <a:spLocks noChangeArrowheads="1"/>
          </p:cNvSpPr>
          <p:nvPr/>
        </p:nvSpPr>
        <p:spPr bwMode="auto">
          <a:xfrm>
            <a:off x="725488" y="1828800"/>
            <a:ext cx="7693025" cy="2197100"/>
          </a:xfrm>
          <a:prstGeom prst="rect">
            <a:avLst/>
          </a:prstGeom>
          <a:solidFill>
            <a:srgbClr val="FFFFCC"/>
          </a:solidFill>
          <a:ln w="9525">
            <a:noFill/>
            <a:miter lim="800000"/>
            <a:headEnd/>
            <a:tailEnd/>
          </a:ln>
        </p:spPr>
        <p:txBody>
          <a:bodyPr>
            <a:spAutoFit/>
          </a:bodyPr>
          <a:lstStyle/>
          <a:p>
            <a:pPr>
              <a:lnSpc>
                <a:spcPct val="70000"/>
              </a:lnSpc>
              <a:spcBef>
                <a:spcPct val="30000"/>
              </a:spcBef>
              <a:defRPr/>
            </a:pPr>
            <a:r>
              <a:rPr lang="en-US" sz="2400" dirty="0">
                <a:solidFill>
                  <a:schemeClr val="bg1">
                    <a:lumMod val="75000"/>
                  </a:schemeClr>
                </a:solidFill>
                <a:latin typeface="Courier New" pitchFamily="49" charset="0"/>
                <a:ea typeface="+mn-ea"/>
                <a:cs typeface="Courier New" pitchFamily="49" charset="0"/>
              </a:rPr>
              <a:t>class </a:t>
            </a:r>
            <a:r>
              <a:rPr lang="en-US" sz="2400" dirty="0" err="1">
                <a:solidFill>
                  <a:schemeClr val="bg1">
                    <a:lumMod val="75000"/>
                  </a:schemeClr>
                </a:solidFill>
                <a:latin typeface="Courier New" pitchFamily="49" charset="0"/>
                <a:ea typeface="+mn-ea"/>
                <a:cs typeface="Courier New" pitchFamily="49" charset="0"/>
              </a:rPr>
              <a:t>LockOne</a:t>
            </a:r>
            <a:r>
              <a:rPr lang="en-US" sz="2400" dirty="0">
                <a:solidFill>
                  <a:schemeClr val="bg1">
                    <a:lumMod val="75000"/>
                  </a:schemeClr>
                </a:solidFill>
                <a:latin typeface="Courier New" pitchFamily="49" charset="0"/>
                <a:ea typeface="+mn-ea"/>
                <a:cs typeface="Courier New" pitchFamily="49" charset="0"/>
              </a:rPr>
              <a:t> implements Lock {</a:t>
            </a:r>
          </a:p>
          <a:p>
            <a:pPr>
              <a:lnSpc>
                <a:spcPct val="70000"/>
              </a:lnSpc>
              <a:spcBef>
                <a:spcPct val="30000"/>
              </a:spcBef>
              <a:defRPr/>
            </a:pPr>
            <a:r>
              <a:rPr lang="en-US" sz="2400" dirty="0">
                <a:solidFill>
                  <a:schemeClr val="tx1"/>
                </a:solidFill>
                <a:latin typeface="Courier New" pitchFamily="49" charset="0"/>
                <a:ea typeface="+mn-ea"/>
                <a:cs typeface="Courier New" pitchFamily="49" charset="0"/>
              </a:rPr>
              <a:t>private </a:t>
            </a:r>
            <a:r>
              <a:rPr lang="en-US" sz="2400" dirty="0" err="1">
                <a:solidFill>
                  <a:schemeClr val="tx1"/>
                </a:solidFill>
                <a:latin typeface="Courier New" pitchFamily="49" charset="0"/>
                <a:ea typeface="+mn-ea"/>
                <a:cs typeface="Courier New" pitchFamily="49" charset="0"/>
              </a:rPr>
              <a:t>boolean</a:t>
            </a:r>
            <a:r>
              <a:rPr lang="en-US" sz="2400" dirty="0">
                <a:solidFill>
                  <a:schemeClr val="tx1"/>
                </a:solidFill>
                <a:latin typeface="Courier New" pitchFamily="49" charset="0"/>
                <a:ea typeface="+mn-ea"/>
                <a:cs typeface="Courier New" pitchFamily="49" charset="0"/>
              </a:rPr>
              <a:t>[]</a:t>
            </a:r>
            <a:r>
              <a:rPr lang="en-US" sz="2400" dirty="0">
                <a:solidFill>
                  <a:schemeClr val="accent2"/>
                </a:solidFill>
                <a:latin typeface="Courier New" pitchFamily="49" charset="0"/>
                <a:ea typeface="+mn-ea"/>
                <a:cs typeface="Courier New" pitchFamily="49" charset="0"/>
              </a:rPr>
              <a:t> flag = </a:t>
            </a:r>
            <a:r>
              <a:rPr lang="en-US" sz="2400" dirty="0">
                <a:solidFill>
                  <a:schemeClr val="tx1"/>
                </a:solidFill>
                <a:latin typeface="Courier New" pitchFamily="49" charset="0"/>
                <a:ea typeface="+mn-ea"/>
                <a:cs typeface="Courier New" pitchFamily="49" charset="0"/>
              </a:rPr>
              <a:t>new</a:t>
            </a:r>
            <a:r>
              <a:rPr lang="en-US" sz="2400" dirty="0">
                <a:solidFill>
                  <a:schemeClr val="accent2"/>
                </a:solidFill>
                <a:latin typeface="Courier New" pitchFamily="49" charset="0"/>
                <a:ea typeface="+mn-ea"/>
                <a:cs typeface="Courier New" pitchFamily="49" charset="0"/>
              </a:rPr>
              <a:t> </a:t>
            </a:r>
            <a:r>
              <a:rPr lang="en-US" sz="2400" dirty="0" err="1">
                <a:solidFill>
                  <a:schemeClr val="accent2"/>
                </a:solidFill>
                <a:latin typeface="Courier New" pitchFamily="49" charset="0"/>
                <a:ea typeface="+mn-ea"/>
                <a:cs typeface="Courier New" pitchFamily="49" charset="0"/>
              </a:rPr>
              <a:t>boolean</a:t>
            </a:r>
            <a:r>
              <a:rPr lang="en-US" sz="2400" dirty="0">
                <a:solidFill>
                  <a:schemeClr val="accent2"/>
                </a:solidFill>
                <a:latin typeface="Courier New" pitchFamily="49" charset="0"/>
                <a:ea typeface="+mn-ea"/>
                <a:cs typeface="Courier New" pitchFamily="49" charset="0"/>
              </a:rPr>
              <a:t>[2];</a:t>
            </a:r>
          </a:p>
          <a:p>
            <a:pPr>
              <a:lnSpc>
                <a:spcPct val="70000"/>
              </a:lnSpc>
              <a:spcBef>
                <a:spcPct val="30000"/>
              </a:spcBef>
              <a:defRPr/>
            </a:pPr>
            <a:r>
              <a:rPr lang="en-US" sz="2400" dirty="0">
                <a:solidFill>
                  <a:schemeClr val="bg1">
                    <a:lumMod val="75000"/>
                  </a:schemeClr>
                </a:solidFill>
                <a:latin typeface="Courier New" pitchFamily="49" charset="0"/>
                <a:ea typeface="+mn-ea"/>
                <a:cs typeface="+mn-cs"/>
              </a:rPr>
              <a:t>public void lock() {</a:t>
            </a:r>
          </a:p>
          <a:p>
            <a:pPr eaLnBrk="0" hangingPunct="0">
              <a:defRPr/>
            </a:pPr>
            <a:r>
              <a:rPr lang="en-US" sz="2400" dirty="0">
                <a:solidFill>
                  <a:schemeClr val="bg1">
                    <a:lumMod val="75000"/>
                  </a:schemeClr>
                </a:solidFill>
                <a:latin typeface="Courier New" pitchFamily="49" charset="0"/>
                <a:ea typeface="+mn-ea"/>
                <a:cs typeface="+mn-cs"/>
              </a:rPr>
              <a:t>  flag[</a:t>
            </a:r>
            <a:r>
              <a:rPr lang="en-US" sz="2400" dirty="0" err="1">
                <a:solidFill>
                  <a:schemeClr val="bg1">
                    <a:lumMod val="75000"/>
                  </a:schemeClr>
                </a:solidFill>
                <a:latin typeface="Courier New" pitchFamily="49" charset="0"/>
                <a:ea typeface="+mn-ea"/>
                <a:cs typeface="+mn-cs"/>
              </a:rPr>
              <a:t>i</a:t>
            </a:r>
            <a:r>
              <a:rPr lang="en-US" sz="2400" dirty="0">
                <a:solidFill>
                  <a:schemeClr val="bg1">
                    <a:lumMod val="75000"/>
                  </a:schemeClr>
                </a:solidFill>
                <a:latin typeface="Courier New" pitchFamily="49" charset="0"/>
                <a:ea typeface="+mn-ea"/>
                <a:cs typeface="+mn-cs"/>
              </a:rPr>
              <a:t>] = true;</a:t>
            </a:r>
          </a:p>
          <a:p>
            <a:pPr eaLnBrk="0" hangingPunct="0">
              <a:defRPr/>
            </a:pPr>
            <a:r>
              <a:rPr lang="en-US" sz="2400" dirty="0">
                <a:solidFill>
                  <a:schemeClr val="bg1">
                    <a:lumMod val="75000"/>
                  </a:schemeClr>
                </a:solidFill>
                <a:latin typeface="Courier New" pitchFamily="49" charset="0"/>
                <a:ea typeface="+mn-ea"/>
                <a:cs typeface="+mn-cs"/>
              </a:rPr>
              <a:t>  while (flag[j]) {}</a:t>
            </a:r>
          </a:p>
          <a:p>
            <a:pPr eaLnBrk="0" hangingPunct="0">
              <a:defRPr/>
            </a:pPr>
            <a:r>
              <a:rPr lang="en-US" sz="2400" dirty="0">
                <a:solidFill>
                  <a:schemeClr val="bg1">
                    <a:lumMod val="75000"/>
                  </a:schemeClr>
                </a:solidFill>
                <a:latin typeface="Courier New" pitchFamily="49" charset="0"/>
                <a:ea typeface="+mn-ea"/>
                <a:cs typeface="+mn-cs"/>
              </a:rPr>
              <a:t> }</a:t>
            </a:r>
          </a:p>
        </p:txBody>
      </p:sp>
      <p:sp>
        <p:nvSpPr>
          <p:cNvPr id="106499" name="AutoShape 4"/>
          <p:cNvSpPr>
            <a:spLocks noChangeArrowheads="1"/>
          </p:cNvSpPr>
          <p:nvPr/>
        </p:nvSpPr>
        <p:spPr bwMode="auto">
          <a:xfrm>
            <a:off x="755650" y="2119313"/>
            <a:ext cx="7427913" cy="381000"/>
          </a:xfrm>
          <a:prstGeom prst="wedgeRoundRectCallout">
            <a:avLst>
              <a:gd name="adj1" fmla="val 40722"/>
              <a:gd name="adj2" fmla="val 299167"/>
              <a:gd name="adj3" fmla="val 16667"/>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eaLnBrk="0" hangingPunct="0"/>
            <a:endParaRPr lang="en-US" b="0">
              <a:latin typeface="Arial" charset="0"/>
            </a:endParaRPr>
          </a:p>
        </p:txBody>
      </p:sp>
      <p:sp>
        <p:nvSpPr>
          <p:cNvPr id="106500" name="Text Box 5"/>
          <p:cNvSpPr txBox="1">
            <a:spLocks noChangeArrowheads="1"/>
          </p:cNvSpPr>
          <p:nvPr/>
        </p:nvSpPr>
        <p:spPr bwMode="auto">
          <a:xfrm>
            <a:off x="4508500" y="3411538"/>
            <a:ext cx="38401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r"/>
            <a:r>
              <a:rPr lang="en-US" sz="2800">
                <a:solidFill>
                  <a:srgbClr val="FF0000"/>
                </a:solidFill>
                <a:latin typeface="Arial" charset="0"/>
              </a:rPr>
              <a:t>Each thread has flag</a:t>
            </a:r>
          </a:p>
        </p:txBody>
      </p:sp>
    </p:spTree>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2"/>
          <p:cNvSpPr>
            <a:spLocks noGrp="1" noChangeArrowheads="1"/>
          </p:cNvSpPr>
          <p:nvPr>
            <p:ph type="title"/>
          </p:nvPr>
        </p:nvSpPr>
        <p:spPr/>
        <p:txBody>
          <a:bodyPr/>
          <a:lstStyle/>
          <a:p>
            <a:r>
              <a:rPr lang="en-US">
                <a:latin typeface="Arial" charset="0"/>
              </a:rPr>
              <a:t>LockOne</a:t>
            </a:r>
          </a:p>
        </p:txBody>
      </p:sp>
      <p:pic>
        <p:nvPicPr>
          <p:cNvPr id="108546" name="Picture 16"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2" name="Text Box 3"/>
          <p:cNvSpPr txBox="1">
            <a:spLocks noChangeArrowheads="1"/>
          </p:cNvSpPr>
          <p:nvPr/>
        </p:nvSpPr>
        <p:spPr bwMode="auto">
          <a:xfrm>
            <a:off x="725488" y="1828800"/>
            <a:ext cx="7693025" cy="2197100"/>
          </a:xfrm>
          <a:prstGeom prst="rect">
            <a:avLst/>
          </a:prstGeom>
          <a:solidFill>
            <a:srgbClr val="FFFFCC"/>
          </a:solidFill>
          <a:ln w="9525">
            <a:noFill/>
            <a:miter lim="800000"/>
            <a:headEnd/>
            <a:tailEnd/>
          </a:ln>
        </p:spPr>
        <p:txBody>
          <a:bodyPr>
            <a:spAutoFit/>
          </a:bodyPr>
          <a:lstStyle/>
          <a:p>
            <a:pPr>
              <a:lnSpc>
                <a:spcPct val="70000"/>
              </a:lnSpc>
              <a:spcBef>
                <a:spcPct val="30000"/>
              </a:spcBef>
              <a:defRPr/>
            </a:pPr>
            <a:r>
              <a:rPr lang="en-US" sz="2400" dirty="0">
                <a:solidFill>
                  <a:schemeClr val="bg1">
                    <a:lumMod val="75000"/>
                  </a:schemeClr>
                </a:solidFill>
                <a:latin typeface="Courier New" pitchFamily="49" charset="0"/>
                <a:ea typeface="+mn-ea"/>
                <a:cs typeface="Courier New" pitchFamily="49" charset="0"/>
              </a:rPr>
              <a:t>class </a:t>
            </a:r>
            <a:r>
              <a:rPr lang="en-US" sz="2400" dirty="0" err="1">
                <a:solidFill>
                  <a:schemeClr val="bg1">
                    <a:lumMod val="75000"/>
                  </a:schemeClr>
                </a:solidFill>
                <a:latin typeface="Courier New" pitchFamily="49" charset="0"/>
                <a:ea typeface="+mn-ea"/>
                <a:cs typeface="Courier New" pitchFamily="49" charset="0"/>
              </a:rPr>
              <a:t>LockOne</a:t>
            </a:r>
            <a:r>
              <a:rPr lang="en-US" sz="2400" dirty="0">
                <a:solidFill>
                  <a:schemeClr val="bg1">
                    <a:lumMod val="75000"/>
                  </a:schemeClr>
                </a:solidFill>
                <a:latin typeface="Courier New" pitchFamily="49" charset="0"/>
                <a:ea typeface="+mn-ea"/>
                <a:cs typeface="Courier New" pitchFamily="49" charset="0"/>
              </a:rPr>
              <a:t> implements Lock {</a:t>
            </a:r>
          </a:p>
          <a:p>
            <a:pPr>
              <a:lnSpc>
                <a:spcPct val="70000"/>
              </a:lnSpc>
              <a:spcBef>
                <a:spcPct val="30000"/>
              </a:spcBef>
              <a:defRPr/>
            </a:pPr>
            <a:r>
              <a:rPr lang="en-US" sz="2400" dirty="0">
                <a:solidFill>
                  <a:schemeClr val="bg1">
                    <a:lumMod val="75000"/>
                  </a:schemeClr>
                </a:solidFill>
                <a:latin typeface="Courier New" pitchFamily="49" charset="0"/>
                <a:ea typeface="+mn-ea"/>
                <a:cs typeface="Courier New" pitchFamily="49" charset="0"/>
              </a:rPr>
              <a:t>private </a:t>
            </a:r>
            <a:r>
              <a:rPr lang="en-US" sz="2400" dirty="0" err="1">
                <a:solidFill>
                  <a:schemeClr val="bg1">
                    <a:lumMod val="75000"/>
                  </a:schemeClr>
                </a:solidFill>
                <a:latin typeface="Courier New" pitchFamily="49" charset="0"/>
                <a:ea typeface="+mn-ea"/>
                <a:cs typeface="Courier New" pitchFamily="49" charset="0"/>
              </a:rPr>
              <a:t>boolean</a:t>
            </a:r>
            <a:r>
              <a:rPr lang="en-US" sz="2400" dirty="0">
                <a:solidFill>
                  <a:schemeClr val="bg1">
                    <a:lumMod val="75000"/>
                  </a:schemeClr>
                </a:solidFill>
                <a:latin typeface="Courier New" pitchFamily="49" charset="0"/>
                <a:ea typeface="+mn-ea"/>
                <a:cs typeface="Courier New" pitchFamily="49" charset="0"/>
              </a:rPr>
              <a:t>[] flag = new </a:t>
            </a:r>
            <a:r>
              <a:rPr lang="en-US" sz="2400" dirty="0" err="1">
                <a:solidFill>
                  <a:schemeClr val="bg1">
                    <a:lumMod val="75000"/>
                  </a:schemeClr>
                </a:solidFill>
                <a:latin typeface="Courier New" pitchFamily="49" charset="0"/>
                <a:ea typeface="+mn-ea"/>
                <a:cs typeface="Courier New" pitchFamily="49" charset="0"/>
              </a:rPr>
              <a:t>boolean</a:t>
            </a:r>
            <a:r>
              <a:rPr lang="en-US" sz="2400" dirty="0">
                <a:solidFill>
                  <a:schemeClr val="bg1">
                    <a:lumMod val="75000"/>
                  </a:schemeClr>
                </a:solidFill>
                <a:latin typeface="Courier New" pitchFamily="49" charset="0"/>
                <a:ea typeface="+mn-ea"/>
                <a:cs typeface="Courier New" pitchFamily="49" charset="0"/>
              </a:rPr>
              <a:t>[2];</a:t>
            </a:r>
          </a:p>
          <a:p>
            <a:pPr>
              <a:lnSpc>
                <a:spcPct val="70000"/>
              </a:lnSpc>
              <a:spcBef>
                <a:spcPct val="30000"/>
              </a:spcBef>
              <a:defRPr/>
            </a:pPr>
            <a:r>
              <a:rPr lang="en-US" sz="2400" dirty="0">
                <a:solidFill>
                  <a:schemeClr val="bg1">
                    <a:lumMod val="75000"/>
                  </a:schemeClr>
                </a:solidFill>
                <a:latin typeface="Courier New" pitchFamily="49" charset="0"/>
                <a:ea typeface="+mn-ea"/>
                <a:cs typeface="+mn-cs"/>
              </a:rPr>
              <a:t>public void lock() {</a:t>
            </a:r>
          </a:p>
          <a:p>
            <a:pPr eaLnBrk="0" hangingPunct="0">
              <a:defRPr/>
            </a:pPr>
            <a:r>
              <a:rPr lang="en-US" sz="2400" dirty="0">
                <a:latin typeface="Courier New" pitchFamily="49" charset="0"/>
                <a:ea typeface="+mn-ea"/>
                <a:cs typeface="+mn-cs"/>
              </a:rPr>
              <a:t>  </a:t>
            </a:r>
            <a:r>
              <a:rPr lang="en-US" sz="2400" dirty="0">
                <a:solidFill>
                  <a:schemeClr val="accent2"/>
                </a:solidFill>
                <a:latin typeface="Courier New" pitchFamily="49" charset="0"/>
                <a:ea typeface="+mn-ea"/>
                <a:cs typeface="+mn-cs"/>
              </a:rPr>
              <a:t>flag[</a:t>
            </a:r>
            <a:r>
              <a:rPr lang="en-US" sz="2400" dirty="0" err="1">
                <a:solidFill>
                  <a:schemeClr val="accent2"/>
                </a:solidFill>
                <a:latin typeface="Courier New" pitchFamily="49" charset="0"/>
                <a:ea typeface="+mn-ea"/>
                <a:cs typeface="+mn-cs"/>
              </a:rPr>
              <a:t>i</a:t>
            </a:r>
            <a:r>
              <a:rPr lang="en-US" sz="2400" dirty="0">
                <a:solidFill>
                  <a:schemeClr val="accent2"/>
                </a:solidFill>
                <a:latin typeface="Courier New" pitchFamily="49" charset="0"/>
                <a:ea typeface="+mn-ea"/>
                <a:cs typeface="+mn-cs"/>
              </a:rPr>
              <a:t>] =</a:t>
            </a:r>
            <a:r>
              <a:rPr lang="en-US" sz="2400" dirty="0">
                <a:latin typeface="Courier New" pitchFamily="49" charset="0"/>
                <a:ea typeface="+mn-ea"/>
                <a:cs typeface="+mn-cs"/>
              </a:rPr>
              <a:t> </a:t>
            </a:r>
            <a:r>
              <a:rPr lang="en-US" sz="2400" dirty="0">
                <a:solidFill>
                  <a:schemeClr val="tx1"/>
                </a:solidFill>
                <a:latin typeface="Courier New" pitchFamily="49" charset="0"/>
                <a:ea typeface="+mn-ea"/>
                <a:cs typeface="+mn-cs"/>
              </a:rPr>
              <a:t>true</a:t>
            </a:r>
            <a:r>
              <a:rPr lang="en-US" sz="2400" dirty="0">
                <a:latin typeface="Courier New" pitchFamily="49" charset="0"/>
                <a:ea typeface="+mn-ea"/>
                <a:cs typeface="+mn-cs"/>
              </a:rPr>
              <a:t>;</a:t>
            </a:r>
          </a:p>
          <a:p>
            <a:pPr eaLnBrk="0" hangingPunct="0">
              <a:defRPr/>
            </a:pPr>
            <a:r>
              <a:rPr lang="en-US" sz="2400" dirty="0">
                <a:latin typeface="Courier New" pitchFamily="49" charset="0"/>
                <a:ea typeface="+mn-ea"/>
                <a:cs typeface="+mn-cs"/>
              </a:rPr>
              <a:t>  </a:t>
            </a:r>
            <a:r>
              <a:rPr lang="en-US" sz="2400" dirty="0">
                <a:solidFill>
                  <a:schemeClr val="bg1">
                    <a:lumMod val="75000"/>
                  </a:schemeClr>
                </a:solidFill>
                <a:latin typeface="Courier New" pitchFamily="49" charset="0"/>
                <a:ea typeface="+mn-ea"/>
                <a:cs typeface="+mn-cs"/>
              </a:rPr>
              <a:t>while (flag[j]) {}</a:t>
            </a:r>
          </a:p>
          <a:p>
            <a:pPr eaLnBrk="0" hangingPunct="0">
              <a:defRPr/>
            </a:pPr>
            <a:r>
              <a:rPr lang="en-US" sz="2400" dirty="0">
                <a:solidFill>
                  <a:schemeClr val="bg1">
                    <a:lumMod val="75000"/>
                  </a:schemeClr>
                </a:solidFill>
                <a:latin typeface="Courier New" pitchFamily="49" charset="0"/>
                <a:ea typeface="+mn-ea"/>
                <a:cs typeface="+mn-cs"/>
              </a:rPr>
              <a:t> }</a:t>
            </a:r>
          </a:p>
        </p:txBody>
      </p:sp>
      <p:sp>
        <p:nvSpPr>
          <p:cNvPr id="108548" name="AutoShape 4"/>
          <p:cNvSpPr>
            <a:spLocks noChangeArrowheads="1"/>
          </p:cNvSpPr>
          <p:nvPr/>
        </p:nvSpPr>
        <p:spPr bwMode="auto">
          <a:xfrm>
            <a:off x="1046163" y="2844800"/>
            <a:ext cx="2971800" cy="381000"/>
          </a:xfrm>
          <a:prstGeom prst="wedgeRoundRectCallout">
            <a:avLst>
              <a:gd name="adj1" fmla="val 103579"/>
              <a:gd name="adj2" fmla="val 100833"/>
              <a:gd name="adj3" fmla="val 16667"/>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eaLnBrk="0" hangingPunct="0"/>
            <a:endParaRPr lang="en-US" b="0">
              <a:latin typeface="Arial" charset="0"/>
            </a:endParaRPr>
          </a:p>
        </p:txBody>
      </p:sp>
      <p:sp>
        <p:nvSpPr>
          <p:cNvPr id="108549" name="Text Box 5"/>
          <p:cNvSpPr txBox="1">
            <a:spLocks noChangeArrowheads="1"/>
          </p:cNvSpPr>
          <p:nvPr/>
        </p:nvSpPr>
        <p:spPr bwMode="auto">
          <a:xfrm>
            <a:off x="5827713" y="3297238"/>
            <a:ext cx="21018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r"/>
            <a:r>
              <a:rPr lang="en-US" sz="2800">
                <a:solidFill>
                  <a:srgbClr val="FF0000"/>
                </a:solidFill>
                <a:latin typeface="Arial" charset="0"/>
              </a:rPr>
              <a:t>Set my flag</a:t>
            </a:r>
          </a:p>
        </p:txBody>
      </p:sp>
    </p:spTree>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Rectangle 2"/>
          <p:cNvSpPr>
            <a:spLocks noGrp="1" noChangeArrowheads="1"/>
          </p:cNvSpPr>
          <p:nvPr>
            <p:ph type="title"/>
          </p:nvPr>
        </p:nvSpPr>
        <p:spPr/>
        <p:txBody>
          <a:bodyPr/>
          <a:lstStyle/>
          <a:p>
            <a:r>
              <a:rPr lang="en-US">
                <a:latin typeface="Arial" charset="0"/>
              </a:rPr>
              <a:t>LockOne</a:t>
            </a:r>
          </a:p>
        </p:txBody>
      </p:sp>
      <p:pic>
        <p:nvPicPr>
          <p:cNvPr id="110594" name="Picture 16"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56" name="Text Box 3"/>
          <p:cNvSpPr txBox="1">
            <a:spLocks noChangeArrowheads="1"/>
          </p:cNvSpPr>
          <p:nvPr/>
        </p:nvSpPr>
        <p:spPr bwMode="auto">
          <a:xfrm>
            <a:off x="725488" y="1828800"/>
            <a:ext cx="7693025" cy="2197100"/>
          </a:xfrm>
          <a:prstGeom prst="rect">
            <a:avLst/>
          </a:prstGeom>
          <a:solidFill>
            <a:srgbClr val="FFFFCC"/>
          </a:solidFill>
          <a:ln w="9525">
            <a:noFill/>
            <a:miter lim="800000"/>
            <a:headEnd/>
            <a:tailEnd/>
          </a:ln>
        </p:spPr>
        <p:txBody>
          <a:bodyPr>
            <a:spAutoFit/>
          </a:bodyPr>
          <a:lstStyle/>
          <a:p>
            <a:pPr>
              <a:lnSpc>
                <a:spcPct val="70000"/>
              </a:lnSpc>
              <a:spcBef>
                <a:spcPct val="30000"/>
              </a:spcBef>
              <a:defRPr/>
            </a:pPr>
            <a:r>
              <a:rPr lang="en-US" sz="2400" dirty="0">
                <a:solidFill>
                  <a:schemeClr val="bg1">
                    <a:lumMod val="75000"/>
                  </a:schemeClr>
                </a:solidFill>
                <a:latin typeface="Courier New" pitchFamily="49" charset="0"/>
                <a:ea typeface="+mn-ea"/>
                <a:cs typeface="Courier New" pitchFamily="49" charset="0"/>
              </a:rPr>
              <a:t>class </a:t>
            </a:r>
            <a:r>
              <a:rPr lang="en-US" sz="2400" dirty="0" err="1">
                <a:solidFill>
                  <a:schemeClr val="bg1">
                    <a:lumMod val="75000"/>
                  </a:schemeClr>
                </a:solidFill>
                <a:latin typeface="Courier New" pitchFamily="49" charset="0"/>
                <a:ea typeface="+mn-ea"/>
                <a:cs typeface="Courier New" pitchFamily="49" charset="0"/>
              </a:rPr>
              <a:t>LockOne</a:t>
            </a:r>
            <a:r>
              <a:rPr lang="en-US" sz="2400" dirty="0">
                <a:solidFill>
                  <a:schemeClr val="bg1">
                    <a:lumMod val="75000"/>
                  </a:schemeClr>
                </a:solidFill>
                <a:latin typeface="Courier New" pitchFamily="49" charset="0"/>
                <a:ea typeface="+mn-ea"/>
                <a:cs typeface="Courier New" pitchFamily="49" charset="0"/>
              </a:rPr>
              <a:t> implements Lock {</a:t>
            </a:r>
          </a:p>
          <a:p>
            <a:pPr>
              <a:lnSpc>
                <a:spcPct val="70000"/>
              </a:lnSpc>
              <a:spcBef>
                <a:spcPct val="30000"/>
              </a:spcBef>
              <a:defRPr/>
            </a:pPr>
            <a:r>
              <a:rPr lang="en-US" sz="2400" dirty="0">
                <a:solidFill>
                  <a:schemeClr val="bg1">
                    <a:lumMod val="75000"/>
                  </a:schemeClr>
                </a:solidFill>
                <a:latin typeface="Courier New" pitchFamily="49" charset="0"/>
                <a:ea typeface="+mn-ea"/>
                <a:cs typeface="Courier New" pitchFamily="49" charset="0"/>
              </a:rPr>
              <a:t>private </a:t>
            </a:r>
            <a:r>
              <a:rPr lang="en-US" sz="2400" dirty="0" err="1">
                <a:solidFill>
                  <a:schemeClr val="bg1">
                    <a:lumMod val="75000"/>
                  </a:schemeClr>
                </a:solidFill>
                <a:latin typeface="Courier New" pitchFamily="49" charset="0"/>
                <a:ea typeface="+mn-ea"/>
                <a:cs typeface="Courier New" pitchFamily="49" charset="0"/>
              </a:rPr>
              <a:t>boolean</a:t>
            </a:r>
            <a:r>
              <a:rPr lang="en-US" sz="2400" dirty="0">
                <a:solidFill>
                  <a:schemeClr val="bg1">
                    <a:lumMod val="75000"/>
                  </a:schemeClr>
                </a:solidFill>
                <a:latin typeface="Courier New" pitchFamily="49" charset="0"/>
                <a:ea typeface="+mn-ea"/>
                <a:cs typeface="Courier New" pitchFamily="49" charset="0"/>
              </a:rPr>
              <a:t>[] flag = new </a:t>
            </a:r>
            <a:r>
              <a:rPr lang="en-US" sz="2400" dirty="0" err="1">
                <a:solidFill>
                  <a:schemeClr val="bg1">
                    <a:lumMod val="75000"/>
                  </a:schemeClr>
                </a:solidFill>
                <a:latin typeface="Courier New" pitchFamily="49" charset="0"/>
                <a:ea typeface="+mn-ea"/>
                <a:cs typeface="Courier New" pitchFamily="49" charset="0"/>
              </a:rPr>
              <a:t>boolean</a:t>
            </a:r>
            <a:r>
              <a:rPr lang="en-US" sz="2400" dirty="0">
                <a:solidFill>
                  <a:schemeClr val="bg1">
                    <a:lumMod val="75000"/>
                  </a:schemeClr>
                </a:solidFill>
                <a:latin typeface="Courier New" pitchFamily="49" charset="0"/>
                <a:ea typeface="+mn-ea"/>
                <a:cs typeface="Courier New" pitchFamily="49" charset="0"/>
              </a:rPr>
              <a:t>[2];</a:t>
            </a:r>
          </a:p>
          <a:p>
            <a:pPr>
              <a:lnSpc>
                <a:spcPct val="70000"/>
              </a:lnSpc>
              <a:spcBef>
                <a:spcPct val="30000"/>
              </a:spcBef>
              <a:defRPr/>
            </a:pPr>
            <a:r>
              <a:rPr lang="en-US" sz="2400" dirty="0">
                <a:solidFill>
                  <a:schemeClr val="bg1">
                    <a:lumMod val="75000"/>
                  </a:schemeClr>
                </a:solidFill>
                <a:latin typeface="Courier New" pitchFamily="49" charset="0"/>
                <a:ea typeface="+mn-ea"/>
                <a:cs typeface="+mn-cs"/>
              </a:rPr>
              <a:t>public void lock() {</a:t>
            </a:r>
          </a:p>
          <a:p>
            <a:pPr eaLnBrk="0" hangingPunct="0">
              <a:defRPr/>
            </a:pPr>
            <a:r>
              <a:rPr lang="en-US" sz="2400" dirty="0">
                <a:solidFill>
                  <a:schemeClr val="bg1">
                    <a:lumMod val="75000"/>
                  </a:schemeClr>
                </a:solidFill>
                <a:latin typeface="Courier New" pitchFamily="49" charset="0"/>
                <a:ea typeface="+mn-ea"/>
                <a:cs typeface="+mn-cs"/>
              </a:rPr>
              <a:t>  flag[</a:t>
            </a:r>
            <a:r>
              <a:rPr lang="en-US" sz="2400" dirty="0" err="1">
                <a:solidFill>
                  <a:schemeClr val="bg1">
                    <a:lumMod val="75000"/>
                  </a:schemeClr>
                </a:solidFill>
                <a:latin typeface="Courier New" pitchFamily="49" charset="0"/>
                <a:ea typeface="+mn-ea"/>
                <a:cs typeface="+mn-cs"/>
              </a:rPr>
              <a:t>i</a:t>
            </a:r>
            <a:r>
              <a:rPr lang="en-US" sz="2400" dirty="0">
                <a:solidFill>
                  <a:schemeClr val="bg1">
                    <a:lumMod val="75000"/>
                  </a:schemeClr>
                </a:solidFill>
                <a:latin typeface="Courier New" pitchFamily="49" charset="0"/>
                <a:ea typeface="+mn-ea"/>
                <a:cs typeface="+mn-cs"/>
              </a:rPr>
              <a:t>] = true;</a:t>
            </a:r>
          </a:p>
          <a:p>
            <a:pPr eaLnBrk="0" hangingPunct="0">
              <a:defRPr/>
            </a:pPr>
            <a:r>
              <a:rPr lang="en-US" sz="2400" dirty="0">
                <a:latin typeface="Courier New" pitchFamily="49" charset="0"/>
                <a:ea typeface="+mn-ea"/>
                <a:cs typeface="+mn-cs"/>
              </a:rPr>
              <a:t>  </a:t>
            </a:r>
            <a:r>
              <a:rPr lang="en-US" sz="2400" dirty="0">
                <a:solidFill>
                  <a:schemeClr val="tx1"/>
                </a:solidFill>
                <a:latin typeface="Courier New" pitchFamily="49" charset="0"/>
                <a:ea typeface="+mn-ea"/>
                <a:cs typeface="+mn-cs"/>
              </a:rPr>
              <a:t>while</a:t>
            </a:r>
            <a:r>
              <a:rPr lang="en-US" sz="2400" dirty="0">
                <a:latin typeface="Courier New" pitchFamily="49" charset="0"/>
                <a:ea typeface="+mn-ea"/>
                <a:cs typeface="+mn-cs"/>
              </a:rPr>
              <a:t> </a:t>
            </a:r>
            <a:r>
              <a:rPr lang="en-US" sz="2400" dirty="0">
                <a:solidFill>
                  <a:schemeClr val="accent2"/>
                </a:solidFill>
                <a:latin typeface="Courier New" pitchFamily="49" charset="0"/>
                <a:ea typeface="+mn-ea"/>
                <a:cs typeface="+mn-cs"/>
              </a:rPr>
              <a:t>(flag[j]) {}</a:t>
            </a:r>
          </a:p>
          <a:p>
            <a:pPr eaLnBrk="0" hangingPunct="0">
              <a:defRPr/>
            </a:pPr>
            <a:r>
              <a:rPr lang="en-US" sz="2400" dirty="0">
                <a:latin typeface="Courier New" pitchFamily="49" charset="0"/>
                <a:ea typeface="+mn-ea"/>
                <a:cs typeface="+mn-cs"/>
              </a:rPr>
              <a:t> </a:t>
            </a:r>
            <a:r>
              <a:rPr lang="en-US" sz="2400" dirty="0">
                <a:solidFill>
                  <a:schemeClr val="bg1">
                    <a:lumMod val="75000"/>
                  </a:schemeClr>
                </a:solidFill>
                <a:latin typeface="Courier New" pitchFamily="49" charset="0"/>
                <a:ea typeface="+mn-ea"/>
                <a:cs typeface="+mn-cs"/>
              </a:rPr>
              <a:t>}</a:t>
            </a:r>
          </a:p>
        </p:txBody>
      </p:sp>
      <p:sp>
        <p:nvSpPr>
          <p:cNvPr id="110596" name="Text Box 8"/>
          <p:cNvSpPr txBox="1">
            <a:spLocks noChangeArrowheads="1"/>
          </p:cNvSpPr>
          <p:nvPr/>
        </p:nvSpPr>
        <p:spPr bwMode="auto">
          <a:xfrm>
            <a:off x="2924175" y="4767263"/>
            <a:ext cx="4767263"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ctr"/>
            <a:r>
              <a:rPr lang="en-US" sz="2800">
                <a:solidFill>
                  <a:srgbClr val="FF0000"/>
                </a:solidFill>
                <a:latin typeface="Arial" charset="0"/>
              </a:rPr>
              <a:t>Wait for other flag to become </a:t>
            </a:r>
            <a:r>
              <a:rPr lang="en-US" sz="2800">
                <a:solidFill>
                  <a:schemeClr val="tx1"/>
                </a:solidFill>
                <a:latin typeface="Arial" charset="0"/>
              </a:rPr>
              <a:t>false</a:t>
            </a:r>
          </a:p>
        </p:txBody>
      </p:sp>
      <p:sp>
        <p:nvSpPr>
          <p:cNvPr id="110597" name="AutoShape 7"/>
          <p:cNvSpPr>
            <a:spLocks noChangeArrowheads="1"/>
          </p:cNvSpPr>
          <p:nvPr/>
        </p:nvSpPr>
        <p:spPr bwMode="auto">
          <a:xfrm>
            <a:off x="1027113" y="3227388"/>
            <a:ext cx="3687762" cy="457200"/>
          </a:xfrm>
          <a:prstGeom prst="wedgeRoundRectCallout">
            <a:avLst>
              <a:gd name="adj1" fmla="val 52366"/>
              <a:gd name="adj2" fmla="val 283333"/>
              <a:gd name="adj3" fmla="val 16667"/>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eaLnBrk="0" hangingPunct="0"/>
            <a:endParaRPr lang="en-US" b="0">
              <a:latin typeface="Arial" charset="0"/>
            </a:endParaRPr>
          </a:p>
        </p:txBody>
      </p:sp>
    </p:spTree>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112642"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C63DA52E-5903-F54B-AD2B-607FAB21A2DF}" type="slidenum">
              <a:rPr lang="ar-SA" sz="1400" b="0">
                <a:solidFill>
                  <a:schemeClr val="tx1"/>
                </a:solidFill>
                <a:latin typeface="Arial" charset="0"/>
                <a:cs typeface="Arial" charset="0"/>
              </a:rPr>
              <a:pPr/>
              <a:t>48</a:t>
            </a:fld>
            <a:endParaRPr lang="en-US" sz="1400" b="0">
              <a:solidFill>
                <a:schemeClr val="tx1"/>
              </a:solidFill>
              <a:latin typeface="Arial" charset="0"/>
              <a:cs typeface="Arial" charset="0"/>
            </a:endParaRPr>
          </a:p>
        </p:txBody>
      </p:sp>
      <p:pic>
        <p:nvPicPr>
          <p:cNvPr id="112643" name="Picture 2"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44" name="Rectangle 3"/>
          <p:cNvSpPr>
            <a:spLocks noGrp="1" noChangeArrowheads="1"/>
          </p:cNvSpPr>
          <p:nvPr>
            <p:ph type="body" idx="1"/>
          </p:nvPr>
        </p:nvSpPr>
        <p:spPr/>
        <p:txBody>
          <a:bodyPr/>
          <a:lstStyle/>
          <a:p>
            <a:r>
              <a:rPr lang="en-US" sz="3600" dirty="0">
                <a:latin typeface="Arial" charset="0"/>
              </a:rPr>
              <a:t>Assume</a:t>
            </a:r>
            <a:r>
              <a:rPr lang="en-US" sz="4000" dirty="0">
                <a:latin typeface="Arial" charset="0"/>
              </a:rPr>
              <a:t> </a:t>
            </a:r>
            <a:r>
              <a:rPr lang="en-US" dirty="0" err="1">
                <a:solidFill>
                  <a:schemeClr val="tx1"/>
                </a:solidFill>
                <a:latin typeface="Arial" charset="0"/>
              </a:rPr>
              <a:t>CS</a:t>
            </a:r>
            <a:r>
              <a:rPr lang="en-US" baseline="-25000" dirty="0" err="1">
                <a:solidFill>
                  <a:schemeClr val="tx1"/>
                </a:solidFill>
                <a:latin typeface="Arial" charset="0"/>
              </a:rPr>
              <a:t>A</a:t>
            </a:r>
            <a:r>
              <a:rPr lang="en-US" baseline="30000" dirty="0" err="1">
                <a:solidFill>
                  <a:schemeClr val="tx1"/>
                </a:solidFill>
                <a:latin typeface="Arial" charset="0"/>
              </a:rPr>
              <a:t>j</a:t>
            </a:r>
            <a:r>
              <a:rPr lang="en-US" sz="4000" dirty="0">
                <a:latin typeface="Arial" charset="0"/>
              </a:rPr>
              <a:t> </a:t>
            </a:r>
            <a:r>
              <a:rPr lang="en-US" sz="3600" dirty="0">
                <a:latin typeface="Arial" charset="0"/>
              </a:rPr>
              <a:t>overlaps</a:t>
            </a:r>
            <a:r>
              <a:rPr lang="en-US" sz="4000" dirty="0">
                <a:latin typeface="Arial" charset="0"/>
              </a:rPr>
              <a:t> </a:t>
            </a:r>
            <a:r>
              <a:rPr lang="en-US" dirty="0" err="1">
                <a:solidFill>
                  <a:schemeClr val="tx1"/>
                </a:solidFill>
                <a:latin typeface="Arial" charset="0"/>
              </a:rPr>
              <a:t>CS</a:t>
            </a:r>
            <a:r>
              <a:rPr lang="en-US" baseline="-25000" dirty="0" err="1">
                <a:solidFill>
                  <a:schemeClr val="tx1"/>
                </a:solidFill>
                <a:latin typeface="Arial" charset="0"/>
              </a:rPr>
              <a:t>B</a:t>
            </a:r>
            <a:r>
              <a:rPr lang="en-US" baseline="30000" dirty="0" err="1">
                <a:solidFill>
                  <a:schemeClr val="tx1"/>
                </a:solidFill>
                <a:latin typeface="Arial" charset="0"/>
              </a:rPr>
              <a:t>k</a:t>
            </a:r>
            <a:endParaRPr lang="en-US" sz="4000" dirty="0">
              <a:latin typeface="Arial" charset="0"/>
            </a:endParaRPr>
          </a:p>
          <a:p>
            <a:r>
              <a:rPr lang="en-US" sz="3600" dirty="0">
                <a:latin typeface="Arial" charset="0"/>
              </a:rPr>
              <a:t>Consider each thread</a:t>
            </a:r>
            <a:r>
              <a:rPr lang="fr-FR" sz="3600" dirty="0">
                <a:latin typeface="Arial" charset="0"/>
              </a:rPr>
              <a:t>'</a:t>
            </a:r>
            <a:r>
              <a:rPr lang="en-US" sz="3600" dirty="0">
                <a:latin typeface="Arial" charset="0"/>
              </a:rPr>
              <a:t>s last</a:t>
            </a:r>
          </a:p>
          <a:p>
            <a:pPr lvl="1"/>
            <a:r>
              <a:rPr lang="en-US" dirty="0">
                <a:latin typeface="Arial" charset="0"/>
              </a:rPr>
              <a:t>(</a:t>
            </a:r>
            <a:r>
              <a:rPr lang="en-US" i="1" dirty="0" err="1">
                <a:solidFill>
                  <a:schemeClr val="tx1"/>
                </a:solidFill>
                <a:latin typeface="Arial" charset="0"/>
              </a:rPr>
              <a:t>j</a:t>
            </a:r>
            <a:r>
              <a:rPr lang="en-US" i="1" baseline="30000" dirty="0" err="1">
                <a:solidFill>
                  <a:schemeClr val="tx1"/>
                </a:solidFill>
                <a:latin typeface="Arial" charset="0"/>
              </a:rPr>
              <a:t>th</a:t>
            </a:r>
            <a:r>
              <a:rPr lang="en-US" dirty="0">
                <a:latin typeface="Arial" charset="0"/>
              </a:rPr>
              <a:t> and </a:t>
            </a:r>
            <a:r>
              <a:rPr lang="en-US" i="1" dirty="0">
                <a:solidFill>
                  <a:schemeClr val="tx1"/>
                </a:solidFill>
                <a:latin typeface="Arial" charset="0"/>
              </a:rPr>
              <a:t>k</a:t>
            </a:r>
            <a:r>
              <a:rPr lang="en-US" i="1" baseline="30000" dirty="0">
                <a:solidFill>
                  <a:schemeClr val="tx1"/>
                </a:solidFill>
                <a:latin typeface="Arial" charset="0"/>
              </a:rPr>
              <a:t>th</a:t>
            </a:r>
            <a:r>
              <a:rPr lang="en-US" dirty="0">
                <a:latin typeface="Arial" charset="0"/>
              </a:rPr>
              <a:t>) read and write …</a:t>
            </a:r>
          </a:p>
          <a:p>
            <a:pPr lvl="1"/>
            <a:r>
              <a:rPr lang="en-US" dirty="0">
                <a:latin typeface="Arial" charset="0"/>
              </a:rPr>
              <a:t>in </a:t>
            </a:r>
            <a:r>
              <a:rPr lang="en-US" b="1" dirty="0">
                <a:solidFill>
                  <a:schemeClr val="tx1"/>
                </a:solidFill>
                <a:latin typeface="Courier New" pitchFamily="49" charset="0"/>
                <a:cs typeface="Courier New" pitchFamily="49" charset="0"/>
              </a:rPr>
              <a:t>lock()</a:t>
            </a:r>
            <a:r>
              <a:rPr lang="en-US" dirty="0">
                <a:latin typeface="Arial" charset="0"/>
              </a:rPr>
              <a:t> before entering </a:t>
            </a:r>
            <a:endParaRPr lang="en-US" sz="3600" dirty="0">
              <a:latin typeface="Arial" charset="0"/>
            </a:endParaRPr>
          </a:p>
          <a:p>
            <a:r>
              <a:rPr lang="en-US" sz="3600" dirty="0">
                <a:latin typeface="Arial" charset="0"/>
              </a:rPr>
              <a:t>Derive a contradiction</a:t>
            </a:r>
            <a:endParaRPr lang="en-US" sz="2800" baseline="-25000" dirty="0">
              <a:solidFill>
                <a:schemeClr val="tx1"/>
              </a:solidFill>
              <a:latin typeface="Arial" charset="0"/>
            </a:endParaRPr>
          </a:p>
          <a:p>
            <a:pPr lvl="1"/>
            <a:endParaRPr lang="en-US" sz="3200" baseline="-25000" dirty="0">
              <a:solidFill>
                <a:schemeClr val="tx1"/>
              </a:solidFill>
              <a:latin typeface="Arial" charset="0"/>
              <a:cs typeface="Arial" charset="0"/>
            </a:endParaRPr>
          </a:p>
        </p:txBody>
      </p:sp>
      <p:sp>
        <p:nvSpPr>
          <p:cNvPr id="112645" name="Rectangle 4"/>
          <p:cNvSpPr>
            <a:spLocks noGrp="1" noChangeArrowheads="1"/>
          </p:cNvSpPr>
          <p:nvPr>
            <p:ph type="title"/>
          </p:nvPr>
        </p:nvSpPr>
        <p:spPr/>
        <p:txBody>
          <a:bodyPr/>
          <a:lstStyle/>
          <a:p>
            <a:r>
              <a:rPr lang="en-US" sz="4000">
                <a:latin typeface="Arial" charset="0"/>
              </a:rPr>
              <a:t>LockOne Satisfies</a:t>
            </a:r>
            <a:r>
              <a:rPr lang="en-US" sz="3200">
                <a:latin typeface="Arial" charset="0"/>
              </a:rPr>
              <a:t> </a:t>
            </a:r>
            <a:r>
              <a:rPr lang="en-US" sz="4000">
                <a:latin typeface="Arial" charset="0"/>
              </a:rPr>
              <a:t>Mutual Exclusion</a:t>
            </a:r>
          </a:p>
        </p:txBody>
      </p:sp>
    </p:spTree>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114690"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81A9A184-1BF5-B349-83AB-3F3FAD4858F8}" type="slidenum">
              <a:rPr lang="ar-SA" sz="1400" b="0">
                <a:solidFill>
                  <a:schemeClr val="tx1"/>
                </a:solidFill>
                <a:latin typeface="Arial" charset="0"/>
                <a:cs typeface="Arial" charset="0"/>
              </a:rPr>
              <a:pPr/>
              <a:t>49</a:t>
            </a:fld>
            <a:endParaRPr lang="en-US" sz="1400" b="0">
              <a:solidFill>
                <a:schemeClr val="tx1"/>
              </a:solidFill>
              <a:latin typeface="Arial" charset="0"/>
              <a:cs typeface="Arial" charset="0"/>
            </a:endParaRPr>
          </a:p>
        </p:txBody>
      </p:sp>
      <p:pic>
        <p:nvPicPr>
          <p:cNvPr id="114691" name="Picture 2"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4692" name="Rectangle 3"/>
          <p:cNvSpPr>
            <a:spLocks noGrp="1" noChangeArrowheads="1"/>
          </p:cNvSpPr>
          <p:nvPr>
            <p:ph type="body" idx="1"/>
          </p:nvPr>
        </p:nvSpPr>
        <p:spPr>
          <a:xfrm>
            <a:off x="685800" y="1824038"/>
            <a:ext cx="7772400" cy="4114800"/>
          </a:xfrm>
        </p:spPr>
        <p:txBody>
          <a:bodyPr/>
          <a:lstStyle/>
          <a:p>
            <a:r>
              <a:rPr lang="en-US" b="1">
                <a:solidFill>
                  <a:schemeClr val="tx1"/>
                </a:solidFill>
                <a:latin typeface="Arial" charset="0"/>
              </a:rPr>
              <a:t>write</a:t>
            </a:r>
            <a:r>
              <a:rPr lang="en-US" b="1" baseline="-25000">
                <a:solidFill>
                  <a:schemeClr val="tx1"/>
                </a:solidFill>
                <a:latin typeface="Arial" charset="0"/>
              </a:rPr>
              <a:t>A</a:t>
            </a:r>
            <a:r>
              <a:rPr lang="en-US" b="1">
                <a:solidFill>
                  <a:schemeClr val="tx1"/>
                </a:solidFill>
                <a:latin typeface="Arial" charset="0"/>
              </a:rPr>
              <a:t>(flag[A]=true) </a:t>
            </a:r>
            <a:r>
              <a:rPr lang="en-US" b="1">
                <a:solidFill>
                  <a:schemeClr val="tx1"/>
                </a:solidFill>
                <a:latin typeface="Arial" charset="0"/>
                <a:sym typeface="Wingdings" charset="0"/>
              </a:rPr>
              <a:t> </a:t>
            </a:r>
            <a:r>
              <a:rPr lang="en-US" b="1">
                <a:solidFill>
                  <a:schemeClr val="tx1"/>
                </a:solidFill>
                <a:latin typeface="Arial" charset="0"/>
              </a:rPr>
              <a:t>read</a:t>
            </a:r>
            <a:r>
              <a:rPr lang="en-US" b="1" baseline="-25000">
                <a:solidFill>
                  <a:schemeClr val="tx1"/>
                </a:solidFill>
                <a:latin typeface="Arial" charset="0"/>
              </a:rPr>
              <a:t>A</a:t>
            </a:r>
            <a:r>
              <a:rPr lang="en-US" b="1">
                <a:solidFill>
                  <a:schemeClr val="tx1"/>
                </a:solidFill>
                <a:latin typeface="Arial" charset="0"/>
              </a:rPr>
              <a:t>(flag[B]==false) </a:t>
            </a:r>
            <a:r>
              <a:rPr lang="en-US" b="1">
                <a:solidFill>
                  <a:schemeClr val="tx1"/>
                </a:solidFill>
                <a:latin typeface="Arial" charset="0"/>
                <a:sym typeface="Wingdings" charset="0"/>
              </a:rPr>
              <a:t></a:t>
            </a:r>
            <a:r>
              <a:rPr lang="en-US" b="1">
                <a:solidFill>
                  <a:schemeClr val="tx1"/>
                </a:solidFill>
                <a:latin typeface="Arial" charset="0"/>
              </a:rPr>
              <a:t>CS</a:t>
            </a:r>
            <a:r>
              <a:rPr lang="en-US" b="1" baseline="-25000">
                <a:solidFill>
                  <a:schemeClr val="tx1"/>
                </a:solidFill>
                <a:latin typeface="Arial" charset="0"/>
              </a:rPr>
              <a:t>A</a:t>
            </a:r>
          </a:p>
          <a:p>
            <a:endParaRPr lang="en-US" b="1" baseline="-25000">
              <a:solidFill>
                <a:schemeClr val="tx1"/>
              </a:solidFill>
              <a:latin typeface="Arial" charset="0"/>
            </a:endParaRPr>
          </a:p>
          <a:p>
            <a:r>
              <a:rPr lang="en-US" b="1">
                <a:solidFill>
                  <a:schemeClr val="tx1"/>
                </a:solidFill>
                <a:latin typeface="Arial" charset="0"/>
              </a:rPr>
              <a:t>write</a:t>
            </a:r>
            <a:r>
              <a:rPr lang="en-US" b="1" baseline="-25000">
                <a:solidFill>
                  <a:schemeClr val="tx1"/>
                </a:solidFill>
                <a:latin typeface="Arial" charset="0"/>
              </a:rPr>
              <a:t>B</a:t>
            </a:r>
            <a:r>
              <a:rPr lang="en-US" b="1">
                <a:solidFill>
                  <a:schemeClr val="tx1"/>
                </a:solidFill>
                <a:latin typeface="Arial" charset="0"/>
              </a:rPr>
              <a:t>(flag[B]=true) </a:t>
            </a:r>
            <a:r>
              <a:rPr lang="en-US" b="1">
                <a:solidFill>
                  <a:schemeClr val="tx1"/>
                </a:solidFill>
                <a:latin typeface="Arial" charset="0"/>
                <a:sym typeface="Wingdings" charset="0"/>
              </a:rPr>
              <a:t></a:t>
            </a:r>
            <a:r>
              <a:rPr lang="en-US" b="1">
                <a:solidFill>
                  <a:schemeClr val="tx1"/>
                </a:solidFill>
                <a:latin typeface="Arial" charset="0"/>
              </a:rPr>
              <a:t> read</a:t>
            </a:r>
            <a:r>
              <a:rPr lang="en-US" b="1" baseline="-25000">
                <a:solidFill>
                  <a:schemeClr val="tx1"/>
                </a:solidFill>
                <a:latin typeface="Arial" charset="0"/>
              </a:rPr>
              <a:t>B</a:t>
            </a:r>
            <a:r>
              <a:rPr lang="en-US" b="1">
                <a:solidFill>
                  <a:schemeClr val="tx1"/>
                </a:solidFill>
                <a:latin typeface="Arial" charset="0"/>
              </a:rPr>
              <a:t>(flag[A]==false) </a:t>
            </a:r>
            <a:r>
              <a:rPr lang="en-US" b="1">
                <a:solidFill>
                  <a:schemeClr val="tx1"/>
                </a:solidFill>
                <a:latin typeface="Arial" charset="0"/>
                <a:sym typeface="Wingdings" charset="0"/>
              </a:rPr>
              <a:t> </a:t>
            </a:r>
            <a:r>
              <a:rPr lang="en-US" b="1">
                <a:solidFill>
                  <a:schemeClr val="tx1"/>
                </a:solidFill>
                <a:latin typeface="Arial" charset="0"/>
              </a:rPr>
              <a:t>CS</a:t>
            </a:r>
            <a:r>
              <a:rPr lang="en-US" b="1" baseline="-25000">
                <a:solidFill>
                  <a:schemeClr val="tx1"/>
                </a:solidFill>
                <a:latin typeface="Arial" charset="0"/>
              </a:rPr>
              <a:t>B</a:t>
            </a:r>
          </a:p>
        </p:txBody>
      </p:sp>
      <p:sp>
        <p:nvSpPr>
          <p:cNvPr id="114693" name="Rectangle 4"/>
          <p:cNvSpPr>
            <a:spLocks noGrp="1" noChangeArrowheads="1"/>
          </p:cNvSpPr>
          <p:nvPr>
            <p:ph type="title"/>
          </p:nvPr>
        </p:nvSpPr>
        <p:spPr>
          <a:xfrm>
            <a:off x="714375" y="392113"/>
            <a:ext cx="7772400" cy="1143000"/>
          </a:xfrm>
        </p:spPr>
        <p:txBody>
          <a:bodyPr/>
          <a:lstStyle/>
          <a:p>
            <a:r>
              <a:rPr lang="en-US" sz="4000">
                <a:latin typeface="Arial" charset="0"/>
              </a:rPr>
              <a:t>From the Code</a:t>
            </a:r>
          </a:p>
        </p:txBody>
      </p:sp>
      <p:sp>
        <p:nvSpPr>
          <p:cNvPr id="114694" name="Text Box 6"/>
          <p:cNvSpPr txBox="1">
            <a:spLocks noChangeArrowheads="1"/>
          </p:cNvSpPr>
          <p:nvPr/>
        </p:nvSpPr>
        <p:spPr bwMode="auto">
          <a:xfrm>
            <a:off x="1924050" y="4527550"/>
            <a:ext cx="5486400" cy="1666875"/>
          </a:xfrm>
          <a:prstGeom prst="rect">
            <a:avLst/>
          </a:prstGeom>
          <a:solidFill>
            <a:srgbClr val="FFFFCC"/>
          </a:solidFill>
          <a:ln w="9525">
            <a:solidFill>
              <a:srgbClr val="FF0000"/>
            </a:solidFill>
            <a:miter lim="800000"/>
            <a:headEnd/>
            <a:tailEnd/>
          </a:ln>
        </p:spPr>
        <p:txBody>
          <a:bodyPr>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eaLnBrk="1" hangingPunct="1">
              <a:lnSpc>
                <a:spcPct val="70000"/>
              </a:lnSpc>
              <a:spcBef>
                <a:spcPct val="30000"/>
              </a:spcBef>
            </a:pPr>
            <a:r>
              <a:rPr lang="en-US" sz="1800">
                <a:solidFill>
                  <a:schemeClr val="tx1"/>
                </a:solidFill>
                <a:latin typeface="Courier New" charset="0"/>
                <a:cs typeface="Courier New" charset="0"/>
              </a:rPr>
              <a:t>class</a:t>
            </a:r>
            <a:r>
              <a:rPr lang="en-US" sz="1800">
                <a:solidFill>
                  <a:schemeClr val="accent2"/>
                </a:solidFill>
                <a:latin typeface="Courier New" charset="0"/>
                <a:cs typeface="Courier New" charset="0"/>
              </a:rPr>
              <a:t> LockOne </a:t>
            </a:r>
            <a:r>
              <a:rPr lang="en-US" sz="1800">
                <a:solidFill>
                  <a:schemeClr val="tx1"/>
                </a:solidFill>
                <a:latin typeface="Courier New" charset="0"/>
                <a:cs typeface="Courier New" charset="0"/>
              </a:rPr>
              <a:t>implements</a:t>
            </a:r>
            <a:r>
              <a:rPr lang="en-US" sz="1800">
                <a:solidFill>
                  <a:schemeClr val="accent2"/>
                </a:solidFill>
                <a:latin typeface="Courier New" charset="0"/>
                <a:cs typeface="Courier New" charset="0"/>
              </a:rPr>
              <a:t> Lock {</a:t>
            </a:r>
          </a:p>
          <a:p>
            <a:pPr eaLnBrk="1" hangingPunct="1">
              <a:lnSpc>
                <a:spcPct val="70000"/>
              </a:lnSpc>
              <a:spcBef>
                <a:spcPct val="30000"/>
              </a:spcBef>
            </a:pPr>
            <a:r>
              <a:rPr lang="en-US" sz="1800">
                <a:solidFill>
                  <a:schemeClr val="tx1"/>
                </a:solidFill>
                <a:latin typeface="Courier New" charset="0"/>
                <a:cs typeface="Courier New" charset="0"/>
              </a:rPr>
              <a:t>…</a:t>
            </a:r>
            <a:r>
              <a:rPr lang="en-US" sz="1800">
                <a:solidFill>
                  <a:schemeClr val="accent2"/>
                </a:solidFill>
                <a:latin typeface="Courier New" charset="0"/>
                <a:cs typeface="Courier New" charset="0"/>
              </a:rPr>
              <a:t> </a:t>
            </a:r>
          </a:p>
          <a:p>
            <a:pPr eaLnBrk="1" hangingPunct="1">
              <a:lnSpc>
                <a:spcPct val="70000"/>
              </a:lnSpc>
              <a:spcBef>
                <a:spcPct val="30000"/>
              </a:spcBef>
            </a:pPr>
            <a:r>
              <a:rPr lang="en-US" sz="1800">
                <a:solidFill>
                  <a:schemeClr val="tx1"/>
                </a:solidFill>
                <a:latin typeface="Courier New" charset="0"/>
              </a:rPr>
              <a:t>public void</a:t>
            </a:r>
            <a:r>
              <a:rPr lang="en-US" sz="1800">
                <a:latin typeface="Courier New" charset="0"/>
              </a:rPr>
              <a:t> </a:t>
            </a:r>
            <a:r>
              <a:rPr lang="en-US" sz="1800">
                <a:solidFill>
                  <a:schemeClr val="accent2"/>
                </a:solidFill>
                <a:latin typeface="Courier New" charset="0"/>
              </a:rPr>
              <a:t>lock() {</a:t>
            </a:r>
          </a:p>
          <a:p>
            <a:r>
              <a:rPr lang="en-US" sz="1800">
                <a:latin typeface="Courier New" charset="0"/>
              </a:rPr>
              <a:t>  </a:t>
            </a:r>
            <a:r>
              <a:rPr lang="en-US" sz="1800">
                <a:solidFill>
                  <a:schemeClr val="accent2"/>
                </a:solidFill>
                <a:latin typeface="Courier New" charset="0"/>
              </a:rPr>
              <a:t>flag[i] =</a:t>
            </a:r>
            <a:r>
              <a:rPr lang="en-US" sz="1800">
                <a:latin typeface="Courier New" charset="0"/>
              </a:rPr>
              <a:t> </a:t>
            </a:r>
            <a:r>
              <a:rPr lang="en-US" sz="1800">
                <a:solidFill>
                  <a:schemeClr val="tx1"/>
                </a:solidFill>
                <a:latin typeface="Courier New" charset="0"/>
              </a:rPr>
              <a:t>true</a:t>
            </a:r>
            <a:r>
              <a:rPr lang="en-US" sz="1800">
                <a:latin typeface="Courier New" charset="0"/>
              </a:rPr>
              <a:t>;</a:t>
            </a:r>
          </a:p>
          <a:p>
            <a:r>
              <a:rPr lang="en-US" sz="1800">
                <a:latin typeface="Courier New" charset="0"/>
              </a:rPr>
              <a:t>  </a:t>
            </a:r>
            <a:r>
              <a:rPr lang="en-US" sz="1800">
                <a:solidFill>
                  <a:schemeClr val="tx1"/>
                </a:solidFill>
                <a:latin typeface="Courier New" charset="0"/>
              </a:rPr>
              <a:t>while</a:t>
            </a:r>
            <a:r>
              <a:rPr lang="en-US" sz="1800">
                <a:latin typeface="Courier New" charset="0"/>
              </a:rPr>
              <a:t> </a:t>
            </a:r>
            <a:r>
              <a:rPr lang="en-US" sz="1800">
                <a:solidFill>
                  <a:schemeClr val="accent2"/>
                </a:solidFill>
                <a:latin typeface="Courier New" charset="0"/>
              </a:rPr>
              <a:t>(flag[j]) {}</a:t>
            </a:r>
          </a:p>
          <a:p>
            <a:r>
              <a:rPr lang="en-US" sz="1800">
                <a:latin typeface="Courier New" charset="0"/>
              </a:rPr>
              <a:t> </a:t>
            </a:r>
            <a:r>
              <a:rPr lang="en-US" sz="1800">
                <a:solidFill>
                  <a:schemeClr val="accent2"/>
                </a:solidFill>
                <a:latin typeface="Courier New" charset="0"/>
              </a:rPr>
              <a:t>}</a:t>
            </a:r>
          </a:p>
        </p:txBody>
      </p:sp>
    </p:spTree>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116738"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49D9B63F-C074-CF4E-A426-F24B2AF43EE5}" type="slidenum">
              <a:rPr lang="ar-SA" sz="1400" b="0">
                <a:solidFill>
                  <a:schemeClr val="tx1"/>
                </a:solidFill>
                <a:latin typeface="Arial" charset="0"/>
                <a:cs typeface="Arial" charset="0"/>
              </a:rPr>
              <a:pPr/>
              <a:t>50</a:t>
            </a:fld>
            <a:endParaRPr lang="en-US" sz="1400" b="0">
              <a:solidFill>
                <a:schemeClr val="tx1"/>
              </a:solidFill>
              <a:latin typeface="Arial" charset="0"/>
              <a:cs typeface="Arial" charset="0"/>
            </a:endParaRPr>
          </a:p>
        </p:txBody>
      </p:sp>
      <p:pic>
        <p:nvPicPr>
          <p:cNvPr id="116739" name="Picture 6"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6740" name="Rectangle 2"/>
          <p:cNvSpPr>
            <a:spLocks noGrp="1" noChangeArrowheads="1"/>
          </p:cNvSpPr>
          <p:nvPr>
            <p:ph type="body" idx="1"/>
          </p:nvPr>
        </p:nvSpPr>
        <p:spPr/>
        <p:txBody>
          <a:bodyPr/>
          <a:lstStyle/>
          <a:p>
            <a:r>
              <a:rPr lang="en-US" b="1">
                <a:solidFill>
                  <a:schemeClr val="tx1"/>
                </a:solidFill>
                <a:latin typeface="Arial" charset="0"/>
              </a:rPr>
              <a:t>read</a:t>
            </a:r>
            <a:r>
              <a:rPr lang="en-US" b="1" baseline="-25000">
                <a:solidFill>
                  <a:schemeClr val="tx1"/>
                </a:solidFill>
                <a:latin typeface="Arial" charset="0"/>
              </a:rPr>
              <a:t>A</a:t>
            </a:r>
            <a:r>
              <a:rPr lang="en-US" b="1">
                <a:solidFill>
                  <a:schemeClr val="tx1"/>
                </a:solidFill>
                <a:latin typeface="Arial" charset="0"/>
              </a:rPr>
              <a:t>(flag[B]==false) </a:t>
            </a:r>
            <a:r>
              <a:rPr lang="en-US" b="1">
                <a:solidFill>
                  <a:schemeClr val="tx1"/>
                </a:solidFill>
                <a:latin typeface="Arial" charset="0"/>
                <a:sym typeface="Wingdings" charset="0"/>
              </a:rPr>
              <a:t></a:t>
            </a:r>
            <a:r>
              <a:rPr lang="en-US" b="1">
                <a:solidFill>
                  <a:schemeClr val="tx1"/>
                </a:solidFill>
                <a:latin typeface="Arial" charset="0"/>
              </a:rPr>
              <a:t> write</a:t>
            </a:r>
            <a:r>
              <a:rPr lang="en-US" b="1" baseline="-25000">
                <a:solidFill>
                  <a:schemeClr val="tx1"/>
                </a:solidFill>
                <a:latin typeface="Arial" charset="0"/>
              </a:rPr>
              <a:t>B</a:t>
            </a:r>
            <a:r>
              <a:rPr lang="en-US" b="1">
                <a:solidFill>
                  <a:schemeClr val="tx1"/>
                </a:solidFill>
                <a:latin typeface="Arial" charset="0"/>
              </a:rPr>
              <a:t>(flag[B]=true)</a:t>
            </a:r>
          </a:p>
          <a:p>
            <a:endParaRPr lang="en-US" b="1">
              <a:solidFill>
                <a:schemeClr val="tx1"/>
              </a:solidFill>
              <a:latin typeface="Arial" charset="0"/>
            </a:endParaRPr>
          </a:p>
          <a:p>
            <a:r>
              <a:rPr lang="en-US" b="1">
                <a:solidFill>
                  <a:schemeClr val="tx1"/>
                </a:solidFill>
                <a:latin typeface="Arial" charset="0"/>
              </a:rPr>
              <a:t>read</a:t>
            </a:r>
            <a:r>
              <a:rPr lang="en-US" b="1" baseline="-25000">
                <a:solidFill>
                  <a:schemeClr val="tx1"/>
                </a:solidFill>
                <a:latin typeface="Arial" charset="0"/>
              </a:rPr>
              <a:t>B</a:t>
            </a:r>
            <a:r>
              <a:rPr lang="en-US" b="1">
                <a:solidFill>
                  <a:schemeClr val="tx1"/>
                </a:solidFill>
                <a:latin typeface="Arial" charset="0"/>
              </a:rPr>
              <a:t>(flag[A]==false) </a:t>
            </a:r>
            <a:r>
              <a:rPr lang="en-US" b="1">
                <a:solidFill>
                  <a:schemeClr val="tx1"/>
                </a:solidFill>
                <a:latin typeface="Arial" charset="0"/>
                <a:sym typeface="Wingdings" charset="0"/>
              </a:rPr>
              <a:t></a:t>
            </a:r>
            <a:r>
              <a:rPr lang="en-US" b="1">
                <a:solidFill>
                  <a:schemeClr val="tx1"/>
                </a:solidFill>
                <a:latin typeface="Arial" charset="0"/>
              </a:rPr>
              <a:t> write</a:t>
            </a:r>
            <a:r>
              <a:rPr lang="en-US" b="1" baseline="-25000">
                <a:solidFill>
                  <a:schemeClr val="tx1"/>
                </a:solidFill>
                <a:latin typeface="Arial" charset="0"/>
              </a:rPr>
              <a:t>A</a:t>
            </a:r>
            <a:r>
              <a:rPr lang="en-US" b="1">
                <a:solidFill>
                  <a:schemeClr val="tx1"/>
                </a:solidFill>
                <a:latin typeface="Arial" charset="0"/>
              </a:rPr>
              <a:t>(flag[A]=true)</a:t>
            </a:r>
          </a:p>
        </p:txBody>
      </p:sp>
      <p:sp>
        <p:nvSpPr>
          <p:cNvPr id="116741" name="Rectangle 3"/>
          <p:cNvSpPr>
            <a:spLocks noGrp="1" noChangeArrowheads="1"/>
          </p:cNvSpPr>
          <p:nvPr>
            <p:ph type="title"/>
          </p:nvPr>
        </p:nvSpPr>
        <p:spPr/>
        <p:txBody>
          <a:bodyPr/>
          <a:lstStyle/>
          <a:p>
            <a:r>
              <a:rPr lang="en-US" sz="4000">
                <a:latin typeface="Arial" charset="0"/>
              </a:rPr>
              <a:t>From the Assumption</a:t>
            </a:r>
          </a:p>
        </p:txBody>
      </p:sp>
    </p:spTree>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118786"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4DDA2109-828B-3C4C-A0BF-EE3061216971}" type="slidenum">
              <a:rPr lang="ar-SA" sz="1400" b="0">
                <a:solidFill>
                  <a:schemeClr val="tx1"/>
                </a:solidFill>
                <a:latin typeface="Arial" charset="0"/>
                <a:cs typeface="Arial" charset="0"/>
              </a:rPr>
              <a:pPr/>
              <a:t>51</a:t>
            </a:fld>
            <a:endParaRPr lang="en-US" sz="1400" b="0">
              <a:solidFill>
                <a:schemeClr val="tx1"/>
              </a:solidFill>
              <a:latin typeface="Arial" charset="0"/>
              <a:cs typeface="Arial" charset="0"/>
            </a:endParaRPr>
          </a:p>
        </p:txBody>
      </p:sp>
      <p:pic>
        <p:nvPicPr>
          <p:cNvPr id="118787" name="Picture 2"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8788" name="Rectangle 3"/>
          <p:cNvSpPr>
            <a:spLocks noGrp="1" noChangeArrowheads="1"/>
          </p:cNvSpPr>
          <p:nvPr>
            <p:ph type="body" idx="1"/>
          </p:nvPr>
        </p:nvSpPr>
        <p:spPr/>
        <p:txBody>
          <a:bodyPr/>
          <a:lstStyle/>
          <a:p>
            <a:r>
              <a:rPr lang="en-US" sz="3600">
                <a:latin typeface="Arial" charset="0"/>
              </a:rPr>
              <a:t>Assumptions:</a:t>
            </a:r>
            <a:endParaRPr lang="en-US" sz="2800" baseline="-25000">
              <a:latin typeface="Arial" charset="0"/>
            </a:endParaRPr>
          </a:p>
          <a:p>
            <a:pPr lvl="1"/>
            <a:r>
              <a:rPr lang="en-US" sz="2400" b="1">
                <a:solidFill>
                  <a:schemeClr val="tx1"/>
                </a:solidFill>
                <a:latin typeface="Arial" charset="0"/>
                <a:cs typeface="Arial" charset="0"/>
              </a:rPr>
              <a:t>read</a:t>
            </a:r>
            <a:r>
              <a:rPr lang="en-US" sz="2400" b="1" baseline="-25000">
                <a:solidFill>
                  <a:schemeClr val="tx1"/>
                </a:solidFill>
                <a:latin typeface="Arial" charset="0"/>
                <a:cs typeface="Arial" charset="0"/>
              </a:rPr>
              <a:t>A</a:t>
            </a:r>
            <a:r>
              <a:rPr lang="en-US" sz="2400" b="1">
                <a:solidFill>
                  <a:schemeClr val="tx1"/>
                </a:solidFill>
                <a:latin typeface="Arial" charset="0"/>
                <a:cs typeface="Arial" charset="0"/>
              </a:rPr>
              <a:t>(flag[B]==false) </a:t>
            </a:r>
            <a:r>
              <a:rPr lang="en-US" sz="2400" b="1">
                <a:solidFill>
                  <a:schemeClr val="tx1"/>
                </a:solidFill>
                <a:latin typeface="Arial" charset="0"/>
                <a:cs typeface="Arial" charset="0"/>
                <a:sym typeface="Wingdings" charset="0"/>
              </a:rPr>
              <a:t></a:t>
            </a:r>
            <a:r>
              <a:rPr lang="en-US" sz="2400" b="1">
                <a:solidFill>
                  <a:schemeClr val="tx1"/>
                </a:solidFill>
                <a:latin typeface="Arial" charset="0"/>
                <a:cs typeface="Arial" charset="0"/>
              </a:rPr>
              <a:t> write</a:t>
            </a:r>
            <a:r>
              <a:rPr lang="en-US" sz="2400" b="1" baseline="-25000">
                <a:solidFill>
                  <a:schemeClr val="tx1"/>
                </a:solidFill>
                <a:latin typeface="Arial" charset="0"/>
                <a:cs typeface="Arial" charset="0"/>
              </a:rPr>
              <a:t>B</a:t>
            </a:r>
            <a:r>
              <a:rPr lang="en-US" sz="2400" b="1">
                <a:solidFill>
                  <a:schemeClr val="tx1"/>
                </a:solidFill>
                <a:latin typeface="Arial" charset="0"/>
                <a:cs typeface="Arial" charset="0"/>
              </a:rPr>
              <a:t>(flag[B]=true)</a:t>
            </a:r>
          </a:p>
          <a:p>
            <a:pPr lvl="1"/>
            <a:r>
              <a:rPr lang="en-US" sz="2400" b="1">
                <a:solidFill>
                  <a:schemeClr val="tx1"/>
                </a:solidFill>
                <a:latin typeface="Arial" charset="0"/>
                <a:cs typeface="Arial" charset="0"/>
              </a:rPr>
              <a:t>read</a:t>
            </a:r>
            <a:r>
              <a:rPr lang="en-US" sz="2400" b="1" baseline="-25000">
                <a:solidFill>
                  <a:schemeClr val="tx1"/>
                </a:solidFill>
                <a:latin typeface="Arial" charset="0"/>
                <a:cs typeface="Arial" charset="0"/>
              </a:rPr>
              <a:t>B</a:t>
            </a:r>
            <a:r>
              <a:rPr lang="en-US" sz="2400" b="1">
                <a:solidFill>
                  <a:schemeClr val="tx1"/>
                </a:solidFill>
                <a:latin typeface="Arial" charset="0"/>
                <a:cs typeface="Arial" charset="0"/>
              </a:rPr>
              <a:t>(flag[A]==false) </a:t>
            </a:r>
            <a:r>
              <a:rPr lang="en-US" sz="2400" b="1">
                <a:solidFill>
                  <a:schemeClr val="tx1"/>
                </a:solidFill>
                <a:latin typeface="Arial" charset="0"/>
                <a:cs typeface="Arial" charset="0"/>
                <a:sym typeface="Wingdings" charset="0"/>
              </a:rPr>
              <a:t></a:t>
            </a:r>
            <a:r>
              <a:rPr lang="en-US" sz="2400" b="1">
                <a:solidFill>
                  <a:schemeClr val="tx1"/>
                </a:solidFill>
                <a:latin typeface="Arial" charset="0"/>
                <a:cs typeface="Arial" charset="0"/>
              </a:rPr>
              <a:t> write</a:t>
            </a:r>
            <a:r>
              <a:rPr lang="en-US" sz="2400" b="1" baseline="-25000">
                <a:solidFill>
                  <a:schemeClr val="tx1"/>
                </a:solidFill>
                <a:latin typeface="Arial" charset="0"/>
                <a:cs typeface="Arial" charset="0"/>
              </a:rPr>
              <a:t>A</a:t>
            </a:r>
            <a:r>
              <a:rPr lang="en-US" sz="2400" b="1">
                <a:solidFill>
                  <a:schemeClr val="tx1"/>
                </a:solidFill>
                <a:latin typeface="Arial" charset="0"/>
                <a:cs typeface="Arial" charset="0"/>
              </a:rPr>
              <a:t>(flag[A]=true)</a:t>
            </a:r>
          </a:p>
          <a:p>
            <a:r>
              <a:rPr lang="en-US" sz="3600">
                <a:latin typeface="Arial" charset="0"/>
              </a:rPr>
              <a:t>From the code</a:t>
            </a:r>
          </a:p>
          <a:p>
            <a:pPr lvl="1"/>
            <a:r>
              <a:rPr lang="en-US" sz="2400" b="1">
                <a:solidFill>
                  <a:schemeClr val="tx1"/>
                </a:solidFill>
                <a:latin typeface="Arial" charset="0"/>
                <a:cs typeface="Arial" charset="0"/>
              </a:rPr>
              <a:t>write</a:t>
            </a:r>
            <a:r>
              <a:rPr lang="en-US" sz="2400" b="1" baseline="-25000">
                <a:solidFill>
                  <a:schemeClr val="tx1"/>
                </a:solidFill>
                <a:latin typeface="Arial" charset="0"/>
                <a:cs typeface="Arial" charset="0"/>
              </a:rPr>
              <a:t>A</a:t>
            </a:r>
            <a:r>
              <a:rPr lang="en-US" sz="2400" b="1">
                <a:solidFill>
                  <a:schemeClr val="tx1"/>
                </a:solidFill>
                <a:latin typeface="Arial" charset="0"/>
                <a:cs typeface="Arial" charset="0"/>
              </a:rPr>
              <a:t>(flag[A]=true) </a:t>
            </a:r>
            <a:r>
              <a:rPr lang="en-US" sz="2400" b="1">
                <a:solidFill>
                  <a:schemeClr val="tx1"/>
                </a:solidFill>
                <a:latin typeface="Arial" charset="0"/>
                <a:cs typeface="Arial" charset="0"/>
                <a:sym typeface="Wingdings" charset="0"/>
              </a:rPr>
              <a:t></a:t>
            </a:r>
            <a:r>
              <a:rPr lang="en-US" sz="2400" b="1">
                <a:solidFill>
                  <a:schemeClr val="tx1"/>
                </a:solidFill>
                <a:latin typeface="Arial" charset="0"/>
                <a:cs typeface="Arial" charset="0"/>
              </a:rPr>
              <a:t> read</a:t>
            </a:r>
            <a:r>
              <a:rPr lang="en-US" sz="2400" b="1" baseline="-25000">
                <a:solidFill>
                  <a:schemeClr val="tx1"/>
                </a:solidFill>
                <a:latin typeface="Arial" charset="0"/>
                <a:cs typeface="Arial" charset="0"/>
              </a:rPr>
              <a:t>A</a:t>
            </a:r>
            <a:r>
              <a:rPr lang="en-US" sz="2400" b="1">
                <a:solidFill>
                  <a:schemeClr val="tx1"/>
                </a:solidFill>
                <a:latin typeface="Arial" charset="0"/>
                <a:cs typeface="Arial" charset="0"/>
              </a:rPr>
              <a:t>(flag[B]==false)</a:t>
            </a:r>
          </a:p>
          <a:p>
            <a:pPr lvl="1"/>
            <a:r>
              <a:rPr lang="en-US" sz="2400" b="1">
                <a:solidFill>
                  <a:schemeClr val="tx1"/>
                </a:solidFill>
                <a:latin typeface="Arial" charset="0"/>
                <a:cs typeface="Arial" charset="0"/>
              </a:rPr>
              <a:t>write</a:t>
            </a:r>
            <a:r>
              <a:rPr lang="en-US" sz="2400" b="1" baseline="-25000">
                <a:solidFill>
                  <a:schemeClr val="tx1"/>
                </a:solidFill>
                <a:latin typeface="Arial" charset="0"/>
                <a:cs typeface="Arial" charset="0"/>
              </a:rPr>
              <a:t>B</a:t>
            </a:r>
            <a:r>
              <a:rPr lang="en-US" sz="2400" b="1">
                <a:solidFill>
                  <a:schemeClr val="tx1"/>
                </a:solidFill>
                <a:latin typeface="Arial" charset="0"/>
                <a:cs typeface="Arial" charset="0"/>
              </a:rPr>
              <a:t>(flag[B]=true) </a:t>
            </a:r>
            <a:r>
              <a:rPr lang="en-US" sz="2400" b="1">
                <a:solidFill>
                  <a:schemeClr val="tx1"/>
                </a:solidFill>
                <a:latin typeface="Arial" charset="0"/>
                <a:cs typeface="Arial" charset="0"/>
                <a:sym typeface="Wingdings" charset="0"/>
              </a:rPr>
              <a:t></a:t>
            </a:r>
            <a:r>
              <a:rPr lang="en-US" sz="2400" b="1">
                <a:solidFill>
                  <a:schemeClr val="tx1"/>
                </a:solidFill>
                <a:latin typeface="Arial" charset="0"/>
                <a:cs typeface="Arial" charset="0"/>
              </a:rPr>
              <a:t> read</a:t>
            </a:r>
            <a:r>
              <a:rPr lang="en-US" sz="2400" b="1" baseline="-25000">
                <a:solidFill>
                  <a:schemeClr val="tx1"/>
                </a:solidFill>
                <a:latin typeface="Arial" charset="0"/>
                <a:cs typeface="Arial" charset="0"/>
              </a:rPr>
              <a:t>B</a:t>
            </a:r>
            <a:r>
              <a:rPr lang="en-US" sz="2400" b="1">
                <a:solidFill>
                  <a:schemeClr val="tx1"/>
                </a:solidFill>
                <a:latin typeface="Arial" charset="0"/>
                <a:cs typeface="Arial" charset="0"/>
              </a:rPr>
              <a:t>(flag[A]==false)</a:t>
            </a:r>
          </a:p>
          <a:p>
            <a:pPr lvl="1"/>
            <a:endParaRPr lang="en-US" sz="3200" baseline="-25000">
              <a:solidFill>
                <a:schemeClr val="tx1"/>
              </a:solidFill>
              <a:latin typeface="Arial" charset="0"/>
              <a:cs typeface="Arial" charset="0"/>
            </a:endParaRPr>
          </a:p>
        </p:txBody>
      </p:sp>
      <p:sp>
        <p:nvSpPr>
          <p:cNvPr id="118789" name="Rectangle 4"/>
          <p:cNvSpPr>
            <a:spLocks noGrp="1" noChangeArrowheads="1"/>
          </p:cNvSpPr>
          <p:nvPr>
            <p:ph type="title"/>
          </p:nvPr>
        </p:nvSpPr>
        <p:spPr/>
        <p:txBody>
          <a:bodyPr/>
          <a:lstStyle/>
          <a:p>
            <a:r>
              <a:rPr lang="en-US" sz="4000">
                <a:latin typeface="Arial" charset="0"/>
              </a:rPr>
              <a:t>Combining</a:t>
            </a:r>
          </a:p>
        </p:txBody>
      </p:sp>
    </p:spTree>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120834"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E70217DD-3A97-B046-9DB5-107118B05AD9}" type="slidenum">
              <a:rPr lang="ar-SA" sz="1400" b="0">
                <a:solidFill>
                  <a:schemeClr val="tx1"/>
                </a:solidFill>
                <a:latin typeface="Arial" charset="0"/>
                <a:cs typeface="Arial" charset="0"/>
              </a:rPr>
              <a:pPr/>
              <a:t>52</a:t>
            </a:fld>
            <a:endParaRPr lang="en-US" sz="1400" b="0">
              <a:solidFill>
                <a:schemeClr val="tx1"/>
              </a:solidFill>
              <a:latin typeface="Arial" charset="0"/>
              <a:cs typeface="Arial" charset="0"/>
            </a:endParaRPr>
          </a:p>
        </p:txBody>
      </p:sp>
      <p:pic>
        <p:nvPicPr>
          <p:cNvPr id="120835" name="Picture 5"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0836" name="Rectangle 2"/>
          <p:cNvSpPr>
            <a:spLocks noGrp="1" noChangeArrowheads="1"/>
          </p:cNvSpPr>
          <p:nvPr>
            <p:ph type="body" idx="1"/>
          </p:nvPr>
        </p:nvSpPr>
        <p:spPr/>
        <p:txBody>
          <a:bodyPr/>
          <a:lstStyle/>
          <a:p>
            <a:r>
              <a:rPr lang="en-US" sz="3600">
                <a:solidFill>
                  <a:schemeClr val="folHlink"/>
                </a:solidFill>
                <a:latin typeface="Arial" charset="0"/>
              </a:rPr>
              <a:t>Assumptions:</a:t>
            </a:r>
            <a:endParaRPr lang="en-US" sz="2800" baseline="-25000">
              <a:solidFill>
                <a:schemeClr val="folHlink"/>
              </a:solidFill>
              <a:latin typeface="Arial" charset="0"/>
            </a:endParaRPr>
          </a:p>
          <a:p>
            <a:pPr lvl="1"/>
            <a:r>
              <a:rPr lang="en-US" sz="2400" b="1">
                <a:solidFill>
                  <a:schemeClr val="tx1"/>
                </a:solidFill>
                <a:latin typeface="Arial" charset="0"/>
                <a:cs typeface="Arial" charset="0"/>
              </a:rPr>
              <a:t>read</a:t>
            </a:r>
            <a:r>
              <a:rPr lang="en-US" sz="2400" b="1" baseline="-25000">
                <a:solidFill>
                  <a:schemeClr val="tx1"/>
                </a:solidFill>
                <a:latin typeface="Arial" charset="0"/>
                <a:cs typeface="Arial" charset="0"/>
              </a:rPr>
              <a:t>A</a:t>
            </a:r>
            <a:r>
              <a:rPr lang="en-US" sz="2400" b="1">
                <a:solidFill>
                  <a:schemeClr val="tx1"/>
                </a:solidFill>
                <a:latin typeface="Arial" charset="0"/>
                <a:cs typeface="Arial" charset="0"/>
              </a:rPr>
              <a:t>(flag[B]==false) </a:t>
            </a:r>
            <a:r>
              <a:rPr lang="en-US" sz="2400" b="1">
                <a:solidFill>
                  <a:srgbClr val="FF0000"/>
                </a:solidFill>
                <a:latin typeface="Arial" charset="0"/>
                <a:cs typeface="Arial" charset="0"/>
                <a:sym typeface="Wingdings" charset="0"/>
              </a:rPr>
              <a:t></a:t>
            </a:r>
            <a:r>
              <a:rPr lang="en-US" sz="2400" b="1">
                <a:solidFill>
                  <a:schemeClr val="tx1"/>
                </a:solidFill>
                <a:latin typeface="Arial" charset="0"/>
                <a:cs typeface="Arial" charset="0"/>
              </a:rPr>
              <a:t> write</a:t>
            </a:r>
            <a:r>
              <a:rPr lang="en-US" sz="2400" b="1" baseline="-25000">
                <a:solidFill>
                  <a:schemeClr val="tx1"/>
                </a:solidFill>
                <a:latin typeface="Arial" charset="0"/>
                <a:cs typeface="Arial" charset="0"/>
              </a:rPr>
              <a:t>B</a:t>
            </a:r>
            <a:r>
              <a:rPr lang="en-US" sz="2400" b="1">
                <a:solidFill>
                  <a:schemeClr val="tx1"/>
                </a:solidFill>
                <a:latin typeface="Arial" charset="0"/>
                <a:cs typeface="Arial" charset="0"/>
              </a:rPr>
              <a:t>(flag[B]=true)</a:t>
            </a:r>
          </a:p>
          <a:p>
            <a:pPr lvl="1"/>
            <a:r>
              <a:rPr lang="en-US" sz="2400" b="1">
                <a:solidFill>
                  <a:schemeClr val="folHlink"/>
                </a:solidFill>
                <a:latin typeface="Arial" charset="0"/>
                <a:cs typeface="Arial" charset="0"/>
              </a:rPr>
              <a:t>read</a:t>
            </a:r>
            <a:r>
              <a:rPr lang="en-US" sz="2400" b="1" baseline="-25000">
                <a:solidFill>
                  <a:schemeClr val="folHlink"/>
                </a:solidFill>
                <a:latin typeface="Arial" charset="0"/>
                <a:cs typeface="Arial" charset="0"/>
              </a:rPr>
              <a:t>B</a:t>
            </a:r>
            <a:r>
              <a:rPr lang="en-US" sz="2400" b="1">
                <a:solidFill>
                  <a:schemeClr val="folHlink"/>
                </a:solidFill>
                <a:latin typeface="Arial" charset="0"/>
                <a:cs typeface="Arial" charset="0"/>
              </a:rPr>
              <a:t>(flag[A]==false) </a:t>
            </a:r>
            <a:r>
              <a:rPr lang="en-US" sz="2400" b="1">
                <a:solidFill>
                  <a:schemeClr val="folHlink"/>
                </a:solidFill>
                <a:latin typeface="Arial" charset="0"/>
                <a:cs typeface="Arial" charset="0"/>
                <a:sym typeface="Wingdings" charset="0"/>
              </a:rPr>
              <a:t></a:t>
            </a:r>
            <a:r>
              <a:rPr lang="en-US" sz="2400" b="1">
                <a:solidFill>
                  <a:schemeClr val="folHlink"/>
                </a:solidFill>
                <a:latin typeface="Arial" charset="0"/>
                <a:cs typeface="Arial" charset="0"/>
              </a:rPr>
              <a:t> write</a:t>
            </a:r>
            <a:r>
              <a:rPr lang="en-US" sz="2400" b="1" baseline="-25000">
                <a:solidFill>
                  <a:schemeClr val="folHlink"/>
                </a:solidFill>
                <a:latin typeface="Arial" charset="0"/>
                <a:cs typeface="Arial" charset="0"/>
              </a:rPr>
              <a:t>A</a:t>
            </a:r>
            <a:r>
              <a:rPr lang="en-US" sz="2400" b="1">
                <a:solidFill>
                  <a:schemeClr val="folHlink"/>
                </a:solidFill>
                <a:latin typeface="Arial" charset="0"/>
                <a:cs typeface="Arial" charset="0"/>
              </a:rPr>
              <a:t>(flag[A]=true)</a:t>
            </a:r>
          </a:p>
          <a:p>
            <a:r>
              <a:rPr lang="en-US" sz="3600">
                <a:solidFill>
                  <a:schemeClr val="folHlink"/>
                </a:solidFill>
                <a:latin typeface="Arial" charset="0"/>
              </a:rPr>
              <a:t>From the code</a:t>
            </a:r>
          </a:p>
          <a:p>
            <a:pPr lvl="1"/>
            <a:r>
              <a:rPr lang="en-US" sz="2400" b="1">
                <a:solidFill>
                  <a:schemeClr val="folHlink"/>
                </a:solidFill>
                <a:latin typeface="Arial" charset="0"/>
                <a:cs typeface="Arial" charset="0"/>
              </a:rPr>
              <a:t>write</a:t>
            </a:r>
            <a:r>
              <a:rPr lang="en-US" sz="2400" b="1" baseline="-25000">
                <a:solidFill>
                  <a:schemeClr val="folHlink"/>
                </a:solidFill>
                <a:latin typeface="Arial" charset="0"/>
                <a:cs typeface="Arial" charset="0"/>
              </a:rPr>
              <a:t>A</a:t>
            </a:r>
            <a:r>
              <a:rPr lang="en-US" sz="2400" b="1">
                <a:solidFill>
                  <a:schemeClr val="folHlink"/>
                </a:solidFill>
                <a:latin typeface="Arial" charset="0"/>
                <a:cs typeface="Arial" charset="0"/>
              </a:rPr>
              <a:t>(flag[A]=true) </a:t>
            </a:r>
            <a:r>
              <a:rPr lang="en-US" sz="2400" b="1">
                <a:solidFill>
                  <a:schemeClr val="folHlink"/>
                </a:solidFill>
                <a:latin typeface="Arial" charset="0"/>
                <a:cs typeface="Arial" charset="0"/>
                <a:sym typeface="Wingdings" charset="0"/>
              </a:rPr>
              <a:t></a:t>
            </a:r>
            <a:r>
              <a:rPr lang="en-US" sz="2400" b="1">
                <a:solidFill>
                  <a:schemeClr val="folHlink"/>
                </a:solidFill>
                <a:latin typeface="Arial" charset="0"/>
                <a:cs typeface="Arial" charset="0"/>
              </a:rPr>
              <a:t> read</a:t>
            </a:r>
            <a:r>
              <a:rPr lang="en-US" sz="2400" b="1" baseline="-25000">
                <a:solidFill>
                  <a:schemeClr val="folHlink"/>
                </a:solidFill>
                <a:latin typeface="Arial" charset="0"/>
                <a:cs typeface="Arial" charset="0"/>
              </a:rPr>
              <a:t>A</a:t>
            </a:r>
            <a:r>
              <a:rPr lang="en-US" sz="2400" b="1">
                <a:solidFill>
                  <a:schemeClr val="folHlink"/>
                </a:solidFill>
                <a:latin typeface="Arial" charset="0"/>
                <a:cs typeface="Arial" charset="0"/>
              </a:rPr>
              <a:t>(flag[B]==false)</a:t>
            </a:r>
          </a:p>
          <a:p>
            <a:pPr lvl="1"/>
            <a:r>
              <a:rPr lang="en-US" sz="2400" b="1">
                <a:solidFill>
                  <a:schemeClr val="tx1"/>
                </a:solidFill>
                <a:latin typeface="Arial" charset="0"/>
                <a:cs typeface="Arial" charset="0"/>
              </a:rPr>
              <a:t>write</a:t>
            </a:r>
            <a:r>
              <a:rPr lang="en-US" sz="2400" b="1" baseline="-25000">
                <a:solidFill>
                  <a:schemeClr val="tx1"/>
                </a:solidFill>
                <a:latin typeface="Arial" charset="0"/>
                <a:cs typeface="Arial" charset="0"/>
              </a:rPr>
              <a:t>B</a:t>
            </a:r>
            <a:r>
              <a:rPr lang="en-US" sz="2400" b="1">
                <a:solidFill>
                  <a:schemeClr val="tx1"/>
                </a:solidFill>
                <a:latin typeface="Arial" charset="0"/>
                <a:cs typeface="Arial" charset="0"/>
              </a:rPr>
              <a:t>(flag[B]=true) </a:t>
            </a:r>
            <a:r>
              <a:rPr lang="en-US" sz="2400" b="1">
                <a:solidFill>
                  <a:srgbClr val="FF0000"/>
                </a:solidFill>
                <a:latin typeface="Arial" charset="0"/>
                <a:cs typeface="Arial" charset="0"/>
                <a:sym typeface="Wingdings" charset="0"/>
              </a:rPr>
              <a:t></a:t>
            </a:r>
            <a:r>
              <a:rPr lang="en-US" sz="2400" b="1">
                <a:solidFill>
                  <a:schemeClr val="tx1"/>
                </a:solidFill>
                <a:latin typeface="Arial" charset="0"/>
                <a:cs typeface="Arial" charset="0"/>
              </a:rPr>
              <a:t> read</a:t>
            </a:r>
            <a:r>
              <a:rPr lang="en-US" sz="2400" b="1" baseline="-25000">
                <a:solidFill>
                  <a:schemeClr val="tx1"/>
                </a:solidFill>
                <a:latin typeface="Arial" charset="0"/>
                <a:cs typeface="Arial" charset="0"/>
              </a:rPr>
              <a:t>B</a:t>
            </a:r>
            <a:r>
              <a:rPr lang="en-US" sz="2400" b="1">
                <a:solidFill>
                  <a:schemeClr val="tx1"/>
                </a:solidFill>
                <a:latin typeface="Arial" charset="0"/>
                <a:cs typeface="Arial" charset="0"/>
              </a:rPr>
              <a:t>(flag[A]==false)</a:t>
            </a:r>
          </a:p>
          <a:p>
            <a:pPr lvl="1"/>
            <a:endParaRPr lang="en-US" sz="3200" baseline="-25000">
              <a:solidFill>
                <a:schemeClr val="tx1"/>
              </a:solidFill>
              <a:latin typeface="Arial" charset="0"/>
              <a:cs typeface="Arial" charset="0"/>
            </a:endParaRPr>
          </a:p>
        </p:txBody>
      </p:sp>
      <p:sp>
        <p:nvSpPr>
          <p:cNvPr id="120837" name="Rectangle 3"/>
          <p:cNvSpPr>
            <a:spLocks noGrp="1" noChangeArrowheads="1"/>
          </p:cNvSpPr>
          <p:nvPr>
            <p:ph type="title"/>
          </p:nvPr>
        </p:nvSpPr>
        <p:spPr/>
        <p:txBody>
          <a:bodyPr/>
          <a:lstStyle/>
          <a:p>
            <a:r>
              <a:rPr lang="en-US" sz="4000">
                <a:latin typeface="Arial" charset="0"/>
              </a:rPr>
              <a:t>Combining</a:t>
            </a:r>
          </a:p>
        </p:txBody>
      </p:sp>
      <p:sp>
        <p:nvSpPr>
          <p:cNvPr id="120838" name="Freeform 4"/>
          <p:cNvSpPr>
            <a:spLocks/>
          </p:cNvSpPr>
          <p:nvPr/>
        </p:nvSpPr>
        <p:spPr bwMode="auto">
          <a:xfrm>
            <a:off x="1955800" y="3124200"/>
            <a:ext cx="4579938" cy="1539875"/>
          </a:xfrm>
          <a:custGeom>
            <a:avLst/>
            <a:gdLst>
              <a:gd name="T0" fmla="*/ 2147483647 w 2885"/>
              <a:gd name="T1" fmla="*/ 0 h 970"/>
              <a:gd name="T2" fmla="*/ 2147483647 w 2885"/>
              <a:gd name="T3" fmla="*/ 2147483647 h 970"/>
              <a:gd name="T4" fmla="*/ 2147483647 w 2885"/>
              <a:gd name="T5" fmla="*/ 2147483647 h 970"/>
              <a:gd name="T6" fmla="*/ 2147483647 w 2885"/>
              <a:gd name="T7" fmla="*/ 2147483647 h 970"/>
              <a:gd name="T8" fmla="*/ 0 60000 65536"/>
              <a:gd name="T9" fmla="*/ 0 60000 65536"/>
              <a:gd name="T10" fmla="*/ 0 60000 65536"/>
              <a:gd name="T11" fmla="*/ 0 60000 65536"/>
              <a:gd name="T12" fmla="*/ 0 w 2885"/>
              <a:gd name="T13" fmla="*/ 0 h 970"/>
              <a:gd name="T14" fmla="*/ 2885 w 2885"/>
              <a:gd name="T15" fmla="*/ 970 h 970"/>
            </a:gdLst>
            <a:ahLst/>
            <a:cxnLst>
              <a:cxn ang="T8">
                <a:pos x="T0" y="T1"/>
              </a:cxn>
              <a:cxn ang="T9">
                <a:pos x="T2" y="T3"/>
              </a:cxn>
              <a:cxn ang="T10">
                <a:pos x="T4" y="T5"/>
              </a:cxn>
              <a:cxn ang="T11">
                <a:pos x="T6" y="T7"/>
              </a:cxn>
            </a:cxnLst>
            <a:rect l="T12" t="T13" r="T14" b="T15"/>
            <a:pathLst>
              <a:path w="2885" h="970">
                <a:moveTo>
                  <a:pt x="2752" y="0"/>
                </a:moveTo>
                <a:cubicBezTo>
                  <a:pt x="2709" y="102"/>
                  <a:pt x="2885" y="502"/>
                  <a:pt x="2493" y="614"/>
                </a:cubicBezTo>
                <a:cubicBezTo>
                  <a:pt x="2101" y="726"/>
                  <a:pt x="800" y="613"/>
                  <a:pt x="400" y="672"/>
                </a:cubicBezTo>
                <a:cubicBezTo>
                  <a:pt x="0" y="731"/>
                  <a:pt x="157" y="908"/>
                  <a:pt x="93" y="970"/>
                </a:cubicBezTo>
              </a:path>
            </a:pathLst>
          </a:custGeom>
          <a:noFill/>
          <a:ln w="7620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dirty="0">
              <a:latin typeface="Arial" pitchFamily="34" charset="0"/>
            </a:endParaRPr>
          </a:p>
        </p:txBody>
      </p:sp>
    </p:spTree>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122882"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7FCE36E0-AEAF-C848-B388-F34E89AB27A6}" type="slidenum">
              <a:rPr lang="ar-SA" sz="1400" b="0">
                <a:solidFill>
                  <a:schemeClr val="tx1"/>
                </a:solidFill>
                <a:latin typeface="Arial" charset="0"/>
                <a:cs typeface="Arial" charset="0"/>
              </a:rPr>
              <a:pPr/>
              <a:t>53</a:t>
            </a:fld>
            <a:endParaRPr lang="en-US" sz="1400" b="0">
              <a:solidFill>
                <a:schemeClr val="tx1"/>
              </a:solidFill>
              <a:latin typeface="Arial" charset="0"/>
              <a:cs typeface="Arial" charset="0"/>
            </a:endParaRPr>
          </a:p>
        </p:txBody>
      </p:sp>
      <p:pic>
        <p:nvPicPr>
          <p:cNvPr id="122883" name="Picture 6"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884" name="Rectangle 2"/>
          <p:cNvSpPr>
            <a:spLocks noGrp="1" noChangeArrowheads="1"/>
          </p:cNvSpPr>
          <p:nvPr>
            <p:ph type="body" idx="1"/>
          </p:nvPr>
        </p:nvSpPr>
        <p:spPr/>
        <p:txBody>
          <a:bodyPr/>
          <a:lstStyle/>
          <a:p>
            <a:r>
              <a:rPr lang="en-US" sz="3600">
                <a:solidFill>
                  <a:schemeClr val="folHlink"/>
                </a:solidFill>
                <a:latin typeface="Arial" charset="0"/>
              </a:rPr>
              <a:t>Assumptions:</a:t>
            </a:r>
            <a:endParaRPr lang="en-US" sz="2800" baseline="-25000">
              <a:solidFill>
                <a:schemeClr val="folHlink"/>
              </a:solidFill>
              <a:latin typeface="Arial" charset="0"/>
            </a:endParaRPr>
          </a:p>
          <a:p>
            <a:pPr lvl="1"/>
            <a:r>
              <a:rPr lang="en-US" sz="2400" b="1">
                <a:solidFill>
                  <a:schemeClr val="tx1"/>
                </a:solidFill>
                <a:latin typeface="Arial" charset="0"/>
                <a:cs typeface="Arial" charset="0"/>
              </a:rPr>
              <a:t>read</a:t>
            </a:r>
            <a:r>
              <a:rPr lang="en-US" sz="2400" b="1" baseline="-25000">
                <a:solidFill>
                  <a:schemeClr val="tx1"/>
                </a:solidFill>
                <a:latin typeface="Arial" charset="0"/>
                <a:cs typeface="Arial" charset="0"/>
              </a:rPr>
              <a:t>A</a:t>
            </a:r>
            <a:r>
              <a:rPr lang="en-US" sz="2400" b="1">
                <a:solidFill>
                  <a:schemeClr val="tx1"/>
                </a:solidFill>
                <a:latin typeface="Arial" charset="0"/>
                <a:cs typeface="Arial" charset="0"/>
              </a:rPr>
              <a:t>(flag[B]==false) </a:t>
            </a:r>
            <a:r>
              <a:rPr lang="en-US" sz="2400" b="1">
                <a:solidFill>
                  <a:srgbClr val="FF0000"/>
                </a:solidFill>
                <a:latin typeface="Arial" charset="0"/>
                <a:cs typeface="Arial" charset="0"/>
                <a:sym typeface="Wingdings" charset="0"/>
              </a:rPr>
              <a:t></a:t>
            </a:r>
            <a:r>
              <a:rPr lang="en-US" sz="2400" b="1">
                <a:solidFill>
                  <a:schemeClr val="tx1"/>
                </a:solidFill>
                <a:latin typeface="Arial" charset="0"/>
                <a:cs typeface="Arial" charset="0"/>
              </a:rPr>
              <a:t> write</a:t>
            </a:r>
            <a:r>
              <a:rPr lang="en-US" sz="2400" b="1" baseline="-25000">
                <a:solidFill>
                  <a:schemeClr val="tx1"/>
                </a:solidFill>
                <a:latin typeface="Arial" charset="0"/>
                <a:cs typeface="Arial" charset="0"/>
              </a:rPr>
              <a:t>B</a:t>
            </a:r>
            <a:r>
              <a:rPr lang="en-US" sz="2400" b="1">
                <a:solidFill>
                  <a:schemeClr val="tx1"/>
                </a:solidFill>
                <a:latin typeface="Arial" charset="0"/>
                <a:cs typeface="Arial" charset="0"/>
              </a:rPr>
              <a:t>(flag[B]=true)</a:t>
            </a:r>
          </a:p>
          <a:p>
            <a:pPr lvl="1"/>
            <a:r>
              <a:rPr lang="en-US" sz="2400" b="1">
                <a:solidFill>
                  <a:schemeClr val="tx1"/>
                </a:solidFill>
                <a:latin typeface="Arial" charset="0"/>
                <a:cs typeface="Arial" charset="0"/>
              </a:rPr>
              <a:t>read</a:t>
            </a:r>
            <a:r>
              <a:rPr lang="en-US" sz="2400" b="1" baseline="-25000">
                <a:solidFill>
                  <a:schemeClr val="tx1"/>
                </a:solidFill>
                <a:latin typeface="Arial" charset="0"/>
                <a:cs typeface="Arial" charset="0"/>
              </a:rPr>
              <a:t>B</a:t>
            </a:r>
            <a:r>
              <a:rPr lang="en-US" sz="2400" b="1">
                <a:solidFill>
                  <a:schemeClr val="tx1"/>
                </a:solidFill>
                <a:latin typeface="Arial" charset="0"/>
                <a:cs typeface="Arial" charset="0"/>
              </a:rPr>
              <a:t>(flag[A]==false) </a:t>
            </a:r>
            <a:r>
              <a:rPr lang="en-US" sz="2400" b="1">
                <a:solidFill>
                  <a:srgbClr val="FF0000"/>
                </a:solidFill>
                <a:latin typeface="Arial" charset="0"/>
                <a:cs typeface="Arial" charset="0"/>
                <a:sym typeface="Wingdings" charset="0"/>
              </a:rPr>
              <a:t></a:t>
            </a:r>
            <a:r>
              <a:rPr lang="en-US" sz="2400" b="1">
                <a:solidFill>
                  <a:schemeClr val="tx1"/>
                </a:solidFill>
                <a:latin typeface="Arial" charset="0"/>
                <a:cs typeface="Arial" charset="0"/>
              </a:rPr>
              <a:t> write</a:t>
            </a:r>
            <a:r>
              <a:rPr lang="en-US" sz="2400" b="1" baseline="-25000">
                <a:solidFill>
                  <a:schemeClr val="tx1"/>
                </a:solidFill>
                <a:latin typeface="Arial" charset="0"/>
                <a:cs typeface="Arial" charset="0"/>
              </a:rPr>
              <a:t>A</a:t>
            </a:r>
            <a:r>
              <a:rPr lang="en-US" sz="2400" b="1">
                <a:solidFill>
                  <a:schemeClr val="tx1"/>
                </a:solidFill>
                <a:latin typeface="Arial" charset="0"/>
                <a:cs typeface="Arial" charset="0"/>
              </a:rPr>
              <a:t>(flag[A]=true)</a:t>
            </a:r>
          </a:p>
          <a:p>
            <a:r>
              <a:rPr lang="en-US" sz="3600">
                <a:solidFill>
                  <a:schemeClr val="folHlink"/>
                </a:solidFill>
                <a:latin typeface="Arial" charset="0"/>
              </a:rPr>
              <a:t>From the code</a:t>
            </a:r>
          </a:p>
          <a:p>
            <a:pPr lvl="1"/>
            <a:r>
              <a:rPr lang="en-US" sz="2400" b="1">
                <a:solidFill>
                  <a:schemeClr val="folHlink"/>
                </a:solidFill>
                <a:latin typeface="Arial" charset="0"/>
                <a:cs typeface="Arial" charset="0"/>
              </a:rPr>
              <a:t>write</a:t>
            </a:r>
            <a:r>
              <a:rPr lang="en-US" sz="2400" b="1" baseline="-25000">
                <a:solidFill>
                  <a:schemeClr val="folHlink"/>
                </a:solidFill>
                <a:latin typeface="Arial" charset="0"/>
                <a:cs typeface="Arial" charset="0"/>
              </a:rPr>
              <a:t>A</a:t>
            </a:r>
            <a:r>
              <a:rPr lang="en-US" sz="2400" b="1">
                <a:solidFill>
                  <a:schemeClr val="folHlink"/>
                </a:solidFill>
                <a:latin typeface="Arial" charset="0"/>
                <a:cs typeface="Arial" charset="0"/>
              </a:rPr>
              <a:t>(flag[A]=true) </a:t>
            </a:r>
            <a:r>
              <a:rPr lang="en-US" sz="2400" b="1">
                <a:solidFill>
                  <a:schemeClr val="folHlink"/>
                </a:solidFill>
                <a:latin typeface="Arial" charset="0"/>
                <a:cs typeface="Arial" charset="0"/>
                <a:sym typeface="Wingdings" charset="0"/>
              </a:rPr>
              <a:t></a:t>
            </a:r>
            <a:r>
              <a:rPr lang="en-US" sz="2400" b="1">
                <a:solidFill>
                  <a:schemeClr val="folHlink"/>
                </a:solidFill>
                <a:latin typeface="Arial" charset="0"/>
                <a:cs typeface="Arial" charset="0"/>
              </a:rPr>
              <a:t> read</a:t>
            </a:r>
            <a:r>
              <a:rPr lang="en-US" sz="2400" b="1" baseline="-25000">
                <a:solidFill>
                  <a:schemeClr val="folHlink"/>
                </a:solidFill>
                <a:latin typeface="Arial" charset="0"/>
                <a:cs typeface="Arial" charset="0"/>
              </a:rPr>
              <a:t>A</a:t>
            </a:r>
            <a:r>
              <a:rPr lang="en-US" sz="2400" b="1">
                <a:solidFill>
                  <a:schemeClr val="folHlink"/>
                </a:solidFill>
                <a:latin typeface="Arial" charset="0"/>
                <a:cs typeface="Arial" charset="0"/>
              </a:rPr>
              <a:t>(flag[B]==false)</a:t>
            </a:r>
          </a:p>
          <a:p>
            <a:pPr lvl="1"/>
            <a:r>
              <a:rPr lang="en-US" sz="2400" b="1">
                <a:solidFill>
                  <a:schemeClr val="tx1"/>
                </a:solidFill>
                <a:latin typeface="Arial" charset="0"/>
                <a:cs typeface="Arial" charset="0"/>
              </a:rPr>
              <a:t>write</a:t>
            </a:r>
            <a:r>
              <a:rPr lang="en-US" sz="2400" b="1" baseline="-25000">
                <a:solidFill>
                  <a:schemeClr val="tx1"/>
                </a:solidFill>
                <a:latin typeface="Arial" charset="0"/>
                <a:cs typeface="Arial" charset="0"/>
              </a:rPr>
              <a:t>B</a:t>
            </a:r>
            <a:r>
              <a:rPr lang="en-US" sz="2400" b="1">
                <a:solidFill>
                  <a:schemeClr val="tx1"/>
                </a:solidFill>
                <a:latin typeface="Arial" charset="0"/>
                <a:cs typeface="Arial" charset="0"/>
              </a:rPr>
              <a:t>(flag[B]=true) </a:t>
            </a:r>
            <a:r>
              <a:rPr lang="en-US" sz="2400" b="1">
                <a:solidFill>
                  <a:srgbClr val="FF0000"/>
                </a:solidFill>
                <a:latin typeface="Arial" charset="0"/>
                <a:cs typeface="Arial" charset="0"/>
                <a:sym typeface="Wingdings" charset="0"/>
              </a:rPr>
              <a:t></a:t>
            </a:r>
            <a:r>
              <a:rPr lang="en-US" sz="2400" b="1">
                <a:solidFill>
                  <a:schemeClr val="tx1"/>
                </a:solidFill>
                <a:latin typeface="Arial" charset="0"/>
                <a:cs typeface="Arial" charset="0"/>
              </a:rPr>
              <a:t> read</a:t>
            </a:r>
            <a:r>
              <a:rPr lang="en-US" sz="2400" b="1" baseline="-25000">
                <a:solidFill>
                  <a:schemeClr val="tx1"/>
                </a:solidFill>
                <a:latin typeface="Arial" charset="0"/>
                <a:cs typeface="Arial" charset="0"/>
              </a:rPr>
              <a:t>B</a:t>
            </a:r>
            <a:r>
              <a:rPr lang="en-US" sz="2400" b="1">
                <a:solidFill>
                  <a:schemeClr val="tx1"/>
                </a:solidFill>
                <a:latin typeface="Arial" charset="0"/>
                <a:cs typeface="Arial" charset="0"/>
              </a:rPr>
              <a:t>(flag[A]==false)</a:t>
            </a:r>
          </a:p>
          <a:p>
            <a:pPr lvl="1"/>
            <a:endParaRPr lang="en-US" sz="3200" baseline="-25000">
              <a:solidFill>
                <a:schemeClr val="tx1"/>
              </a:solidFill>
              <a:latin typeface="Arial" charset="0"/>
              <a:cs typeface="Arial" charset="0"/>
            </a:endParaRPr>
          </a:p>
        </p:txBody>
      </p:sp>
      <p:sp>
        <p:nvSpPr>
          <p:cNvPr id="122885" name="Rectangle 3"/>
          <p:cNvSpPr>
            <a:spLocks noGrp="1" noChangeArrowheads="1"/>
          </p:cNvSpPr>
          <p:nvPr>
            <p:ph type="title"/>
          </p:nvPr>
        </p:nvSpPr>
        <p:spPr/>
        <p:txBody>
          <a:bodyPr/>
          <a:lstStyle/>
          <a:p>
            <a:r>
              <a:rPr lang="en-US" sz="4000">
                <a:latin typeface="Arial" charset="0"/>
              </a:rPr>
              <a:t>Combining</a:t>
            </a:r>
          </a:p>
        </p:txBody>
      </p:sp>
      <p:sp>
        <p:nvSpPr>
          <p:cNvPr id="122886" name="Freeform 4"/>
          <p:cNvSpPr>
            <a:spLocks/>
          </p:cNvSpPr>
          <p:nvPr/>
        </p:nvSpPr>
        <p:spPr bwMode="auto">
          <a:xfrm>
            <a:off x="487363" y="3268663"/>
            <a:ext cx="5068887" cy="2436812"/>
          </a:xfrm>
          <a:custGeom>
            <a:avLst/>
            <a:gdLst>
              <a:gd name="T0" fmla="*/ 2147483647 w 3193"/>
              <a:gd name="T1" fmla="*/ 2147483647 h 1535"/>
              <a:gd name="T2" fmla="*/ 2147483647 w 3193"/>
              <a:gd name="T3" fmla="*/ 2147483647 h 1535"/>
              <a:gd name="T4" fmla="*/ 2147483647 w 3193"/>
              <a:gd name="T5" fmla="*/ 2147483647 h 1535"/>
              <a:gd name="T6" fmla="*/ 2147483647 w 3193"/>
              <a:gd name="T7" fmla="*/ 2147483647 h 1535"/>
              <a:gd name="T8" fmla="*/ 2147483647 w 3193"/>
              <a:gd name="T9" fmla="*/ 2147483647 h 1535"/>
              <a:gd name="T10" fmla="*/ 0 60000 65536"/>
              <a:gd name="T11" fmla="*/ 0 60000 65536"/>
              <a:gd name="T12" fmla="*/ 0 60000 65536"/>
              <a:gd name="T13" fmla="*/ 0 60000 65536"/>
              <a:gd name="T14" fmla="*/ 0 60000 65536"/>
              <a:gd name="T15" fmla="*/ 0 w 3193"/>
              <a:gd name="T16" fmla="*/ 0 h 1535"/>
              <a:gd name="T17" fmla="*/ 3193 w 3193"/>
              <a:gd name="T18" fmla="*/ 1535 h 1535"/>
            </a:gdLst>
            <a:ahLst/>
            <a:cxnLst>
              <a:cxn ang="T10">
                <a:pos x="T0" y="T1"/>
              </a:cxn>
              <a:cxn ang="T11">
                <a:pos x="T2" y="T3"/>
              </a:cxn>
              <a:cxn ang="T12">
                <a:pos x="T4" y="T5"/>
              </a:cxn>
              <a:cxn ang="T13">
                <a:pos x="T6" y="T7"/>
              </a:cxn>
              <a:cxn ang="T14">
                <a:pos x="T8" y="T9"/>
              </a:cxn>
            </a:cxnLst>
            <a:rect l="T15" t="T16" r="T17" b="T18"/>
            <a:pathLst>
              <a:path w="3193" h="1535">
                <a:moveTo>
                  <a:pt x="3129" y="1119"/>
                </a:moveTo>
                <a:cubicBezTo>
                  <a:pt x="3063" y="1173"/>
                  <a:pt x="3193" y="1410"/>
                  <a:pt x="2745" y="1445"/>
                </a:cubicBezTo>
                <a:cubicBezTo>
                  <a:pt x="2297" y="1480"/>
                  <a:pt x="882" y="1535"/>
                  <a:pt x="441" y="1330"/>
                </a:cubicBezTo>
                <a:cubicBezTo>
                  <a:pt x="0" y="1125"/>
                  <a:pt x="61" y="432"/>
                  <a:pt x="96" y="216"/>
                </a:cubicBezTo>
                <a:cubicBezTo>
                  <a:pt x="131" y="0"/>
                  <a:pt x="537" y="72"/>
                  <a:pt x="653" y="34"/>
                </a:cubicBezTo>
              </a:path>
            </a:pathLst>
          </a:custGeom>
          <a:noFill/>
          <a:ln w="7620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dirty="0">
              <a:latin typeface="Arial" pitchFamily="34" charset="0"/>
            </a:endParaRPr>
          </a:p>
        </p:txBody>
      </p:sp>
      <p:sp>
        <p:nvSpPr>
          <p:cNvPr id="122887" name="Freeform 5"/>
          <p:cNvSpPr>
            <a:spLocks/>
          </p:cNvSpPr>
          <p:nvPr/>
        </p:nvSpPr>
        <p:spPr bwMode="auto">
          <a:xfrm>
            <a:off x="1955800" y="3124200"/>
            <a:ext cx="4579938" cy="1539875"/>
          </a:xfrm>
          <a:custGeom>
            <a:avLst/>
            <a:gdLst>
              <a:gd name="T0" fmla="*/ 2147483647 w 2885"/>
              <a:gd name="T1" fmla="*/ 0 h 970"/>
              <a:gd name="T2" fmla="*/ 2147483647 w 2885"/>
              <a:gd name="T3" fmla="*/ 2147483647 h 970"/>
              <a:gd name="T4" fmla="*/ 2147483647 w 2885"/>
              <a:gd name="T5" fmla="*/ 2147483647 h 970"/>
              <a:gd name="T6" fmla="*/ 2147483647 w 2885"/>
              <a:gd name="T7" fmla="*/ 2147483647 h 970"/>
              <a:gd name="T8" fmla="*/ 0 60000 65536"/>
              <a:gd name="T9" fmla="*/ 0 60000 65536"/>
              <a:gd name="T10" fmla="*/ 0 60000 65536"/>
              <a:gd name="T11" fmla="*/ 0 60000 65536"/>
              <a:gd name="T12" fmla="*/ 0 w 2885"/>
              <a:gd name="T13" fmla="*/ 0 h 970"/>
              <a:gd name="T14" fmla="*/ 2885 w 2885"/>
              <a:gd name="T15" fmla="*/ 970 h 970"/>
            </a:gdLst>
            <a:ahLst/>
            <a:cxnLst>
              <a:cxn ang="T8">
                <a:pos x="T0" y="T1"/>
              </a:cxn>
              <a:cxn ang="T9">
                <a:pos x="T2" y="T3"/>
              </a:cxn>
              <a:cxn ang="T10">
                <a:pos x="T4" y="T5"/>
              </a:cxn>
              <a:cxn ang="T11">
                <a:pos x="T6" y="T7"/>
              </a:cxn>
            </a:cxnLst>
            <a:rect l="T12" t="T13" r="T14" b="T15"/>
            <a:pathLst>
              <a:path w="2885" h="970">
                <a:moveTo>
                  <a:pt x="2752" y="0"/>
                </a:moveTo>
                <a:cubicBezTo>
                  <a:pt x="2709" y="102"/>
                  <a:pt x="2885" y="502"/>
                  <a:pt x="2493" y="614"/>
                </a:cubicBezTo>
                <a:cubicBezTo>
                  <a:pt x="2101" y="726"/>
                  <a:pt x="800" y="613"/>
                  <a:pt x="400" y="672"/>
                </a:cubicBezTo>
                <a:cubicBezTo>
                  <a:pt x="0" y="731"/>
                  <a:pt x="157" y="908"/>
                  <a:pt x="93" y="970"/>
                </a:cubicBezTo>
              </a:path>
            </a:pathLst>
          </a:custGeom>
          <a:noFill/>
          <a:ln w="76200">
            <a:solidFill>
              <a:srgbClr val="FF0000"/>
            </a:solidFill>
            <a:prstDash val="sysDot"/>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dirty="0">
              <a:latin typeface="Arial" pitchFamily="34" charset="0"/>
            </a:endParaRPr>
          </a:p>
        </p:txBody>
      </p:sp>
    </p:spTree>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124930"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BA3F2CF4-765B-6446-B5A3-36AAB4A34E49}" type="slidenum">
              <a:rPr lang="ar-SA" sz="1400" b="0">
                <a:solidFill>
                  <a:schemeClr val="tx1"/>
                </a:solidFill>
                <a:latin typeface="Arial" charset="0"/>
                <a:cs typeface="Arial" charset="0"/>
              </a:rPr>
              <a:pPr/>
              <a:t>54</a:t>
            </a:fld>
            <a:endParaRPr lang="en-US" sz="1400" b="0">
              <a:solidFill>
                <a:schemeClr val="tx1"/>
              </a:solidFill>
              <a:latin typeface="Arial" charset="0"/>
              <a:cs typeface="Arial" charset="0"/>
            </a:endParaRPr>
          </a:p>
        </p:txBody>
      </p:sp>
      <p:pic>
        <p:nvPicPr>
          <p:cNvPr id="124931" name="Picture 7"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932" name="Rectangle 2"/>
          <p:cNvSpPr>
            <a:spLocks noGrp="1" noChangeArrowheads="1"/>
          </p:cNvSpPr>
          <p:nvPr>
            <p:ph type="body" idx="1"/>
          </p:nvPr>
        </p:nvSpPr>
        <p:spPr/>
        <p:txBody>
          <a:bodyPr/>
          <a:lstStyle/>
          <a:p>
            <a:r>
              <a:rPr lang="en-US" sz="3600">
                <a:solidFill>
                  <a:schemeClr val="folHlink"/>
                </a:solidFill>
                <a:latin typeface="Arial" charset="0"/>
              </a:rPr>
              <a:t>Assumptions:</a:t>
            </a:r>
            <a:endParaRPr lang="en-US" sz="2800" baseline="-25000">
              <a:solidFill>
                <a:schemeClr val="folHlink"/>
              </a:solidFill>
              <a:latin typeface="Arial" charset="0"/>
            </a:endParaRPr>
          </a:p>
          <a:p>
            <a:pPr lvl="1"/>
            <a:r>
              <a:rPr lang="en-US" sz="2400" b="1">
                <a:solidFill>
                  <a:schemeClr val="tx1"/>
                </a:solidFill>
                <a:latin typeface="Arial" charset="0"/>
                <a:cs typeface="Arial" charset="0"/>
              </a:rPr>
              <a:t>read</a:t>
            </a:r>
            <a:r>
              <a:rPr lang="en-US" sz="2400" b="1" baseline="-25000">
                <a:solidFill>
                  <a:schemeClr val="tx1"/>
                </a:solidFill>
                <a:latin typeface="Arial" charset="0"/>
                <a:cs typeface="Arial" charset="0"/>
              </a:rPr>
              <a:t>A</a:t>
            </a:r>
            <a:r>
              <a:rPr lang="en-US" sz="2400" b="1">
                <a:solidFill>
                  <a:schemeClr val="tx1"/>
                </a:solidFill>
                <a:latin typeface="Arial" charset="0"/>
                <a:cs typeface="Arial" charset="0"/>
              </a:rPr>
              <a:t>(flag[B]==false) </a:t>
            </a:r>
            <a:r>
              <a:rPr lang="en-US" sz="2400" b="1">
                <a:solidFill>
                  <a:srgbClr val="FF0000"/>
                </a:solidFill>
                <a:latin typeface="Arial" charset="0"/>
                <a:cs typeface="Arial" charset="0"/>
                <a:sym typeface="Wingdings" charset="0"/>
              </a:rPr>
              <a:t></a:t>
            </a:r>
            <a:r>
              <a:rPr lang="en-US" sz="2400" b="1">
                <a:solidFill>
                  <a:schemeClr val="tx1"/>
                </a:solidFill>
                <a:latin typeface="Arial" charset="0"/>
                <a:cs typeface="Arial" charset="0"/>
              </a:rPr>
              <a:t> write</a:t>
            </a:r>
            <a:r>
              <a:rPr lang="en-US" sz="2400" b="1" baseline="-25000">
                <a:solidFill>
                  <a:schemeClr val="tx1"/>
                </a:solidFill>
                <a:latin typeface="Arial" charset="0"/>
                <a:cs typeface="Arial" charset="0"/>
              </a:rPr>
              <a:t>B</a:t>
            </a:r>
            <a:r>
              <a:rPr lang="en-US" sz="2400" b="1">
                <a:solidFill>
                  <a:schemeClr val="tx1"/>
                </a:solidFill>
                <a:latin typeface="Arial" charset="0"/>
                <a:cs typeface="Arial" charset="0"/>
              </a:rPr>
              <a:t>(flag[B]=true)</a:t>
            </a:r>
          </a:p>
          <a:p>
            <a:pPr lvl="1"/>
            <a:r>
              <a:rPr lang="en-US" sz="2400" b="1">
                <a:solidFill>
                  <a:schemeClr val="tx1"/>
                </a:solidFill>
                <a:latin typeface="Arial" charset="0"/>
                <a:cs typeface="Arial" charset="0"/>
              </a:rPr>
              <a:t>read</a:t>
            </a:r>
            <a:r>
              <a:rPr lang="en-US" sz="2400" b="1" baseline="-25000">
                <a:solidFill>
                  <a:schemeClr val="tx1"/>
                </a:solidFill>
                <a:latin typeface="Arial" charset="0"/>
                <a:cs typeface="Arial" charset="0"/>
              </a:rPr>
              <a:t>B</a:t>
            </a:r>
            <a:r>
              <a:rPr lang="en-US" sz="2400" b="1">
                <a:solidFill>
                  <a:schemeClr val="tx1"/>
                </a:solidFill>
                <a:latin typeface="Arial" charset="0"/>
                <a:cs typeface="Arial" charset="0"/>
              </a:rPr>
              <a:t>(flag[A]==false) </a:t>
            </a:r>
            <a:r>
              <a:rPr lang="en-US" sz="2400" b="1">
                <a:solidFill>
                  <a:srgbClr val="FF0000"/>
                </a:solidFill>
                <a:latin typeface="Arial" charset="0"/>
                <a:cs typeface="Arial" charset="0"/>
                <a:sym typeface="Wingdings" charset="0"/>
              </a:rPr>
              <a:t></a:t>
            </a:r>
            <a:r>
              <a:rPr lang="en-US" sz="2400" b="1">
                <a:solidFill>
                  <a:schemeClr val="tx1"/>
                </a:solidFill>
                <a:latin typeface="Arial" charset="0"/>
                <a:cs typeface="Arial" charset="0"/>
              </a:rPr>
              <a:t> write</a:t>
            </a:r>
            <a:r>
              <a:rPr lang="en-US" sz="2400" b="1" baseline="-25000">
                <a:solidFill>
                  <a:schemeClr val="tx1"/>
                </a:solidFill>
                <a:latin typeface="Arial" charset="0"/>
                <a:cs typeface="Arial" charset="0"/>
              </a:rPr>
              <a:t>A</a:t>
            </a:r>
            <a:r>
              <a:rPr lang="en-US" sz="2400" b="1">
                <a:solidFill>
                  <a:schemeClr val="tx1"/>
                </a:solidFill>
                <a:latin typeface="Arial" charset="0"/>
                <a:cs typeface="Arial" charset="0"/>
              </a:rPr>
              <a:t>(flag[A]=true)</a:t>
            </a:r>
          </a:p>
          <a:p>
            <a:r>
              <a:rPr lang="en-US" sz="3600">
                <a:solidFill>
                  <a:schemeClr val="folHlink"/>
                </a:solidFill>
                <a:latin typeface="Arial" charset="0"/>
              </a:rPr>
              <a:t>From the code</a:t>
            </a:r>
          </a:p>
          <a:p>
            <a:pPr lvl="1"/>
            <a:r>
              <a:rPr lang="en-US" sz="2400" b="1">
                <a:solidFill>
                  <a:schemeClr val="tx1"/>
                </a:solidFill>
                <a:latin typeface="Arial" charset="0"/>
                <a:cs typeface="Arial" charset="0"/>
              </a:rPr>
              <a:t>write</a:t>
            </a:r>
            <a:r>
              <a:rPr lang="en-US" sz="2400" b="1" baseline="-25000">
                <a:solidFill>
                  <a:schemeClr val="tx1"/>
                </a:solidFill>
                <a:latin typeface="Arial" charset="0"/>
                <a:cs typeface="Arial" charset="0"/>
              </a:rPr>
              <a:t>A</a:t>
            </a:r>
            <a:r>
              <a:rPr lang="en-US" sz="2400" b="1">
                <a:solidFill>
                  <a:schemeClr val="tx1"/>
                </a:solidFill>
                <a:latin typeface="Arial" charset="0"/>
                <a:cs typeface="Arial" charset="0"/>
              </a:rPr>
              <a:t>(flag[A]=true) </a:t>
            </a:r>
            <a:r>
              <a:rPr lang="en-US" sz="2400" b="1">
                <a:solidFill>
                  <a:srgbClr val="FF0000"/>
                </a:solidFill>
                <a:latin typeface="Arial" charset="0"/>
                <a:cs typeface="Arial" charset="0"/>
                <a:sym typeface="Wingdings" charset="0"/>
              </a:rPr>
              <a:t></a:t>
            </a:r>
            <a:r>
              <a:rPr lang="en-US" sz="2400" b="1">
                <a:solidFill>
                  <a:srgbClr val="FF0000"/>
                </a:solidFill>
                <a:latin typeface="Arial" charset="0"/>
                <a:cs typeface="Arial" charset="0"/>
              </a:rPr>
              <a:t> </a:t>
            </a:r>
            <a:r>
              <a:rPr lang="en-US" sz="2400" b="1">
                <a:solidFill>
                  <a:schemeClr val="tx1"/>
                </a:solidFill>
                <a:latin typeface="Arial" charset="0"/>
                <a:cs typeface="Arial" charset="0"/>
              </a:rPr>
              <a:t>read</a:t>
            </a:r>
            <a:r>
              <a:rPr lang="en-US" sz="2400" b="1" baseline="-25000">
                <a:solidFill>
                  <a:schemeClr val="tx1"/>
                </a:solidFill>
                <a:latin typeface="Arial" charset="0"/>
                <a:cs typeface="Arial" charset="0"/>
              </a:rPr>
              <a:t>A</a:t>
            </a:r>
            <a:r>
              <a:rPr lang="en-US" sz="2400" b="1">
                <a:solidFill>
                  <a:schemeClr val="tx1"/>
                </a:solidFill>
                <a:latin typeface="Arial" charset="0"/>
                <a:cs typeface="Arial" charset="0"/>
              </a:rPr>
              <a:t>(flag[B]==false)</a:t>
            </a:r>
          </a:p>
          <a:p>
            <a:pPr lvl="1"/>
            <a:r>
              <a:rPr lang="en-US" sz="2400" b="1">
                <a:solidFill>
                  <a:schemeClr val="tx1"/>
                </a:solidFill>
                <a:latin typeface="Arial" charset="0"/>
                <a:cs typeface="Arial" charset="0"/>
              </a:rPr>
              <a:t>write</a:t>
            </a:r>
            <a:r>
              <a:rPr lang="en-US" sz="2400" b="1" baseline="-25000">
                <a:solidFill>
                  <a:schemeClr val="tx1"/>
                </a:solidFill>
                <a:latin typeface="Arial" charset="0"/>
                <a:cs typeface="Arial" charset="0"/>
              </a:rPr>
              <a:t>B</a:t>
            </a:r>
            <a:r>
              <a:rPr lang="en-US" sz="2400" b="1">
                <a:solidFill>
                  <a:schemeClr val="tx1"/>
                </a:solidFill>
                <a:latin typeface="Arial" charset="0"/>
                <a:cs typeface="Arial" charset="0"/>
              </a:rPr>
              <a:t>(flag[B]=true) </a:t>
            </a:r>
            <a:r>
              <a:rPr lang="en-US" sz="2400" b="1">
                <a:solidFill>
                  <a:srgbClr val="FF0000"/>
                </a:solidFill>
                <a:latin typeface="Arial" charset="0"/>
                <a:cs typeface="Arial" charset="0"/>
                <a:sym typeface="Wingdings" charset="0"/>
              </a:rPr>
              <a:t></a:t>
            </a:r>
            <a:r>
              <a:rPr lang="en-US" sz="2400" b="1">
                <a:solidFill>
                  <a:schemeClr val="tx1"/>
                </a:solidFill>
                <a:latin typeface="Arial" charset="0"/>
                <a:cs typeface="Arial" charset="0"/>
              </a:rPr>
              <a:t> read</a:t>
            </a:r>
            <a:r>
              <a:rPr lang="en-US" sz="2400" b="1" baseline="-25000">
                <a:solidFill>
                  <a:schemeClr val="tx1"/>
                </a:solidFill>
                <a:latin typeface="Arial" charset="0"/>
                <a:cs typeface="Arial" charset="0"/>
              </a:rPr>
              <a:t>B</a:t>
            </a:r>
            <a:r>
              <a:rPr lang="en-US" sz="2400" b="1">
                <a:solidFill>
                  <a:schemeClr val="tx1"/>
                </a:solidFill>
                <a:latin typeface="Arial" charset="0"/>
                <a:cs typeface="Arial" charset="0"/>
              </a:rPr>
              <a:t>(flag[A]==false)</a:t>
            </a:r>
          </a:p>
          <a:p>
            <a:pPr lvl="1"/>
            <a:endParaRPr lang="en-US" sz="3200" baseline="-25000">
              <a:solidFill>
                <a:schemeClr val="tx1"/>
              </a:solidFill>
              <a:latin typeface="Arial" charset="0"/>
              <a:cs typeface="Arial" charset="0"/>
            </a:endParaRPr>
          </a:p>
        </p:txBody>
      </p:sp>
      <p:sp>
        <p:nvSpPr>
          <p:cNvPr id="124933" name="Rectangle 3"/>
          <p:cNvSpPr>
            <a:spLocks noGrp="1" noChangeArrowheads="1"/>
          </p:cNvSpPr>
          <p:nvPr>
            <p:ph type="title"/>
          </p:nvPr>
        </p:nvSpPr>
        <p:spPr/>
        <p:txBody>
          <a:bodyPr/>
          <a:lstStyle/>
          <a:p>
            <a:r>
              <a:rPr lang="en-US" sz="4000">
                <a:latin typeface="Arial" charset="0"/>
              </a:rPr>
              <a:t>Combining</a:t>
            </a:r>
          </a:p>
        </p:txBody>
      </p:sp>
      <p:sp>
        <p:nvSpPr>
          <p:cNvPr id="124934" name="Freeform 4"/>
          <p:cNvSpPr>
            <a:spLocks/>
          </p:cNvSpPr>
          <p:nvPr/>
        </p:nvSpPr>
        <p:spPr bwMode="auto">
          <a:xfrm>
            <a:off x="487363" y="3268663"/>
            <a:ext cx="5068887" cy="2436812"/>
          </a:xfrm>
          <a:custGeom>
            <a:avLst/>
            <a:gdLst>
              <a:gd name="T0" fmla="*/ 2147483647 w 3193"/>
              <a:gd name="T1" fmla="*/ 2147483647 h 1535"/>
              <a:gd name="T2" fmla="*/ 2147483647 w 3193"/>
              <a:gd name="T3" fmla="*/ 2147483647 h 1535"/>
              <a:gd name="T4" fmla="*/ 2147483647 w 3193"/>
              <a:gd name="T5" fmla="*/ 2147483647 h 1535"/>
              <a:gd name="T6" fmla="*/ 2147483647 w 3193"/>
              <a:gd name="T7" fmla="*/ 2147483647 h 1535"/>
              <a:gd name="T8" fmla="*/ 2147483647 w 3193"/>
              <a:gd name="T9" fmla="*/ 2147483647 h 1535"/>
              <a:gd name="T10" fmla="*/ 0 60000 65536"/>
              <a:gd name="T11" fmla="*/ 0 60000 65536"/>
              <a:gd name="T12" fmla="*/ 0 60000 65536"/>
              <a:gd name="T13" fmla="*/ 0 60000 65536"/>
              <a:gd name="T14" fmla="*/ 0 60000 65536"/>
              <a:gd name="T15" fmla="*/ 0 w 3193"/>
              <a:gd name="T16" fmla="*/ 0 h 1535"/>
              <a:gd name="T17" fmla="*/ 3193 w 3193"/>
              <a:gd name="T18" fmla="*/ 1535 h 1535"/>
            </a:gdLst>
            <a:ahLst/>
            <a:cxnLst>
              <a:cxn ang="T10">
                <a:pos x="T0" y="T1"/>
              </a:cxn>
              <a:cxn ang="T11">
                <a:pos x="T2" y="T3"/>
              </a:cxn>
              <a:cxn ang="T12">
                <a:pos x="T4" y="T5"/>
              </a:cxn>
              <a:cxn ang="T13">
                <a:pos x="T6" y="T7"/>
              </a:cxn>
              <a:cxn ang="T14">
                <a:pos x="T8" y="T9"/>
              </a:cxn>
            </a:cxnLst>
            <a:rect l="T15" t="T16" r="T17" b="T18"/>
            <a:pathLst>
              <a:path w="3193" h="1535">
                <a:moveTo>
                  <a:pt x="3129" y="1119"/>
                </a:moveTo>
                <a:cubicBezTo>
                  <a:pt x="3063" y="1173"/>
                  <a:pt x="3193" y="1410"/>
                  <a:pt x="2745" y="1445"/>
                </a:cubicBezTo>
                <a:cubicBezTo>
                  <a:pt x="2297" y="1480"/>
                  <a:pt x="882" y="1535"/>
                  <a:pt x="441" y="1330"/>
                </a:cubicBezTo>
                <a:cubicBezTo>
                  <a:pt x="0" y="1125"/>
                  <a:pt x="61" y="432"/>
                  <a:pt x="96" y="216"/>
                </a:cubicBezTo>
                <a:cubicBezTo>
                  <a:pt x="131" y="0"/>
                  <a:pt x="537" y="72"/>
                  <a:pt x="653" y="34"/>
                </a:cubicBezTo>
              </a:path>
            </a:pathLst>
          </a:custGeom>
          <a:noFill/>
          <a:ln w="76200">
            <a:solidFill>
              <a:srgbClr val="FF0000"/>
            </a:solidFill>
            <a:prstDash val="sysDot"/>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dirty="0">
              <a:latin typeface="Arial" pitchFamily="34" charset="0"/>
            </a:endParaRPr>
          </a:p>
        </p:txBody>
      </p:sp>
      <p:sp>
        <p:nvSpPr>
          <p:cNvPr id="124935" name="Freeform 5"/>
          <p:cNvSpPr>
            <a:spLocks/>
          </p:cNvSpPr>
          <p:nvPr/>
        </p:nvSpPr>
        <p:spPr bwMode="auto">
          <a:xfrm>
            <a:off x="1955800" y="3124200"/>
            <a:ext cx="4579938" cy="1539875"/>
          </a:xfrm>
          <a:custGeom>
            <a:avLst/>
            <a:gdLst>
              <a:gd name="T0" fmla="*/ 2147483647 w 2885"/>
              <a:gd name="T1" fmla="*/ 0 h 970"/>
              <a:gd name="T2" fmla="*/ 2147483647 w 2885"/>
              <a:gd name="T3" fmla="*/ 2147483647 h 970"/>
              <a:gd name="T4" fmla="*/ 2147483647 w 2885"/>
              <a:gd name="T5" fmla="*/ 2147483647 h 970"/>
              <a:gd name="T6" fmla="*/ 2147483647 w 2885"/>
              <a:gd name="T7" fmla="*/ 2147483647 h 970"/>
              <a:gd name="T8" fmla="*/ 0 60000 65536"/>
              <a:gd name="T9" fmla="*/ 0 60000 65536"/>
              <a:gd name="T10" fmla="*/ 0 60000 65536"/>
              <a:gd name="T11" fmla="*/ 0 60000 65536"/>
              <a:gd name="T12" fmla="*/ 0 w 2885"/>
              <a:gd name="T13" fmla="*/ 0 h 970"/>
              <a:gd name="T14" fmla="*/ 2885 w 2885"/>
              <a:gd name="T15" fmla="*/ 970 h 970"/>
            </a:gdLst>
            <a:ahLst/>
            <a:cxnLst>
              <a:cxn ang="T8">
                <a:pos x="T0" y="T1"/>
              </a:cxn>
              <a:cxn ang="T9">
                <a:pos x="T2" y="T3"/>
              </a:cxn>
              <a:cxn ang="T10">
                <a:pos x="T4" y="T5"/>
              </a:cxn>
              <a:cxn ang="T11">
                <a:pos x="T6" y="T7"/>
              </a:cxn>
            </a:cxnLst>
            <a:rect l="T12" t="T13" r="T14" b="T15"/>
            <a:pathLst>
              <a:path w="2885" h="970">
                <a:moveTo>
                  <a:pt x="2752" y="0"/>
                </a:moveTo>
                <a:cubicBezTo>
                  <a:pt x="2709" y="102"/>
                  <a:pt x="2885" y="502"/>
                  <a:pt x="2493" y="614"/>
                </a:cubicBezTo>
                <a:cubicBezTo>
                  <a:pt x="2101" y="726"/>
                  <a:pt x="800" y="613"/>
                  <a:pt x="400" y="672"/>
                </a:cubicBezTo>
                <a:cubicBezTo>
                  <a:pt x="0" y="731"/>
                  <a:pt x="157" y="908"/>
                  <a:pt x="93" y="970"/>
                </a:cubicBezTo>
              </a:path>
            </a:pathLst>
          </a:custGeom>
          <a:noFill/>
          <a:ln w="76200">
            <a:solidFill>
              <a:srgbClr val="FF0000"/>
            </a:solidFill>
            <a:prstDash val="sysDot"/>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dirty="0">
              <a:latin typeface="Arial" pitchFamily="34" charset="0"/>
            </a:endParaRPr>
          </a:p>
        </p:txBody>
      </p:sp>
      <p:sp>
        <p:nvSpPr>
          <p:cNvPr id="124936" name="Freeform 6"/>
          <p:cNvSpPr>
            <a:spLocks/>
          </p:cNvSpPr>
          <p:nvPr/>
        </p:nvSpPr>
        <p:spPr bwMode="auto">
          <a:xfrm>
            <a:off x="1800225" y="3429000"/>
            <a:ext cx="3900488" cy="838200"/>
          </a:xfrm>
          <a:custGeom>
            <a:avLst/>
            <a:gdLst>
              <a:gd name="T0" fmla="*/ 2147483647 w 2457"/>
              <a:gd name="T1" fmla="*/ 0 h 528"/>
              <a:gd name="T2" fmla="*/ 2147483647 w 2457"/>
              <a:gd name="T3" fmla="*/ 2147483647 h 528"/>
              <a:gd name="T4" fmla="*/ 2147483647 w 2457"/>
              <a:gd name="T5" fmla="*/ 2147483647 h 528"/>
              <a:gd name="T6" fmla="*/ 2147483647 w 2457"/>
              <a:gd name="T7" fmla="*/ 2147483647 h 528"/>
              <a:gd name="T8" fmla="*/ 0 60000 65536"/>
              <a:gd name="T9" fmla="*/ 0 60000 65536"/>
              <a:gd name="T10" fmla="*/ 0 60000 65536"/>
              <a:gd name="T11" fmla="*/ 0 60000 65536"/>
              <a:gd name="T12" fmla="*/ 0 w 2457"/>
              <a:gd name="T13" fmla="*/ 0 h 528"/>
              <a:gd name="T14" fmla="*/ 2457 w 2457"/>
              <a:gd name="T15" fmla="*/ 528 h 528"/>
            </a:gdLst>
            <a:ahLst/>
            <a:cxnLst>
              <a:cxn ang="T8">
                <a:pos x="T0" y="T1"/>
              </a:cxn>
              <a:cxn ang="T9">
                <a:pos x="T2" y="T3"/>
              </a:cxn>
              <a:cxn ang="T10">
                <a:pos x="T4" y="T5"/>
              </a:cxn>
              <a:cxn ang="T11">
                <a:pos x="T6" y="T7"/>
              </a:cxn>
            </a:cxnLst>
            <a:rect l="T12" t="T13" r="T14" b="T15"/>
            <a:pathLst>
              <a:path w="2457" h="528">
                <a:moveTo>
                  <a:pt x="2418" y="0"/>
                </a:moveTo>
                <a:cubicBezTo>
                  <a:pt x="2367" y="43"/>
                  <a:pt x="2457" y="213"/>
                  <a:pt x="2111" y="259"/>
                </a:cubicBezTo>
                <a:cubicBezTo>
                  <a:pt x="1765" y="305"/>
                  <a:pt x="688" y="233"/>
                  <a:pt x="344" y="278"/>
                </a:cubicBezTo>
                <a:cubicBezTo>
                  <a:pt x="0" y="323"/>
                  <a:pt x="109" y="476"/>
                  <a:pt x="47" y="528"/>
                </a:cubicBezTo>
              </a:path>
            </a:pathLst>
          </a:custGeom>
          <a:noFill/>
          <a:ln w="7620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dirty="0">
              <a:latin typeface="Arial" pitchFamily="34" charset="0"/>
            </a:endParaRPr>
          </a:p>
        </p:txBody>
      </p:sp>
    </p:spTree>
  </p:cSld>
  <p:clrMapOvr>
    <a:masterClrMapping/>
  </p:clrMapOvr>
  <p:transition spd="slow"/>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126978"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FEDF3F45-716F-F749-AD47-0676CD42A2EE}" type="slidenum">
              <a:rPr lang="ar-SA" sz="1400" b="0">
                <a:solidFill>
                  <a:schemeClr val="tx1"/>
                </a:solidFill>
                <a:latin typeface="Arial" charset="0"/>
                <a:cs typeface="Arial" charset="0"/>
              </a:rPr>
              <a:pPr/>
              <a:t>55</a:t>
            </a:fld>
            <a:endParaRPr lang="en-US" sz="1400" b="0">
              <a:solidFill>
                <a:schemeClr val="tx1"/>
              </a:solidFill>
              <a:latin typeface="Arial" charset="0"/>
              <a:cs typeface="Arial" charset="0"/>
            </a:endParaRPr>
          </a:p>
        </p:txBody>
      </p:sp>
      <p:pic>
        <p:nvPicPr>
          <p:cNvPr id="126979" name="Picture 8"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6980" name="Rectangle 2"/>
          <p:cNvSpPr>
            <a:spLocks noGrp="1" noChangeArrowheads="1"/>
          </p:cNvSpPr>
          <p:nvPr>
            <p:ph type="body" idx="1"/>
          </p:nvPr>
        </p:nvSpPr>
        <p:spPr/>
        <p:txBody>
          <a:bodyPr/>
          <a:lstStyle/>
          <a:p>
            <a:r>
              <a:rPr lang="en-US" sz="3600">
                <a:solidFill>
                  <a:schemeClr val="folHlink"/>
                </a:solidFill>
                <a:latin typeface="Arial" charset="0"/>
              </a:rPr>
              <a:t>Assumptions:</a:t>
            </a:r>
            <a:endParaRPr lang="en-US" sz="2800" baseline="-25000">
              <a:solidFill>
                <a:schemeClr val="folHlink"/>
              </a:solidFill>
              <a:latin typeface="Arial" charset="0"/>
            </a:endParaRPr>
          </a:p>
          <a:p>
            <a:pPr lvl="1"/>
            <a:r>
              <a:rPr lang="en-US" sz="2400" b="1">
                <a:solidFill>
                  <a:schemeClr val="tx1"/>
                </a:solidFill>
                <a:latin typeface="Arial" charset="0"/>
                <a:cs typeface="Arial" charset="0"/>
              </a:rPr>
              <a:t>read</a:t>
            </a:r>
            <a:r>
              <a:rPr lang="en-US" sz="2400" b="1" baseline="-25000">
                <a:solidFill>
                  <a:schemeClr val="tx1"/>
                </a:solidFill>
                <a:latin typeface="Arial" charset="0"/>
                <a:cs typeface="Arial" charset="0"/>
              </a:rPr>
              <a:t>A</a:t>
            </a:r>
            <a:r>
              <a:rPr lang="en-US" sz="2400" b="1">
                <a:solidFill>
                  <a:schemeClr val="tx1"/>
                </a:solidFill>
                <a:latin typeface="Arial" charset="0"/>
                <a:cs typeface="Arial" charset="0"/>
              </a:rPr>
              <a:t>(flag[B]==false) </a:t>
            </a:r>
            <a:r>
              <a:rPr lang="en-US" sz="2400" b="1">
                <a:solidFill>
                  <a:srgbClr val="FF0000"/>
                </a:solidFill>
                <a:latin typeface="Arial" charset="0"/>
                <a:cs typeface="Arial" charset="0"/>
                <a:sym typeface="Wingdings" charset="0"/>
              </a:rPr>
              <a:t></a:t>
            </a:r>
            <a:r>
              <a:rPr lang="en-US" sz="2400" b="1">
                <a:solidFill>
                  <a:schemeClr val="tx1"/>
                </a:solidFill>
                <a:latin typeface="Arial" charset="0"/>
                <a:cs typeface="Arial" charset="0"/>
              </a:rPr>
              <a:t> write</a:t>
            </a:r>
            <a:r>
              <a:rPr lang="en-US" sz="2400" b="1" baseline="-25000">
                <a:solidFill>
                  <a:schemeClr val="tx1"/>
                </a:solidFill>
                <a:latin typeface="Arial" charset="0"/>
                <a:cs typeface="Arial" charset="0"/>
              </a:rPr>
              <a:t>B</a:t>
            </a:r>
            <a:r>
              <a:rPr lang="en-US" sz="2400" b="1">
                <a:solidFill>
                  <a:schemeClr val="tx1"/>
                </a:solidFill>
                <a:latin typeface="Arial" charset="0"/>
                <a:cs typeface="Arial" charset="0"/>
              </a:rPr>
              <a:t>(flag[B]=true)</a:t>
            </a:r>
          </a:p>
          <a:p>
            <a:pPr lvl="1"/>
            <a:r>
              <a:rPr lang="en-US" sz="2400" b="1">
                <a:solidFill>
                  <a:schemeClr val="tx1"/>
                </a:solidFill>
                <a:latin typeface="Arial" charset="0"/>
                <a:cs typeface="Arial" charset="0"/>
              </a:rPr>
              <a:t>read</a:t>
            </a:r>
            <a:r>
              <a:rPr lang="en-US" sz="2400" b="1" baseline="-25000">
                <a:solidFill>
                  <a:schemeClr val="tx1"/>
                </a:solidFill>
                <a:latin typeface="Arial" charset="0"/>
                <a:cs typeface="Arial" charset="0"/>
              </a:rPr>
              <a:t>B</a:t>
            </a:r>
            <a:r>
              <a:rPr lang="en-US" sz="2400" b="1">
                <a:solidFill>
                  <a:schemeClr val="tx1"/>
                </a:solidFill>
                <a:latin typeface="Arial" charset="0"/>
                <a:cs typeface="Arial" charset="0"/>
              </a:rPr>
              <a:t>(flag[A]==false) </a:t>
            </a:r>
            <a:r>
              <a:rPr lang="en-US" sz="2400" b="1">
                <a:solidFill>
                  <a:srgbClr val="FF0000"/>
                </a:solidFill>
                <a:latin typeface="Arial" charset="0"/>
                <a:cs typeface="Arial" charset="0"/>
                <a:sym typeface="Wingdings" charset="0"/>
              </a:rPr>
              <a:t></a:t>
            </a:r>
            <a:r>
              <a:rPr lang="en-US" sz="2400" b="1">
                <a:solidFill>
                  <a:schemeClr val="tx1"/>
                </a:solidFill>
                <a:latin typeface="Arial" charset="0"/>
                <a:cs typeface="Arial" charset="0"/>
              </a:rPr>
              <a:t> write</a:t>
            </a:r>
            <a:r>
              <a:rPr lang="en-US" sz="2400" b="1" baseline="-25000">
                <a:solidFill>
                  <a:schemeClr val="tx1"/>
                </a:solidFill>
                <a:latin typeface="Arial" charset="0"/>
                <a:cs typeface="Arial" charset="0"/>
              </a:rPr>
              <a:t>A</a:t>
            </a:r>
            <a:r>
              <a:rPr lang="en-US" sz="2400" b="1">
                <a:solidFill>
                  <a:schemeClr val="tx1"/>
                </a:solidFill>
                <a:latin typeface="Arial" charset="0"/>
                <a:cs typeface="Arial" charset="0"/>
              </a:rPr>
              <a:t>(flag[A]=true)</a:t>
            </a:r>
          </a:p>
          <a:p>
            <a:r>
              <a:rPr lang="en-US" sz="3600">
                <a:solidFill>
                  <a:schemeClr val="folHlink"/>
                </a:solidFill>
                <a:latin typeface="Arial" charset="0"/>
              </a:rPr>
              <a:t>From the code</a:t>
            </a:r>
          </a:p>
          <a:p>
            <a:pPr lvl="1"/>
            <a:r>
              <a:rPr lang="en-US" sz="2400" b="1">
                <a:solidFill>
                  <a:schemeClr val="tx1"/>
                </a:solidFill>
                <a:latin typeface="Arial" charset="0"/>
                <a:cs typeface="Arial" charset="0"/>
              </a:rPr>
              <a:t>write</a:t>
            </a:r>
            <a:r>
              <a:rPr lang="en-US" sz="2400" b="1" baseline="-25000">
                <a:solidFill>
                  <a:schemeClr val="tx1"/>
                </a:solidFill>
                <a:latin typeface="Arial" charset="0"/>
                <a:cs typeface="Arial" charset="0"/>
              </a:rPr>
              <a:t>A</a:t>
            </a:r>
            <a:r>
              <a:rPr lang="en-US" sz="2400" b="1">
                <a:solidFill>
                  <a:schemeClr val="tx1"/>
                </a:solidFill>
                <a:latin typeface="Arial" charset="0"/>
                <a:cs typeface="Arial" charset="0"/>
              </a:rPr>
              <a:t>(flag[A]=true) </a:t>
            </a:r>
            <a:r>
              <a:rPr lang="en-US" sz="2400" b="1">
                <a:solidFill>
                  <a:srgbClr val="FF0000"/>
                </a:solidFill>
                <a:latin typeface="Arial" charset="0"/>
                <a:cs typeface="Arial" charset="0"/>
                <a:sym typeface="Wingdings" charset="0"/>
              </a:rPr>
              <a:t></a:t>
            </a:r>
            <a:r>
              <a:rPr lang="en-US" sz="2400" b="1">
                <a:solidFill>
                  <a:schemeClr val="tx1"/>
                </a:solidFill>
                <a:latin typeface="Arial" charset="0"/>
                <a:cs typeface="Arial" charset="0"/>
              </a:rPr>
              <a:t> read</a:t>
            </a:r>
            <a:r>
              <a:rPr lang="en-US" sz="2400" b="1" baseline="-25000">
                <a:solidFill>
                  <a:schemeClr val="tx1"/>
                </a:solidFill>
                <a:latin typeface="Arial" charset="0"/>
                <a:cs typeface="Arial" charset="0"/>
              </a:rPr>
              <a:t>A</a:t>
            </a:r>
            <a:r>
              <a:rPr lang="en-US" sz="2400" b="1">
                <a:solidFill>
                  <a:schemeClr val="tx1"/>
                </a:solidFill>
                <a:latin typeface="Arial" charset="0"/>
                <a:cs typeface="Arial" charset="0"/>
              </a:rPr>
              <a:t>(flag[B]==false)</a:t>
            </a:r>
          </a:p>
          <a:p>
            <a:pPr lvl="1"/>
            <a:r>
              <a:rPr lang="en-US" sz="2400" b="1">
                <a:solidFill>
                  <a:schemeClr val="tx1"/>
                </a:solidFill>
                <a:latin typeface="Arial" charset="0"/>
                <a:cs typeface="Arial" charset="0"/>
              </a:rPr>
              <a:t>write</a:t>
            </a:r>
            <a:r>
              <a:rPr lang="en-US" sz="2400" b="1" baseline="-25000">
                <a:solidFill>
                  <a:schemeClr val="tx1"/>
                </a:solidFill>
                <a:latin typeface="Arial" charset="0"/>
                <a:cs typeface="Arial" charset="0"/>
              </a:rPr>
              <a:t>B</a:t>
            </a:r>
            <a:r>
              <a:rPr lang="en-US" sz="2400" b="1">
                <a:solidFill>
                  <a:schemeClr val="tx1"/>
                </a:solidFill>
                <a:latin typeface="Arial" charset="0"/>
                <a:cs typeface="Arial" charset="0"/>
              </a:rPr>
              <a:t>(flag[B]=true) </a:t>
            </a:r>
            <a:r>
              <a:rPr lang="en-US" sz="2400" b="1">
                <a:solidFill>
                  <a:srgbClr val="FF0000"/>
                </a:solidFill>
                <a:latin typeface="Arial" charset="0"/>
                <a:cs typeface="Arial" charset="0"/>
                <a:sym typeface="Wingdings" charset="0"/>
              </a:rPr>
              <a:t></a:t>
            </a:r>
            <a:r>
              <a:rPr lang="en-US" sz="2400" b="1">
                <a:solidFill>
                  <a:schemeClr val="tx1"/>
                </a:solidFill>
                <a:latin typeface="Arial" charset="0"/>
                <a:cs typeface="Arial" charset="0"/>
              </a:rPr>
              <a:t> read</a:t>
            </a:r>
            <a:r>
              <a:rPr lang="en-US" sz="2400" b="1" baseline="-25000">
                <a:solidFill>
                  <a:schemeClr val="tx1"/>
                </a:solidFill>
                <a:latin typeface="Arial" charset="0"/>
                <a:cs typeface="Arial" charset="0"/>
              </a:rPr>
              <a:t>B</a:t>
            </a:r>
            <a:r>
              <a:rPr lang="en-US" sz="2400" b="1">
                <a:solidFill>
                  <a:schemeClr val="tx1"/>
                </a:solidFill>
                <a:latin typeface="Arial" charset="0"/>
                <a:cs typeface="Arial" charset="0"/>
              </a:rPr>
              <a:t>(flag[A]==false)</a:t>
            </a:r>
          </a:p>
          <a:p>
            <a:pPr lvl="1"/>
            <a:endParaRPr lang="en-US" sz="3200" baseline="-25000">
              <a:solidFill>
                <a:schemeClr val="tx1"/>
              </a:solidFill>
              <a:latin typeface="Arial" charset="0"/>
              <a:cs typeface="Arial" charset="0"/>
            </a:endParaRPr>
          </a:p>
        </p:txBody>
      </p:sp>
      <p:sp>
        <p:nvSpPr>
          <p:cNvPr id="126981" name="Rectangle 3"/>
          <p:cNvSpPr>
            <a:spLocks noGrp="1" noChangeArrowheads="1"/>
          </p:cNvSpPr>
          <p:nvPr>
            <p:ph type="title"/>
          </p:nvPr>
        </p:nvSpPr>
        <p:spPr/>
        <p:txBody>
          <a:bodyPr/>
          <a:lstStyle/>
          <a:p>
            <a:r>
              <a:rPr lang="en-US" sz="4000">
                <a:latin typeface="Arial" charset="0"/>
              </a:rPr>
              <a:t>Combining</a:t>
            </a:r>
          </a:p>
        </p:txBody>
      </p:sp>
      <p:sp>
        <p:nvSpPr>
          <p:cNvPr id="126982" name="Freeform 4"/>
          <p:cNvSpPr>
            <a:spLocks/>
          </p:cNvSpPr>
          <p:nvPr/>
        </p:nvSpPr>
        <p:spPr bwMode="auto">
          <a:xfrm>
            <a:off x="487363" y="3268663"/>
            <a:ext cx="5068887" cy="2436812"/>
          </a:xfrm>
          <a:custGeom>
            <a:avLst/>
            <a:gdLst>
              <a:gd name="T0" fmla="*/ 2147483647 w 3193"/>
              <a:gd name="T1" fmla="*/ 2147483647 h 1535"/>
              <a:gd name="T2" fmla="*/ 2147483647 w 3193"/>
              <a:gd name="T3" fmla="*/ 2147483647 h 1535"/>
              <a:gd name="T4" fmla="*/ 2147483647 w 3193"/>
              <a:gd name="T5" fmla="*/ 2147483647 h 1535"/>
              <a:gd name="T6" fmla="*/ 2147483647 w 3193"/>
              <a:gd name="T7" fmla="*/ 2147483647 h 1535"/>
              <a:gd name="T8" fmla="*/ 2147483647 w 3193"/>
              <a:gd name="T9" fmla="*/ 2147483647 h 1535"/>
              <a:gd name="T10" fmla="*/ 0 60000 65536"/>
              <a:gd name="T11" fmla="*/ 0 60000 65536"/>
              <a:gd name="T12" fmla="*/ 0 60000 65536"/>
              <a:gd name="T13" fmla="*/ 0 60000 65536"/>
              <a:gd name="T14" fmla="*/ 0 60000 65536"/>
              <a:gd name="T15" fmla="*/ 0 w 3193"/>
              <a:gd name="T16" fmla="*/ 0 h 1535"/>
              <a:gd name="T17" fmla="*/ 3193 w 3193"/>
              <a:gd name="T18" fmla="*/ 1535 h 1535"/>
            </a:gdLst>
            <a:ahLst/>
            <a:cxnLst>
              <a:cxn ang="T10">
                <a:pos x="T0" y="T1"/>
              </a:cxn>
              <a:cxn ang="T11">
                <a:pos x="T2" y="T3"/>
              </a:cxn>
              <a:cxn ang="T12">
                <a:pos x="T4" y="T5"/>
              </a:cxn>
              <a:cxn ang="T13">
                <a:pos x="T6" y="T7"/>
              </a:cxn>
              <a:cxn ang="T14">
                <a:pos x="T8" y="T9"/>
              </a:cxn>
            </a:cxnLst>
            <a:rect l="T15" t="T16" r="T17" b="T18"/>
            <a:pathLst>
              <a:path w="3193" h="1535">
                <a:moveTo>
                  <a:pt x="3129" y="1119"/>
                </a:moveTo>
                <a:cubicBezTo>
                  <a:pt x="3063" y="1173"/>
                  <a:pt x="3193" y="1410"/>
                  <a:pt x="2745" y="1445"/>
                </a:cubicBezTo>
                <a:cubicBezTo>
                  <a:pt x="2297" y="1480"/>
                  <a:pt x="882" y="1535"/>
                  <a:pt x="441" y="1330"/>
                </a:cubicBezTo>
                <a:cubicBezTo>
                  <a:pt x="0" y="1125"/>
                  <a:pt x="61" y="432"/>
                  <a:pt x="96" y="216"/>
                </a:cubicBezTo>
                <a:cubicBezTo>
                  <a:pt x="131" y="0"/>
                  <a:pt x="537" y="72"/>
                  <a:pt x="653" y="34"/>
                </a:cubicBezTo>
              </a:path>
            </a:pathLst>
          </a:custGeom>
          <a:noFill/>
          <a:ln w="76200">
            <a:solidFill>
              <a:srgbClr val="FF0000"/>
            </a:solidFill>
            <a:prstDash val="sysDot"/>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dirty="0">
              <a:latin typeface="Arial" pitchFamily="34" charset="0"/>
            </a:endParaRPr>
          </a:p>
        </p:txBody>
      </p:sp>
      <p:sp>
        <p:nvSpPr>
          <p:cNvPr id="126983" name="Freeform 5"/>
          <p:cNvSpPr>
            <a:spLocks/>
          </p:cNvSpPr>
          <p:nvPr/>
        </p:nvSpPr>
        <p:spPr bwMode="auto">
          <a:xfrm>
            <a:off x="1955800" y="3124200"/>
            <a:ext cx="4579938" cy="1539875"/>
          </a:xfrm>
          <a:custGeom>
            <a:avLst/>
            <a:gdLst>
              <a:gd name="T0" fmla="*/ 2147483647 w 2885"/>
              <a:gd name="T1" fmla="*/ 0 h 970"/>
              <a:gd name="T2" fmla="*/ 2147483647 w 2885"/>
              <a:gd name="T3" fmla="*/ 2147483647 h 970"/>
              <a:gd name="T4" fmla="*/ 2147483647 w 2885"/>
              <a:gd name="T5" fmla="*/ 2147483647 h 970"/>
              <a:gd name="T6" fmla="*/ 2147483647 w 2885"/>
              <a:gd name="T7" fmla="*/ 2147483647 h 970"/>
              <a:gd name="T8" fmla="*/ 0 60000 65536"/>
              <a:gd name="T9" fmla="*/ 0 60000 65536"/>
              <a:gd name="T10" fmla="*/ 0 60000 65536"/>
              <a:gd name="T11" fmla="*/ 0 60000 65536"/>
              <a:gd name="T12" fmla="*/ 0 w 2885"/>
              <a:gd name="T13" fmla="*/ 0 h 970"/>
              <a:gd name="T14" fmla="*/ 2885 w 2885"/>
              <a:gd name="T15" fmla="*/ 970 h 970"/>
            </a:gdLst>
            <a:ahLst/>
            <a:cxnLst>
              <a:cxn ang="T8">
                <a:pos x="T0" y="T1"/>
              </a:cxn>
              <a:cxn ang="T9">
                <a:pos x="T2" y="T3"/>
              </a:cxn>
              <a:cxn ang="T10">
                <a:pos x="T4" y="T5"/>
              </a:cxn>
              <a:cxn ang="T11">
                <a:pos x="T6" y="T7"/>
              </a:cxn>
            </a:cxnLst>
            <a:rect l="T12" t="T13" r="T14" b="T15"/>
            <a:pathLst>
              <a:path w="2885" h="970">
                <a:moveTo>
                  <a:pt x="2752" y="0"/>
                </a:moveTo>
                <a:cubicBezTo>
                  <a:pt x="2709" y="102"/>
                  <a:pt x="2885" y="502"/>
                  <a:pt x="2493" y="614"/>
                </a:cubicBezTo>
                <a:cubicBezTo>
                  <a:pt x="2101" y="726"/>
                  <a:pt x="800" y="613"/>
                  <a:pt x="400" y="672"/>
                </a:cubicBezTo>
                <a:cubicBezTo>
                  <a:pt x="0" y="731"/>
                  <a:pt x="157" y="908"/>
                  <a:pt x="93" y="970"/>
                </a:cubicBezTo>
              </a:path>
            </a:pathLst>
          </a:custGeom>
          <a:noFill/>
          <a:ln w="76200">
            <a:solidFill>
              <a:srgbClr val="FF0000"/>
            </a:solidFill>
            <a:prstDash val="sysDot"/>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dirty="0">
              <a:latin typeface="Arial" pitchFamily="34" charset="0"/>
            </a:endParaRPr>
          </a:p>
        </p:txBody>
      </p:sp>
      <p:sp>
        <p:nvSpPr>
          <p:cNvPr id="126984" name="Freeform 6"/>
          <p:cNvSpPr>
            <a:spLocks/>
          </p:cNvSpPr>
          <p:nvPr/>
        </p:nvSpPr>
        <p:spPr bwMode="auto">
          <a:xfrm>
            <a:off x="1800225" y="3429000"/>
            <a:ext cx="3900488" cy="838200"/>
          </a:xfrm>
          <a:custGeom>
            <a:avLst/>
            <a:gdLst>
              <a:gd name="T0" fmla="*/ 2147483647 w 2457"/>
              <a:gd name="T1" fmla="*/ 0 h 528"/>
              <a:gd name="T2" fmla="*/ 2147483647 w 2457"/>
              <a:gd name="T3" fmla="*/ 2147483647 h 528"/>
              <a:gd name="T4" fmla="*/ 2147483647 w 2457"/>
              <a:gd name="T5" fmla="*/ 2147483647 h 528"/>
              <a:gd name="T6" fmla="*/ 2147483647 w 2457"/>
              <a:gd name="T7" fmla="*/ 2147483647 h 528"/>
              <a:gd name="T8" fmla="*/ 0 60000 65536"/>
              <a:gd name="T9" fmla="*/ 0 60000 65536"/>
              <a:gd name="T10" fmla="*/ 0 60000 65536"/>
              <a:gd name="T11" fmla="*/ 0 60000 65536"/>
              <a:gd name="T12" fmla="*/ 0 w 2457"/>
              <a:gd name="T13" fmla="*/ 0 h 528"/>
              <a:gd name="T14" fmla="*/ 2457 w 2457"/>
              <a:gd name="T15" fmla="*/ 528 h 528"/>
            </a:gdLst>
            <a:ahLst/>
            <a:cxnLst>
              <a:cxn ang="T8">
                <a:pos x="T0" y="T1"/>
              </a:cxn>
              <a:cxn ang="T9">
                <a:pos x="T2" y="T3"/>
              </a:cxn>
              <a:cxn ang="T10">
                <a:pos x="T4" y="T5"/>
              </a:cxn>
              <a:cxn ang="T11">
                <a:pos x="T6" y="T7"/>
              </a:cxn>
            </a:cxnLst>
            <a:rect l="T12" t="T13" r="T14" b="T15"/>
            <a:pathLst>
              <a:path w="2457" h="528">
                <a:moveTo>
                  <a:pt x="2418" y="0"/>
                </a:moveTo>
                <a:cubicBezTo>
                  <a:pt x="2367" y="43"/>
                  <a:pt x="2457" y="213"/>
                  <a:pt x="2111" y="259"/>
                </a:cubicBezTo>
                <a:cubicBezTo>
                  <a:pt x="1765" y="305"/>
                  <a:pt x="688" y="233"/>
                  <a:pt x="344" y="278"/>
                </a:cubicBezTo>
                <a:cubicBezTo>
                  <a:pt x="0" y="323"/>
                  <a:pt x="109" y="476"/>
                  <a:pt x="47" y="528"/>
                </a:cubicBezTo>
              </a:path>
            </a:pathLst>
          </a:custGeom>
          <a:noFill/>
          <a:ln w="76200">
            <a:solidFill>
              <a:srgbClr val="FF0000"/>
            </a:solidFill>
            <a:prstDash val="sysDot"/>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dirty="0">
              <a:latin typeface="Arial" pitchFamily="34" charset="0"/>
            </a:endParaRPr>
          </a:p>
        </p:txBody>
      </p:sp>
      <p:sp>
        <p:nvSpPr>
          <p:cNvPr id="126985" name="Freeform 7"/>
          <p:cNvSpPr>
            <a:spLocks/>
          </p:cNvSpPr>
          <p:nvPr/>
        </p:nvSpPr>
        <p:spPr bwMode="auto">
          <a:xfrm>
            <a:off x="1935163" y="2130425"/>
            <a:ext cx="4865687" cy="2030413"/>
          </a:xfrm>
          <a:custGeom>
            <a:avLst/>
            <a:gdLst>
              <a:gd name="T0" fmla="*/ 2147483647 w 3065"/>
              <a:gd name="T1" fmla="*/ 2147483647 h 1279"/>
              <a:gd name="T2" fmla="*/ 2147483647 w 3065"/>
              <a:gd name="T3" fmla="*/ 2147483647 h 1279"/>
              <a:gd name="T4" fmla="*/ 2147483647 w 3065"/>
              <a:gd name="T5" fmla="*/ 2147483647 h 1279"/>
              <a:gd name="T6" fmla="*/ 0 w 3065"/>
              <a:gd name="T7" fmla="*/ 2147483647 h 1279"/>
              <a:gd name="T8" fmla="*/ 0 60000 65536"/>
              <a:gd name="T9" fmla="*/ 0 60000 65536"/>
              <a:gd name="T10" fmla="*/ 0 60000 65536"/>
              <a:gd name="T11" fmla="*/ 0 60000 65536"/>
              <a:gd name="T12" fmla="*/ 0 w 3065"/>
              <a:gd name="T13" fmla="*/ 0 h 1279"/>
              <a:gd name="T14" fmla="*/ 3065 w 3065"/>
              <a:gd name="T15" fmla="*/ 1279 h 1279"/>
            </a:gdLst>
            <a:ahLst/>
            <a:cxnLst>
              <a:cxn ang="T8">
                <a:pos x="T0" y="T1"/>
              </a:cxn>
              <a:cxn ang="T9">
                <a:pos x="T2" y="T3"/>
              </a:cxn>
              <a:cxn ang="T10">
                <a:pos x="T4" y="T5"/>
              </a:cxn>
              <a:cxn ang="T11">
                <a:pos x="T6" y="T7"/>
              </a:cxn>
            </a:cxnLst>
            <a:rect l="T12" t="T13" r="T14" b="T15"/>
            <a:pathLst>
              <a:path w="3065" h="1279">
                <a:moveTo>
                  <a:pt x="2899" y="1279"/>
                </a:moveTo>
                <a:cubicBezTo>
                  <a:pt x="2859" y="1098"/>
                  <a:pt x="3065" y="388"/>
                  <a:pt x="2659" y="194"/>
                </a:cubicBezTo>
                <a:cubicBezTo>
                  <a:pt x="2253" y="0"/>
                  <a:pt x="904" y="90"/>
                  <a:pt x="461" y="117"/>
                </a:cubicBezTo>
                <a:cubicBezTo>
                  <a:pt x="18" y="144"/>
                  <a:pt x="96" y="307"/>
                  <a:pt x="0" y="357"/>
                </a:cubicBezTo>
              </a:path>
            </a:pathLst>
          </a:custGeom>
          <a:noFill/>
          <a:ln w="7620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dirty="0">
              <a:latin typeface="Arial" pitchFamily="34" charset="0"/>
            </a:endParaRPr>
          </a:p>
        </p:txBody>
      </p:sp>
    </p:spTree>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129026"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3991440F-5C79-6540-BB6B-C98EFEE0A1AD}" type="slidenum">
              <a:rPr lang="ar-SA" sz="1400" b="0">
                <a:solidFill>
                  <a:schemeClr val="tx1"/>
                </a:solidFill>
                <a:latin typeface="Arial" charset="0"/>
                <a:cs typeface="Arial" charset="0"/>
              </a:rPr>
              <a:pPr/>
              <a:t>56</a:t>
            </a:fld>
            <a:endParaRPr lang="en-US" sz="1400" b="0">
              <a:solidFill>
                <a:schemeClr val="tx1"/>
              </a:solidFill>
              <a:latin typeface="Arial" charset="0"/>
              <a:cs typeface="Arial" charset="0"/>
            </a:endParaRPr>
          </a:p>
        </p:txBody>
      </p:sp>
      <p:pic>
        <p:nvPicPr>
          <p:cNvPr id="129027" name="Picture 12"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9028" name="Rectangle 2"/>
          <p:cNvSpPr>
            <a:spLocks noGrp="1" noChangeArrowheads="1"/>
          </p:cNvSpPr>
          <p:nvPr>
            <p:ph type="body" idx="1"/>
          </p:nvPr>
        </p:nvSpPr>
        <p:spPr/>
        <p:txBody>
          <a:bodyPr/>
          <a:lstStyle/>
          <a:p>
            <a:r>
              <a:rPr lang="en-US" sz="3600">
                <a:solidFill>
                  <a:schemeClr val="folHlink"/>
                </a:solidFill>
                <a:latin typeface="Arial" charset="0"/>
              </a:rPr>
              <a:t>Assumptions:</a:t>
            </a:r>
            <a:endParaRPr lang="en-US" sz="2800" baseline="-25000">
              <a:solidFill>
                <a:schemeClr val="folHlink"/>
              </a:solidFill>
              <a:latin typeface="Arial" charset="0"/>
            </a:endParaRPr>
          </a:p>
          <a:p>
            <a:pPr lvl="1"/>
            <a:r>
              <a:rPr lang="en-US" sz="2400" b="1">
                <a:solidFill>
                  <a:schemeClr val="tx1"/>
                </a:solidFill>
                <a:latin typeface="Arial" charset="0"/>
                <a:cs typeface="Arial" charset="0"/>
              </a:rPr>
              <a:t>read</a:t>
            </a:r>
            <a:r>
              <a:rPr lang="en-US" sz="2400" b="1" baseline="-25000">
                <a:solidFill>
                  <a:schemeClr val="tx1"/>
                </a:solidFill>
                <a:latin typeface="Arial" charset="0"/>
                <a:cs typeface="Arial" charset="0"/>
              </a:rPr>
              <a:t>A</a:t>
            </a:r>
            <a:r>
              <a:rPr lang="en-US" sz="2400" b="1">
                <a:solidFill>
                  <a:schemeClr val="tx1"/>
                </a:solidFill>
                <a:latin typeface="Arial" charset="0"/>
                <a:cs typeface="Arial" charset="0"/>
              </a:rPr>
              <a:t>(flag[B]==false) </a:t>
            </a:r>
            <a:r>
              <a:rPr lang="en-US" sz="2400" b="1">
                <a:solidFill>
                  <a:srgbClr val="FF0000"/>
                </a:solidFill>
                <a:latin typeface="Arial" charset="0"/>
                <a:cs typeface="Arial" charset="0"/>
                <a:sym typeface="Wingdings" charset="0"/>
              </a:rPr>
              <a:t></a:t>
            </a:r>
            <a:r>
              <a:rPr lang="en-US" sz="2400" b="1">
                <a:solidFill>
                  <a:schemeClr val="tx1"/>
                </a:solidFill>
                <a:latin typeface="Arial" charset="0"/>
                <a:cs typeface="Arial" charset="0"/>
              </a:rPr>
              <a:t> write</a:t>
            </a:r>
            <a:r>
              <a:rPr lang="en-US" sz="2400" b="1" baseline="-25000">
                <a:solidFill>
                  <a:schemeClr val="tx1"/>
                </a:solidFill>
                <a:latin typeface="Arial" charset="0"/>
                <a:cs typeface="Arial" charset="0"/>
              </a:rPr>
              <a:t>B</a:t>
            </a:r>
            <a:r>
              <a:rPr lang="en-US" sz="2400" b="1">
                <a:solidFill>
                  <a:schemeClr val="tx1"/>
                </a:solidFill>
                <a:latin typeface="Arial" charset="0"/>
                <a:cs typeface="Arial" charset="0"/>
              </a:rPr>
              <a:t>(flag[B]=true)</a:t>
            </a:r>
          </a:p>
          <a:p>
            <a:pPr lvl="1"/>
            <a:r>
              <a:rPr lang="en-US" sz="2400" b="1">
                <a:solidFill>
                  <a:schemeClr val="tx1"/>
                </a:solidFill>
                <a:latin typeface="Arial" charset="0"/>
                <a:cs typeface="Arial" charset="0"/>
              </a:rPr>
              <a:t>read</a:t>
            </a:r>
            <a:r>
              <a:rPr lang="en-US" sz="2400" b="1" baseline="-25000">
                <a:solidFill>
                  <a:schemeClr val="tx1"/>
                </a:solidFill>
                <a:latin typeface="Arial" charset="0"/>
                <a:cs typeface="Arial" charset="0"/>
              </a:rPr>
              <a:t>B</a:t>
            </a:r>
            <a:r>
              <a:rPr lang="en-US" sz="2400" b="1">
                <a:solidFill>
                  <a:schemeClr val="tx1"/>
                </a:solidFill>
                <a:latin typeface="Arial" charset="0"/>
                <a:cs typeface="Arial" charset="0"/>
              </a:rPr>
              <a:t>(flag[A]==false) </a:t>
            </a:r>
            <a:r>
              <a:rPr lang="en-US" sz="2400" b="1">
                <a:solidFill>
                  <a:srgbClr val="FF0000"/>
                </a:solidFill>
                <a:latin typeface="Arial" charset="0"/>
                <a:cs typeface="Arial" charset="0"/>
                <a:sym typeface="Wingdings" charset="0"/>
              </a:rPr>
              <a:t></a:t>
            </a:r>
            <a:r>
              <a:rPr lang="en-US" sz="2400" b="1">
                <a:solidFill>
                  <a:schemeClr val="tx1"/>
                </a:solidFill>
                <a:latin typeface="Arial" charset="0"/>
                <a:cs typeface="Arial" charset="0"/>
              </a:rPr>
              <a:t> write</a:t>
            </a:r>
            <a:r>
              <a:rPr lang="en-US" sz="2400" b="1" baseline="-25000">
                <a:solidFill>
                  <a:schemeClr val="tx1"/>
                </a:solidFill>
                <a:latin typeface="Arial" charset="0"/>
                <a:cs typeface="Arial" charset="0"/>
              </a:rPr>
              <a:t>A</a:t>
            </a:r>
            <a:r>
              <a:rPr lang="en-US" sz="2400" b="1">
                <a:solidFill>
                  <a:schemeClr val="tx1"/>
                </a:solidFill>
                <a:latin typeface="Arial" charset="0"/>
                <a:cs typeface="Arial" charset="0"/>
              </a:rPr>
              <a:t>(flag[A]=true)</a:t>
            </a:r>
          </a:p>
          <a:p>
            <a:r>
              <a:rPr lang="en-US" sz="3600">
                <a:solidFill>
                  <a:schemeClr val="folHlink"/>
                </a:solidFill>
                <a:latin typeface="Arial" charset="0"/>
              </a:rPr>
              <a:t>From the code</a:t>
            </a:r>
          </a:p>
          <a:p>
            <a:pPr lvl="1"/>
            <a:r>
              <a:rPr lang="en-US" sz="2400" b="1">
                <a:solidFill>
                  <a:schemeClr val="tx1"/>
                </a:solidFill>
                <a:latin typeface="Arial" charset="0"/>
                <a:cs typeface="Arial" charset="0"/>
              </a:rPr>
              <a:t>write</a:t>
            </a:r>
            <a:r>
              <a:rPr lang="en-US" sz="2400" b="1" baseline="-25000">
                <a:solidFill>
                  <a:schemeClr val="tx1"/>
                </a:solidFill>
                <a:latin typeface="Arial" charset="0"/>
                <a:cs typeface="Arial" charset="0"/>
              </a:rPr>
              <a:t>A</a:t>
            </a:r>
            <a:r>
              <a:rPr lang="en-US" sz="2400" b="1">
                <a:solidFill>
                  <a:schemeClr val="tx1"/>
                </a:solidFill>
                <a:latin typeface="Arial" charset="0"/>
                <a:cs typeface="Arial" charset="0"/>
              </a:rPr>
              <a:t>(flag[A]=true) </a:t>
            </a:r>
            <a:r>
              <a:rPr lang="en-US" sz="2400" b="1">
                <a:solidFill>
                  <a:srgbClr val="FF0000"/>
                </a:solidFill>
                <a:latin typeface="Arial" charset="0"/>
                <a:cs typeface="Arial" charset="0"/>
                <a:sym typeface="Wingdings" charset="0"/>
              </a:rPr>
              <a:t></a:t>
            </a:r>
            <a:r>
              <a:rPr lang="en-US" sz="2400" b="1">
                <a:solidFill>
                  <a:schemeClr val="tx1"/>
                </a:solidFill>
                <a:latin typeface="Arial" charset="0"/>
                <a:cs typeface="Arial" charset="0"/>
              </a:rPr>
              <a:t> read</a:t>
            </a:r>
            <a:r>
              <a:rPr lang="en-US" sz="2400" b="1" baseline="-25000">
                <a:solidFill>
                  <a:schemeClr val="tx1"/>
                </a:solidFill>
                <a:latin typeface="Arial" charset="0"/>
                <a:cs typeface="Arial" charset="0"/>
              </a:rPr>
              <a:t>A</a:t>
            </a:r>
            <a:r>
              <a:rPr lang="en-US" sz="2400" b="1">
                <a:solidFill>
                  <a:schemeClr val="tx1"/>
                </a:solidFill>
                <a:latin typeface="Arial" charset="0"/>
                <a:cs typeface="Arial" charset="0"/>
              </a:rPr>
              <a:t>(flag[B]==false)</a:t>
            </a:r>
          </a:p>
          <a:p>
            <a:pPr lvl="1"/>
            <a:r>
              <a:rPr lang="en-US" sz="2400" b="1">
                <a:solidFill>
                  <a:schemeClr val="tx1"/>
                </a:solidFill>
                <a:latin typeface="Arial" charset="0"/>
                <a:cs typeface="Arial" charset="0"/>
              </a:rPr>
              <a:t>write</a:t>
            </a:r>
            <a:r>
              <a:rPr lang="en-US" sz="2400" b="1" baseline="-25000">
                <a:solidFill>
                  <a:schemeClr val="tx1"/>
                </a:solidFill>
                <a:latin typeface="Arial" charset="0"/>
                <a:cs typeface="Arial" charset="0"/>
              </a:rPr>
              <a:t>B</a:t>
            </a:r>
            <a:r>
              <a:rPr lang="en-US" sz="2400" b="1">
                <a:solidFill>
                  <a:schemeClr val="tx1"/>
                </a:solidFill>
                <a:latin typeface="Arial" charset="0"/>
                <a:cs typeface="Arial" charset="0"/>
              </a:rPr>
              <a:t>(flag[B]=true) </a:t>
            </a:r>
            <a:r>
              <a:rPr lang="en-US" sz="2400" b="1">
                <a:solidFill>
                  <a:srgbClr val="FF0000"/>
                </a:solidFill>
                <a:latin typeface="Arial" charset="0"/>
                <a:cs typeface="Arial" charset="0"/>
                <a:sym typeface="Wingdings" charset="0"/>
              </a:rPr>
              <a:t></a:t>
            </a:r>
            <a:r>
              <a:rPr lang="en-US" sz="2400" b="1">
                <a:solidFill>
                  <a:schemeClr val="tx1"/>
                </a:solidFill>
                <a:latin typeface="Arial" charset="0"/>
                <a:cs typeface="Arial" charset="0"/>
              </a:rPr>
              <a:t> read</a:t>
            </a:r>
            <a:r>
              <a:rPr lang="en-US" sz="2400" b="1" baseline="-25000">
                <a:solidFill>
                  <a:schemeClr val="tx1"/>
                </a:solidFill>
                <a:latin typeface="Arial" charset="0"/>
                <a:cs typeface="Arial" charset="0"/>
              </a:rPr>
              <a:t>B</a:t>
            </a:r>
            <a:r>
              <a:rPr lang="en-US" sz="2400" b="1">
                <a:solidFill>
                  <a:schemeClr val="tx1"/>
                </a:solidFill>
                <a:latin typeface="Arial" charset="0"/>
                <a:cs typeface="Arial" charset="0"/>
              </a:rPr>
              <a:t>(flag[A]==false)</a:t>
            </a:r>
          </a:p>
          <a:p>
            <a:pPr lvl="1"/>
            <a:endParaRPr lang="en-US" sz="3200" baseline="-25000">
              <a:solidFill>
                <a:schemeClr val="tx1"/>
              </a:solidFill>
              <a:latin typeface="Arial" charset="0"/>
              <a:cs typeface="Arial" charset="0"/>
            </a:endParaRPr>
          </a:p>
        </p:txBody>
      </p:sp>
      <p:sp>
        <p:nvSpPr>
          <p:cNvPr id="129029" name="Rectangle 3"/>
          <p:cNvSpPr>
            <a:spLocks noGrp="1" noChangeArrowheads="1"/>
          </p:cNvSpPr>
          <p:nvPr>
            <p:ph type="title"/>
          </p:nvPr>
        </p:nvSpPr>
        <p:spPr/>
        <p:txBody>
          <a:bodyPr/>
          <a:lstStyle/>
          <a:p>
            <a:r>
              <a:rPr lang="en-US" sz="4000">
                <a:latin typeface="Arial" charset="0"/>
              </a:rPr>
              <a:t>Combining</a:t>
            </a:r>
          </a:p>
        </p:txBody>
      </p:sp>
      <p:sp>
        <p:nvSpPr>
          <p:cNvPr id="129030" name="Freeform 4"/>
          <p:cNvSpPr>
            <a:spLocks/>
          </p:cNvSpPr>
          <p:nvPr/>
        </p:nvSpPr>
        <p:spPr bwMode="auto">
          <a:xfrm>
            <a:off x="487363" y="3268663"/>
            <a:ext cx="5068887" cy="2436812"/>
          </a:xfrm>
          <a:custGeom>
            <a:avLst/>
            <a:gdLst>
              <a:gd name="T0" fmla="*/ 2147483647 w 3193"/>
              <a:gd name="T1" fmla="*/ 2147483647 h 1535"/>
              <a:gd name="T2" fmla="*/ 2147483647 w 3193"/>
              <a:gd name="T3" fmla="*/ 2147483647 h 1535"/>
              <a:gd name="T4" fmla="*/ 2147483647 w 3193"/>
              <a:gd name="T5" fmla="*/ 2147483647 h 1535"/>
              <a:gd name="T6" fmla="*/ 2147483647 w 3193"/>
              <a:gd name="T7" fmla="*/ 2147483647 h 1535"/>
              <a:gd name="T8" fmla="*/ 2147483647 w 3193"/>
              <a:gd name="T9" fmla="*/ 2147483647 h 1535"/>
              <a:gd name="T10" fmla="*/ 0 60000 65536"/>
              <a:gd name="T11" fmla="*/ 0 60000 65536"/>
              <a:gd name="T12" fmla="*/ 0 60000 65536"/>
              <a:gd name="T13" fmla="*/ 0 60000 65536"/>
              <a:gd name="T14" fmla="*/ 0 60000 65536"/>
              <a:gd name="T15" fmla="*/ 0 w 3193"/>
              <a:gd name="T16" fmla="*/ 0 h 1535"/>
              <a:gd name="T17" fmla="*/ 3193 w 3193"/>
              <a:gd name="T18" fmla="*/ 1535 h 1535"/>
            </a:gdLst>
            <a:ahLst/>
            <a:cxnLst>
              <a:cxn ang="T10">
                <a:pos x="T0" y="T1"/>
              </a:cxn>
              <a:cxn ang="T11">
                <a:pos x="T2" y="T3"/>
              </a:cxn>
              <a:cxn ang="T12">
                <a:pos x="T4" y="T5"/>
              </a:cxn>
              <a:cxn ang="T13">
                <a:pos x="T6" y="T7"/>
              </a:cxn>
              <a:cxn ang="T14">
                <a:pos x="T8" y="T9"/>
              </a:cxn>
            </a:cxnLst>
            <a:rect l="T15" t="T16" r="T17" b="T18"/>
            <a:pathLst>
              <a:path w="3193" h="1535">
                <a:moveTo>
                  <a:pt x="3129" y="1119"/>
                </a:moveTo>
                <a:cubicBezTo>
                  <a:pt x="3063" y="1173"/>
                  <a:pt x="3193" y="1410"/>
                  <a:pt x="2745" y="1445"/>
                </a:cubicBezTo>
                <a:cubicBezTo>
                  <a:pt x="2297" y="1480"/>
                  <a:pt x="882" y="1535"/>
                  <a:pt x="441" y="1330"/>
                </a:cubicBezTo>
                <a:cubicBezTo>
                  <a:pt x="0" y="1125"/>
                  <a:pt x="61" y="432"/>
                  <a:pt x="96" y="216"/>
                </a:cubicBezTo>
                <a:cubicBezTo>
                  <a:pt x="131" y="0"/>
                  <a:pt x="537" y="72"/>
                  <a:pt x="653" y="34"/>
                </a:cubicBezTo>
              </a:path>
            </a:pathLst>
          </a:custGeom>
          <a:noFill/>
          <a:ln w="7620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dirty="0">
              <a:latin typeface="Arial" pitchFamily="34" charset="0"/>
            </a:endParaRPr>
          </a:p>
        </p:txBody>
      </p:sp>
      <p:sp>
        <p:nvSpPr>
          <p:cNvPr id="129031" name="Freeform 5"/>
          <p:cNvSpPr>
            <a:spLocks/>
          </p:cNvSpPr>
          <p:nvPr/>
        </p:nvSpPr>
        <p:spPr bwMode="auto">
          <a:xfrm>
            <a:off x="1955800" y="3124200"/>
            <a:ext cx="4579938" cy="1539875"/>
          </a:xfrm>
          <a:custGeom>
            <a:avLst/>
            <a:gdLst>
              <a:gd name="T0" fmla="*/ 2147483647 w 2885"/>
              <a:gd name="T1" fmla="*/ 0 h 970"/>
              <a:gd name="T2" fmla="*/ 2147483647 w 2885"/>
              <a:gd name="T3" fmla="*/ 2147483647 h 970"/>
              <a:gd name="T4" fmla="*/ 2147483647 w 2885"/>
              <a:gd name="T5" fmla="*/ 2147483647 h 970"/>
              <a:gd name="T6" fmla="*/ 2147483647 w 2885"/>
              <a:gd name="T7" fmla="*/ 2147483647 h 970"/>
              <a:gd name="T8" fmla="*/ 0 60000 65536"/>
              <a:gd name="T9" fmla="*/ 0 60000 65536"/>
              <a:gd name="T10" fmla="*/ 0 60000 65536"/>
              <a:gd name="T11" fmla="*/ 0 60000 65536"/>
              <a:gd name="T12" fmla="*/ 0 w 2885"/>
              <a:gd name="T13" fmla="*/ 0 h 970"/>
              <a:gd name="T14" fmla="*/ 2885 w 2885"/>
              <a:gd name="T15" fmla="*/ 970 h 970"/>
            </a:gdLst>
            <a:ahLst/>
            <a:cxnLst>
              <a:cxn ang="T8">
                <a:pos x="T0" y="T1"/>
              </a:cxn>
              <a:cxn ang="T9">
                <a:pos x="T2" y="T3"/>
              </a:cxn>
              <a:cxn ang="T10">
                <a:pos x="T4" y="T5"/>
              </a:cxn>
              <a:cxn ang="T11">
                <a:pos x="T6" y="T7"/>
              </a:cxn>
            </a:cxnLst>
            <a:rect l="T12" t="T13" r="T14" b="T15"/>
            <a:pathLst>
              <a:path w="2885" h="970">
                <a:moveTo>
                  <a:pt x="2752" y="0"/>
                </a:moveTo>
                <a:cubicBezTo>
                  <a:pt x="2709" y="102"/>
                  <a:pt x="2885" y="502"/>
                  <a:pt x="2493" y="614"/>
                </a:cubicBezTo>
                <a:cubicBezTo>
                  <a:pt x="2101" y="726"/>
                  <a:pt x="800" y="613"/>
                  <a:pt x="400" y="672"/>
                </a:cubicBezTo>
                <a:cubicBezTo>
                  <a:pt x="0" y="731"/>
                  <a:pt x="157" y="908"/>
                  <a:pt x="93" y="970"/>
                </a:cubicBezTo>
              </a:path>
            </a:pathLst>
          </a:custGeom>
          <a:noFill/>
          <a:ln w="7620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dirty="0">
              <a:latin typeface="Arial" pitchFamily="34" charset="0"/>
            </a:endParaRPr>
          </a:p>
        </p:txBody>
      </p:sp>
      <p:sp>
        <p:nvSpPr>
          <p:cNvPr id="129032" name="Freeform 6"/>
          <p:cNvSpPr>
            <a:spLocks/>
          </p:cNvSpPr>
          <p:nvPr/>
        </p:nvSpPr>
        <p:spPr bwMode="auto">
          <a:xfrm>
            <a:off x="1800225" y="3429000"/>
            <a:ext cx="3900488" cy="838200"/>
          </a:xfrm>
          <a:custGeom>
            <a:avLst/>
            <a:gdLst>
              <a:gd name="T0" fmla="*/ 2147483647 w 2457"/>
              <a:gd name="T1" fmla="*/ 0 h 528"/>
              <a:gd name="T2" fmla="*/ 2147483647 w 2457"/>
              <a:gd name="T3" fmla="*/ 2147483647 h 528"/>
              <a:gd name="T4" fmla="*/ 2147483647 w 2457"/>
              <a:gd name="T5" fmla="*/ 2147483647 h 528"/>
              <a:gd name="T6" fmla="*/ 2147483647 w 2457"/>
              <a:gd name="T7" fmla="*/ 2147483647 h 528"/>
              <a:gd name="T8" fmla="*/ 0 60000 65536"/>
              <a:gd name="T9" fmla="*/ 0 60000 65536"/>
              <a:gd name="T10" fmla="*/ 0 60000 65536"/>
              <a:gd name="T11" fmla="*/ 0 60000 65536"/>
              <a:gd name="T12" fmla="*/ 0 w 2457"/>
              <a:gd name="T13" fmla="*/ 0 h 528"/>
              <a:gd name="T14" fmla="*/ 2457 w 2457"/>
              <a:gd name="T15" fmla="*/ 528 h 528"/>
            </a:gdLst>
            <a:ahLst/>
            <a:cxnLst>
              <a:cxn ang="T8">
                <a:pos x="T0" y="T1"/>
              </a:cxn>
              <a:cxn ang="T9">
                <a:pos x="T2" y="T3"/>
              </a:cxn>
              <a:cxn ang="T10">
                <a:pos x="T4" y="T5"/>
              </a:cxn>
              <a:cxn ang="T11">
                <a:pos x="T6" y="T7"/>
              </a:cxn>
            </a:cxnLst>
            <a:rect l="T12" t="T13" r="T14" b="T15"/>
            <a:pathLst>
              <a:path w="2457" h="528">
                <a:moveTo>
                  <a:pt x="2418" y="0"/>
                </a:moveTo>
                <a:cubicBezTo>
                  <a:pt x="2367" y="43"/>
                  <a:pt x="2457" y="213"/>
                  <a:pt x="2111" y="259"/>
                </a:cubicBezTo>
                <a:cubicBezTo>
                  <a:pt x="1765" y="305"/>
                  <a:pt x="688" y="233"/>
                  <a:pt x="344" y="278"/>
                </a:cubicBezTo>
                <a:cubicBezTo>
                  <a:pt x="0" y="323"/>
                  <a:pt x="109" y="476"/>
                  <a:pt x="47" y="528"/>
                </a:cubicBezTo>
              </a:path>
            </a:pathLst>
          </a:custGeom>
          <a:noFill/>
          <a:ln w="7620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dirty="0">
              <a:latin typeface="Arial" pitchFamily="34" charset="0"/>
            </a:endParaRPr>
          </a:p>
        </p:txBody>
      </p:sp>
      <p:sp>
        <p:nvSpPr>
          <p:cNvPr id="129033" name="Freeform 7"/>
          <p:cNvSpPr>
            <a:spLocks/>
          </p:cNvSpPr>
          <p:nvPr/>
        </p:nvSpPr>
        <p:spPr bwMode="auto">
          <a:xfrm>
            <a:off x="1935163" y="2130425"/>
            <a:ext cx="4865687" cy="2030413"/>
          </a:xfrm>
          <a:custGeom>
            <a:avLst/>
            <a:gdLst>
              <a:gd name="T0" fmla="*/ 2147483647 w 3065"/>
              <a:gd name="T1" fmla="*/ 2147483647 h 1279"/>
              <a:gd name="T2" fmla="*/ 2147483647 w 3065"/>
              <a:gd name="T3" fmla="*/ 2147483647 h 1279"/>
              <a:gd name="T4" fmla="*/ 2147483647 w 3065"/>
              <a:gd name="T5" fmla="*/ 2147483647 h 1279"/>
              <a:gd name="T6" fmla="*/ 0 w 3065"/>
              <a:gd name="T7" fmla="*/ 2147483647 h 1279"/>
              <a:gd name="T8" fmla="*/ 0 60000 65536"/>
              <a:gd name="T9" fmla="*/ 0 60000 65536"/>
              <a:gd name="T10" fmla="*/ 0 60000 65536"/>
              <a:gd name="T11" fmla="*/ 0 60000 65536"/>
              <a:gd name="T12" fmla="*/ 0 w 3065"/>
              <a:gd name="T13" fmla="*/ 0 h 1279"/>
              <a:gd name="T14" fmla="*/ 3065 w 3065"/>
              <a:gd name="T15" fmla="*/ 1279 h 1279"/>
            </a:gdLst>
            <a:ahLst/>
            <a:cxnLst>
              <a:cxn ang="T8">
                <a:pos x="T0" y="T1"/>
              </a:cxn>
              <a:cxn ang="T9">
                <a:pos x="T2" y="T3"/>
              </a:cxn>
              <a:cxn ang="T10">
                <a:pos x="T4" y="T5"/>
              </a:cxn>
              <a:cxn ang="T11">
                <a:pos x="T6" y="T7"/>
              </a:cxn>
            </a:cxnLst>
            <a:rect l="T12" t="T13" r="T14" b="T15"/>
            <a:pathLst>
              <a:path w="3065" h="1279">
                <a:moveTo>
                  <a:pt x="2899" y="1279"/>
                </a:moveTo>
                <a:cubicBezTo>
                  <a:pt x="2859" y="1098"/>
                  <a:pt x="3065" y="388"/>
                  <a:pt x="2659" y="194"/>
                </a:cubicBezTo>
                <a:cubicBezTo>
                  <a:pt x="2253" y="0"/>
                  <a:pt x="904" y="90"/>
                  <a:pt x="461" y="117"/>
                </a:cubicBezTo>
                <a:cubicBezTo>
                  <a:pt x="18" y="144"/>
                  <a:pt x="96" y="307"/>
                  <a:pt x="0" y="357"/>
                </a:cubicBezTo>
              </a:path>
            </a:pathLst>
          </a:custGeom>
          <a:noFill/>
          <a:ln w="7620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dirty="0">
              <a:latin typeface="Arial" pitchFamily="34" charset="0"/>
            </a:endParaRPr>
          </a:p>
        </p:txBody>
      </p:sp>
      <p:sp>
        <p:nvSpPr>
          <p:cNvPr id="129034" name="Freeform 8"/>
          <p:cNvSpPr>
            <a:spLocks/>
          </p:cNvSpPr>
          <p:nvPr/>
        </p:nvSpPr>
        <p:spPr bwMode="auto">
          <a:xfrm>
            <a:off x="1843088" y="2697163"/>
            <a:ext cx="4525962" cy="473075"/>
          </a:xfrm>
          <a:custGeom>
            <a:avLst/>
            <a:gdLst>
              <a:gd name="T0" fmla="*/ 2147483647 w 2851"/>
              <a:gd name="T1" fmla="*/ 0 h 298"/>
              <a:gd name="T2" fmla="*/ 2147483647 w 2851"/>
              <a:gd name="T3" fmla="*/ 2147483647 h 298"/>
              <a:gd name="T4" fmla="*/ 2147483647 w 2851"/>
              <a:gd name="T5" fmla="*/ 2147483647 h 298"/>
              <a:gd name="T6" fmla="*/ 2147483647 w 2851"/>
              <a:gd name="T7" fmla="*/ 2147483647 h 298"/>
              <a:gd name="T8" fmla="*/ 0 60000 65536"/>
              <a:gd name="T9" fmla="*/ 0 60000 65536"/>
              <a:gd name="T10" fmla="*/ 0 60000 65536"/>
              <a:gd name="T11" fmla="*/ 0 60000 65536"/>
              <a:gd name="T12" fmla="*/ 0 w 2851"/>
              <a:gd name="T13" fmla="*/ 0 h 298"/>
              <a:gd name="T14" fmla="*/ 2851 w 2851"/>
              <a:gd name="T15" fmla="*/ 298 h 298"/>
            </a:gdLst>
            <a:ahLst/>
            <a:cxnLst>
              <a:cxn ang="T8">
                <a:pos x="T0" y="T1"/>
              </a:cxn>
              <a:cxn ang="T9">
                <a:pos x="T2" y="T3"/>
              </a:cxn>
              <a:cxn ang="T10">
                <a:pos x="T4" y="T5"/>
              </a:cxn>
              <a:cxn ang="T11">
                <a:pos x="T6" y="T7"/>
              </a:cxn>
            </a:cxnLst>
            <a:rect l="T12" t="T13" r="T14" b="T15"/>
            <a:pathLst>
              <a:path w="2851" h="298">
                <a:moveTo>
                  <a:pt x="87" y="0"/>
                </a:moveTo>
                <a:cubicBezTo>
                  <a:pt x="138" y="22"/>
                  <a:pt x="0" y="121"/>
                  <a:pt x="394" y="135"/>
                </a:cubicBezTo>
                <a:cubicBezTo>
                  <a:pt x="788" y="149"/>
                  <a:pt x="2047" y="60"/>
                  <a:pt x="2449" y="87"/>
                </a:cubicBezTo>
                <a:cubicBezTo>
                  <a:pt x="2851" y="114"/>
                  <a:pt x="2730" y="254"/>
                  <a:pt x="2804" y="298"/>
                </a:cubicBezTo>
              </a:path>
            </a:pathLst>
          </a:custGeom>
          <a:noFill/>
          <a:ln w="7620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dirty="0">
              <a:latin typeface="Arial" pitchFamily="34" charset="0"/>
            </a:endParaRPr>
          </a:p>
        </p:txBody>
      </p:sp>
      <p:sp>
        <p:nvSpPr>
          <p:cNvPr id="129035" name="Freeform 9"/>
          <p:cNvSpPr>
            <a:spLocks/>
          </p:cNvSpPr>
          <p:nvPr/>
        </p:nvSpPr>
        <p:spPr bwMode="auto">
          <a:xfrm>
            <a:off x="2103438" y="4602163"/>
            <a:ext cx="3322637" cy="473075"/>
          </a:xfrm>
          <a:custGeom>
            <a:avLst/>
            <a:gdLst>
              <a:gd name="T0" fmla="*/ 0 w 2093"/>
              <a:gd name="T1" fmla="*/ 0 h 298"/>
              <a:gd name="T2" fmla="*/ 2147483647 w 2093"/>
              <a:gd name="T3" fmla="*/ 2147483647 h 298"/>
              <a:gd name="T4" fmla="*/ 2147483647 w 2093"/>
              <a:gd name="T5" fmla="*/ 2147483647 h 298"/>
              <a:gd name="T6" fmla="*/ 2147483647 w 2093"/>
              <a:gd name="T7" fmla="*/ 2147483647 h 298"/>
              <a:gd name="T8" fmla="*/ 0 60000 65536"/>
              <a:gd name="T9" fmla="*/ 0 60000 65536"/>
              <a:gd name="T10" fmla="*/ 0 60000 65536"/>
              <a:gd name="T11" fmla="*/ 0 60000 65536"/>
              <a:gd name="T12" fmla="*/ 0 w 2093"/>
              <a:gd name="T13" fmla="*/ 0 h 298"/>
              <a:gd name="T14" fmla="*/ 2093 w 2093"/>
              <a:gd name="T15" fmla="*/ 298 h 298"/>
            </a:gdLst>
            <a:ahLst/>
            <a:cxnLst>
              <a:cxn ang="T8">
                <a:pos x="T0" y="T1"/>
              </a:cxn>
              <a:cxn ang="T9">
                <a:pos x="T2" y="T3"/>
              </a:cxn>
              <a:cxn ang="T10">
                <a:pos x="T4" y="T5"/>
              </a:cxn>
              <a:cxn ang="T11">
                <a:pos x="T6" y="T7"/>
              </a:cxn>
            </a:cxnLst>
            <a:rect l="T12" t="T13" r="T14" b="T15"/>
            <a:pathLst>
              <a:path w="2093" h="298">
                <a:moveTo>
                  <a:pt x="0" y="0"/>
                </a:moveTo>
                <a:cubicBezTo>
                  <a:pt x="24" y="64"/>
                  <a:pt x="48" y="128"/>
                  <a:pt x="326" y="154"/>
                </a:cubicBezTo>
                <a:cubicBezTo>
                  <a:pt x="604" y="180"/>
                  <a:pt x="1375" y="130"/>
                  <a:pt x="1670" y="154"/>
                </a:cubicBezTo>
                <a:cubicBezTo>
                  <a:pt x="1965" y="178"/>
                  <a:pt x="2029" y="238"/>
                  <a:pt x="2093" y="298"/>
                </a:cubicBezTo>
              </a:path>
            </a:pathLst>
          </a:custGeom>
          <a:noFill/>
          <a:ln w="7620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dirty="0">
              <a:latin typeface="Arial" pitchFamily="34" charset="0"/>
            </a:endParaRPr>
          </a:p>
        </p:txBody>
      </p:sp>
      <p:sp>
        <p:nvSpPr>
          <p:cNvPr id="129036" name="Freeform 10"/>
          <p:cNvSpPr>
            <a:spLocks/>
          </p:cNvSpPr>
          <p:nvPr/>
        </p:nvSpPr>
        <p:spPr bwMode="auto">
          <a:xfrm>
            <a:off x="1524000" y="3197225"/>
            <a:ext cx="4022725" cy="223838"/>
          </a:xfrm>
          <a:custGeom>
            <a:avLst/>
            <a:gdLst>
              <a:gd name="T0" fmla="*/ 0 w 2534"/>
              <a:gd name="T1" fmla="*/ 2147483647 h 141"/>
              <a:gd name="T2" fmla="*/ 2147483647 w 2534"/>
              <a:gd name="T3" fmla="*/ 2147483647 h 141"/>
              <a:gd name="T4" fmla="*/ 2147483647 w 2534"/>
              <a:gd name="T5" fmla="*/ 2147483647 h 141"/>
              <a:gd name="T6" fmla="*/ 2147483647 w 2534"/>
              <a:gd name="T7" fmla="*/ 2147483647 h 141"/>
              <a:gd name="T8" fmla="*/ 0 60000 65536"/>
              <a:gd name="T9" fmla="*/ 0 60000 65536"/>
              <a:gd name="T10" fmla="*/ 0 60000 65536"/>
              <a:gd name="T11" fmla="*/ 0 60000 65536"/>
              <a:gd name="T12" fmla="*/ 0 w 2534"/>
              <a:gd name="T13" fmla="*/ 0 h 141"/>
              <a:gd name="T14" fmla="*/ 2534 w 2534"/>
              <a:gd name="T15" fmla="*/ 141 h 141"/>
            </a:gdLst>
            <a:ahLst/>
            <a:cxnLst>
              <a:cxn ang="T8">
                <a:pos x="T0" y="T1"/>
              </a:cxn>
              <a:cxn ang="T9">
                <a:pos x="T2" y="T3"/>
              </a:cxn>
              <a:cxn ang="T10">
                <a:pos x="T4" y="T5"/>
              </a:cxn>
              <a:cxn ang="T11">
                <a:pos x="T6" y="T7"/>
              </a:cxn>
            </a:cxnLst>
            <a:rect l="T12" t="T13" r="T14" b="T15"/>
            <a:pathLst>
              <a:path w="2534" h="141">
                <a:moveTo>
                  <a:pt x="0" y="88"/>
                </a:moveTo>
                <a:cubicBezTo>
                  <a:pt x="128" y="94"/>
                  <a:pt x="427" y="141"/>
                  <a:pt x="768" y="127"/>
                </a:cubicBezTo>
                <a:cubicBezTo>
                  <a:pt x="1109" y="113"/>
                  <a:pt x="1751" y="4"/>
                  <a:pt x="2045" y="2"/>
                </a:cubicBezTo>
                <a:cubicBezTo>
                  <a:pt x="2339" y="0"/>
                  <a:pt x="2432" y="93"/>
                  <a:pt x="2534" y="117"/>
                </a:cubicBezTo>
              </a:path>
            </a:pathLst>
          </a:custGeom>
          <a:noFill/>
          <a:ln w="7620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dirty="0">
              <a:latin typeface="Arial" pitchFamily="34" charset="0"/>
            </a:endParaRPr>
          </a:p>
        </p:txBody>
      </p:sp>
      <p:sp>
        <p:nvSpPr>
          <p:cNvPr id="129037" name="Freeform 11"/>
          <p:cNvSpPr>
            <a:spLocks/>
          </p:cNvSpPr>
          <p:nvPr/>
        </p:nvSpPr>
        <p:spPr bwMode="auto">
          <a:xfrm>
            <a:off x="1806575" y="4160838"/>
            <a:ext cx="4841875" cy="522287"/>
          </a:xfrm>
          <a:custGeom>
            <a:avLst/>
            <a:gdLst>
              <a:gd name="T0" fmla="*/ 2147483647 w 3050"/>
              <a:gd name="T1" fmla="*/ 2147483647 h 329"/>
              <a:gd name="T2" fmla="*/ 2147483647 w 3050"/>
              <a:gd name="T3" fmla="*/ 2147483647 h 329"/>
              <a:gd name="T4" fmla="*/ 2147483647 w 3050"/>
              <a:gd name="T5" fmla="*/ 2147483647 h 329"/>
              <a:gd name="T6" fmla="*/ 2147483647 w 3050"/>
              <a:gd name="T7" fmla="*/ 0 h 329"/>
              <a:gd name="T8" fmla="*/ 0 60000 65536"/>
              <a:gd name="T9" fmla="*/ 0 60000 65536"/>
              <a:gd name="T10" fmla="*/ 0 60000 65536"/>
              <a:gd name="T11" fmla="*/ 0 60000 65536"/>
              <a:gd name="T12" fmla="*/ 0 w 3050"/>
              <a:gd name="T13" fmla="*/ 0 h 329"/>
              <a:gd name="T14" fmla="*/ 3050 w 3050"/>
              <a:gd name="T15" fmla="*/ 329 h 329"/>
            </a:gdLst>
            <a:ahLst/>
            <a:cxnLst>
              <a:cxn ang="T8">
                <a:pos x="T0" y="T1"/>
              </a:cxn>
              <a:cxn ang="T9">
                <a:pos x="T2" y="T3"/>
              </a:cxn>
              <a:cxn ang="T10">
                <a:pos x="T4" y="T5"/>
              </a:cxn>
              <a:cxn ang="T11">
                <a:pos x="T6" y="T7"/>
              </a:cxn>
            </a:cxnLst>
            <a:rect l="T12" t="T13" r="T14" b="T15"/>
            <a:pathLst>
              <a:path w="3050" h="329">
                <a:moveTo>
                  <a:pt x="62" y="57"/>
                </a:moveTo>
                <a:cubicBezTo>
                  <a:pt x="123" y="89"/>
                  <a:pt x="0" y="211"/>
                  <a:pt x="427" y="249"/>
                </a:cubicBezTo>
                <a:cubicBezTo>
                  <a:pt x="854" y="287"/>
                  <a:pt x="2200" y="329"/>
                  <a:pt x="2625" y="288"/>
                </a:cubicBezTo>
                <a:cubicBezTo>
                  <a:pt x="3050" y="247"/>
                  <a:pt x="2906" y="60"/>
                  <a:pt x="2980" y="0"/>
                </a:cubicBezTo>
              </a:path>
            </a:pathLst>
          </a:custGeom>
          <a:noFill/>
          <a:ln w="7620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dirty="0">
              <a:latin typeface="Arial" pitchFamily="34" charset="0"/>
            </a:endParaRPr>
          </a:p>
        </p:txBody>
      </p:sp>
    </p:spTree>
  </p:cSld>
  <p:clrMapOvr>
    <a:masterClrMapping/>
  </p:clrMapOvr>
  <p:transition spd="slow"/>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131074"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317BD82A-BB2B-3E4B-BB62-5EBBAA6E6200}" type="slidenum">
              <a:rPr lang="ar-SA" sz="1400" b="0">
                <a:solidFill>
                  <a:schemeClr val="tx1"/>
                </a:solidFill>
                <a:latin typeface="Arial" charset="0"/>
                <a:cs typeface="Arial" charset="0"/>
              </a:rPr>
              <a:pPr/>
              <a:t>57</a:t>
            </a:fld>
            <a:endParaRPr lang="en-US" sz="1400" b="0">
              <a:solidFill>
                <a:schemeClr val="tx1"/>
              </a:solidFill>
              <a:latin typeface="Arial" charset="0"/>
              <a:cs typeface="Arial" charset="0"/>
            </a:endParaRPr>
          </a:p>
        </p:txBody>
      </p:sp>
      <p:pic>
        <p:nvPicPr>
          <p:cNvPr id="131075" name="Picture 13"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1076" name="Rectangle 3"/>
          <p:cNvSpPr>
            <a:spLocks noGrp="1" noChangeArrowheads="1"/>
          </p:cNvSpPr>
          <p:nvPr>
            <p:ph type="title"/>
          </p:nvPr>
        </p:nvSpPr>
        <p:spPr/>
        <p:txBody>
          <a:bodyPr/>
          <a:lstStyle/>
          <a:p>
            <a:r>
              <a:rPr lang="en-US" sz="4000">
                <a:latin typeface="Arial" charset="0"/>
              </a:rPr>
              <a:t>Cycle!</a:t>
            </a:r>
          </a:p>
        </p:txBody>
      </p:sp>
      <p:sp>
        <p:nvSpPr>
          <p:cNvPr id="131077" name="Freeform 4"/>
          <p:cNvSpPr>
            <a:spLocks/>
          </p:cNvSpPr>
          <p:nvPr/>
        </p:nvSpPr>
        <p:spPr bwMode="auto">
          <a:xfrm>
            <a:off x="487363" y="3268663"/>
            <a:ext cx="5068887" cy="2436812"/>
          </a:xfrm>
          <a:custGeom>
            <a:avLst/>
            <a:gdLst>
              <a:gd name="T0" fmla="*/ 2147483647 w 3193"/>
              <a:gd name="T1" fmla="*/ 2147483647 h 1535"/>
              <a:gd name="T2" fmla="*/ 2147483647 w 3193"/>
              <a:gd name="T3" fmla="*/ 2147483647 h 1535"/>
              <a:gd name="T4" fmla="*/ 2147483647 w 3193"/>
              <a:gd name="T5" fmla="*/ 2147483647 h 1535"/>
              <a:gd name="T6" fmla="*/ 2147483647 w 3193"/>
              <a:gd name="T7" fmla="*/ 2147483647 h 1535"/>
              <a:gd name="T8" fmla="*/ 2147483647 w 3193"/>
              <a:gd name="T9" fmla="*/ 2147483647 h 1535"/>
              <a:gd name="T10" fmla="*/ 0 60000 65536"/>
              <a:gd name="T11" fmla="*/ 0 60000 65536"/>
              <a:gd name="T12" fmla="*/ 0 60000 65536"/>
              <a:gd name="T13" fmla="*/ 0 60000 65536"/>
              <a:gd name="T14" fmla="*/ 0 60000 65536"/>
              <a:gd name="T15" fmla="*/ 0 w 3193"/>
              <a:gd name="T16" fmla="*/ 0 h 1535"/>
              <a:gd name="T17" fmla="*/ 3193 w 3193"/>
              <a:gd name="T18" fmla="*/ 1535 h 1535"/>
            </a:gdLst>
            <a:ahLst/>
            <a:cxnLst>
              <a:cxn ang="T10">
                <a:pos x="T0" y="T1"/>
              </a:cxn>
              <a:cxn ang="T11">
                <a:pos x="T2" y="T3"/>
              </a:cxn>
              <a:cxn ang="T12">
                <a:pos x="T4" y="T5"/>
              </a:cxn>
              <a:cxn ang="T13">
                <a:pos x="T6" y="T7"/>
              </a:cxn>
              <a:cxn ang="T14">
                <a:pos x="T8" y="T9"/>
              </a:cxn>
            </a:cxnLst>
            <a:rect l="T15" t="T16" r="T17" b="T18"/>
            <a:pathLst>
              <a:path w="3193" h="1535">
                <a:moveTo>
                  <a:pt x="3129" y="1119"/>
                </a:moveTo>
                <a:cubicBezTo>
                  <a:pt x="3063" y="1173"/>
                  <a:pt x="3193" y="1410"/>
                  <a:pt x="2745" y="1445"/>
                </a:cubicBezTo>
                <a:cubicBezTo>
                  <a:pt x="2297" y="1480"/>
                  <a:pt x="882" y="1535"/>
                  <a:pt x="441" y="1330"/>
                </a:cubicBezTo>
                <a:cubicBezTo>
                  <a:pt x="0" y="1125"/>
                  <a:pt x="61" y="432"/>
                  <a:pt x="96" y="216"/>
                </a:cubicBezTo>
                <a:cubicBezTo>
                  <a:pt x="131" y="0"/>
                  <a:pt x="537" y="72"/>
                  <a:pt x="653" y="34"/>
                </a:cubicBezTo>
              </a:path>
            </a:pathLst>
          </a:custGeom>
          <a:noFill/>
          <a:ln w="7620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dirty="0">
              <a:latin typeface="Arial" pitchFamily="34" charset="0"/>
            </a:endParaRPr>
          </a:p>
        </p:txBody>
      </p:sp>
      <p:sp>
        <p:nvSpPr>
          <p:cNvPr id="131078" name="Freeform 5"/>
          <p:cNvSpPr>
            <a:spLocks/>
          </p:cNvSpPr>
          <p:nvPr/>
        </p:nvSpPr>
        <p:spPr bwMode="auto">
          <a:xfrm>
            <a:off x="1955800" y="3124200"/>
            <a:ext cx="4579938" cy="1539875"/>
          </a:xfrm>
          <a:custGeom>
            <a:avLst/>
            <a:gdLst>
              <a:gd name="T0" fmla="*/ 2147483647 w 2885"/>
              <a:gd name="T1" fmla="*/ 0 h 970"/>
              <a:gd name="T2" fmla="*/ 2147483647 w 2885"/>
              <a:gd name="T3" fmla="*/ 2147483647 h 970"/>
              <a:gd name="T4" fmla="*/ 2147483647 w 2885"/>
              <a:gd name="T5" fmla="*/ 2147483647 h 970"/>
              <a:gd name="T6" fmla="*/ 2147483647 w 2885"/>
              <a:gd name="T7" fmla="*/ 2147483647 h 970"/>
              <a:gd name="T8" fmla="*/ 0 60000 65536"/>
              <a:gd name="T9" fmla="*/ 0 60000 65536"/>
              <a:gd name="T10" fmla="*/ 0 60000 65536"/>
              <a:gd name="T11" fmla="*/ 0 60000 65536"/>
              <a:gd name="T12" fmla="*/ 0 w 2885"/>
              <a:gd name="T13" fmla="*/ 0 h 970"/>
              <a:gd name="T14" fmla="*/ 2885 w 2885"/>
              <a:gd name="T15" fmla="*/ 970 h 970"/>
            </a:gdLst>
            <a:ahLst/>
            <a:cxnLst>
              <a:cxn ang="T8">
                <a:pos x="T0" y="T1"/>
              </a:cxn>
              <a:cxn ang="T9">
                <a:pos x="T2" y="T3"/>
              </a:cxn>
              <a:cxn ang="T10">
                <a:pos x="T4" y="T5"/>
              </a:cxn>
              <a:cxn ang="T11">
                <a:pos x="T6" y="T7"/>
              </a:cxn>
            </a:cxnLst>
            <a:rect l="T12" t="T13" r="T14" b="T15"/>
            <a:pathLst>
              <a:path w="2885" h="970">
                <a:moveTo>
                  <a:pt x="2752" y="0"/>
                </a:moveTo>
                <a:cubicBezTo>
                  <a:pt x="2709" y="102"/>
                  <a:pt x="2885" y="502"/>
                  <a:pt x="2493" y="614"/>
                </a:cubicBezTo>
                <a:cubicBezTo>
                  <a:pt x="2101" y="726"/>
                  <a:pt x="800" y="613"/>
                  <a:pt x="400" y="672"/>
                </a:cubicBezTo>
                <a:cubicBezTo>
                  <a:pt x="0" y="731"/>
                  <a:pt x="157" y="908"/>
                  <a:pt x="93" y="970"/>
                </a:cubicBezTo>
              </a:path>
            </a:pathLst>
          </a:custGeom>
          <a:noFill/>
          <a:ln w="7620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dirty="0">
              <a:latin typeface="Arial" pitchFamily="34" charset="0"/>
            </a:endParaRPr>
          </a:p>
        </p:txBody>
      </p:sp>
      <p:sp>
        <p:nvSpPr>
          <p:cNvPr id="131079" name="Freeform 6"/>
          <p:cNvSpPr>
            <a:spLocks/>
          </p:cNvSpPr>
          <p:nvPr/>
        </p:nvSpPr>
        <p:spPr bwMode="auto">
          <a:xfrm>
            <a:off x="1800225" y="3429000"/>
            <a:ext cx="3900488" cy="838200"/>
          </a:xfrm>
          <a:custGeom>
            <a:avLst/>
            <a:gdLst>
              <a:gd name="T0" fmla="*/ 2147483647 w 2457"/>
              <a:gd name="T1" fmla="*/ 0 h 528"/>
              <a:gd name="T2" fmla="*/ 2147483647 w 2457"/>
              <a:gd name="T3" fmla="*/ 2147483647 h 528"/>
              <a:gd name="T4" fmla="*/ 2147483647 w 2457"/>
              <a:gd name="T5" fmla="*/ 2147483647 h 528"/>
              <a:gd name="T6" fmla="*/ 2147483647 w 2457"/>
              <a:gd name="T7" fmla="*/ 2147483647 h 528"/>
              <a:gd name="T8" fmla="*/ 0 60000 65536"/>
              <a:gd name="T9" fmla="*/ 0 60000 65536"/>
              <a:gd name="T10" fmla="*/ 0 60000 65536"/>
              <a:gd name="T11" fmla="*/ 0 60000 65536"/>
              <a:gd name="T12" fmla="*/ 0 w 2457"/>
              <a:gd name="T13" fmla="*/ 0 h 528"/>
              <a:gd name="T14" fmla="*/ 2457 w 2457"/>
              <a:gd name="T15" fmla="*/ 528 h 528"/>
            </a:gdLst>
            <a:ahLst/>
            <a:cxnLst>
              <a:cxn ang="T8">
                <a:pos x="T0" y="T1"/>
              </a:cxn>
              <a:cxn ang="T9">
                <a:pos x="T2" y="T3"/>
              </a:cxn>
              <a:cxn ang="T10">
                <a:pos x="T4" y="T5"/>
              </a:cxn>
              <a:cxn ang="T11">
                <a:pos x="T6" y="T7"/>
              </a:cxn>
            </a:cxnLst>
            <a:rect l="T12" t="T13" r="T14" b="T15"/>
            <a:pathLst>
              <a:path w="2457" h="528">
                <a:moveTo>
                  <a:pt x="2418" y="0"/>
                </a:moveTo>
                <a:cubicBezTo>
                  <a:pt x="2367" y="43"/>
                  <a:pt x="2457" y="213"/>
                  <a:pt x="2111" y="259"/>
                </a:cubicBezTo>
                <a:cubicBezTo>
                  <a:pt x="1765" y="305"/>
                  <a:pt x="688" y="233"/>
                  <a:pt x="344" y="278"/>
                </a:cubicBezTo>
                <a:cubicBezTo>
                  <a:pt x="0" y="323"/>
                  <a:pt x="109" y="476"/>
                  <a:pt x="47" y="528"/>
                </a:cubicBezTo>
              </a:path>
            </a:pathLst>
          </a:custGeom>
          <a:noFill/>
          <a:ln w="7620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dirty="0">
              <a:latin typeface="Arial" pitchFamily="34" charset="0"/>
            </a:endParaRPr>
          </a:p>
        </p:txBody>
      </p:sp>
      <p:sp>
        <p:nvSpPr>
          <p:cNvPr id="131080" name="Freeform 7"/>
          <p:cNvSpPr>
            <a:spLocks/>
          </p:cNvSpPr>
          <p:nvPr/>
        </p:nvSpPr>
        <p:spPr bwMode="auto">
          <a:xfrm>
            <a:off x="1935163" y="2130425"/>
            <a:ext cx="4865687" cy="2030413"/>
          </a:xfrm>
          <a:custGeom>
            <a:avLst/>
            <a:gdLst>
              <a:gd name="T0" fmla="*/ 2147483647 w 3065"/>
              <a:gd name="T1" fmla="*/ 2147483647 h 1279"/>
              <a:gd name="T2" fmla="*/ 2147483647 w 3065"/>
              <a:gd name="T3" fmla="*/ 2147483647 h 1279"/>
              <a:gd name="T4" fmla="*/ 2147483647 w 3065"/>
              <a:gd name="T5" fmla="*/ 2147483647 h 1279"/>
              <a:gd name="T6" fmla="*/ 0 w 3065"/>
              <a:gd name="T7" fmla="*/ 2147483647 h 1279"/>
              <a:gd name="T8" fmla="*/ 0 60000 65536"/>
              <a:gd name="T9" fmla="*/ 0 60000 65536"/>
              <a:gd name="T10" fmla="*/ 0 60000 65536"/>
              <a:gd name="T11" fmla="*/ 0 60000 65536"/>
              <a:gd name="T12" fmla="*/ 0 w 3065"/>
              <a:gd name="T13" fmla="*/ 0 h 1279"/>
              <a:gd name="T14" fmla="*/ 3065 w 3065"/>
              <a:gd name="T15" fmla="*/ 1279 h 1279"/>
            </a:gdLst>
            <a:ahLst/>
            <a:cxnLst>
              <a:cxn ang="T8">
                <a:pos x="T0" y="T1"/>
              </a:cxn>
              <a:cxn ang="T9">
                <a:pos x="T2" y="T3"/>
              </a:cxn>
              <a:cxn ang="T10">
                <a:pos x="T4" y="T5"/>
              </a:cxn>
              <a:cxn ang="T11">
                <a:pos x="T6" y="T7"/>
              </a:cxn>
            </a:cxnLst>
            <a:rect l="T12" t="T13" r="T14" b="T15"/>
            <a:pathLst>
              <a:path w="3065" h="1279">
                <a:moveTo>
                  <a:pt x="2899" y="1279"/>
                </a:moveTo>
                <a:cubicBezTo>
                  <a:pt x="2859" y="1098"/>
                  <a:pt x="3065" y="388"/>
                  <a:pt x="2659" y="194"/>
                </a:cubicBezTo>
                <a:cubicBezTo>
                  <a:pt x="2253" y="0"/>
                  <a:pt x="904" y="90"/>
                  <a:pt x="461" y="117"/>
                </a:cubicBezTo>
                <a:cubicBezTo>
                  <a:pt x="18" y="144"/>
                  <a:pt x="96" y="307"/>
                  <a:pt x="0" y="357"/>
                </a:cubicBezTo>
              </a:path>
            </a:pathLst>
          </a:custGeom>
          <a:noFill/>
          <a:ln w="7620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dirty="0">
              <a:latin typeface="Arial" pitchFamily="34" charset="0"/>
            </a:endParaRPr>
          </a:p>
        </p:txBody>
      </p:sp>
      <p:sp>
        <p:nvSpPr>
          <p:cNvPr id="131081" name="Freeform 8"/>
          <p:cNvSpPr>
            <a:spLocks/>
          </p:cNvSpPr>
          <p:nvPr/>
        </p:nvSpPr>
        <p:spPr bwMode="auto">
          <a:xfrm>
            <a:off x="1843088" y="2697163"/>
            <a:ext cx="4525962" cy="473075"/>
          </a:xfrm>
          <a:custGeom>
            <a:avLst/>
            <a:gdLst>
              <a:gd name="T0" fmla="*/ 2147483647 w 2851"/>
              <a:gd name="T1" fmla="*/ 0 h 298"/>
              <a:gd name="T2" fmla="*/ 2147483647 w 2851"/>
              <a:gd name="T3" fmla="*/ 2147483647 h 298"/>
              <a:gd name="T4" fmla="*/ 2147483647 w 2851"/>
              <a:gd name="T5" fmla="*/ 2147483647 h 298"/>
              <a:gd name="T6" fmla="*/ 2147483647 w 2851"/>
              <a:gd name="T7" fmla="*/ 2147483647 h 298"/>
              <a:gd name="T8" fmla="*/ 0 60000 65536"/>
              <a:gd name="T9" fmla="*/ 0 60000 65536"/>
              <a:gd name="T10" fmla="*/ 0 60000 65536"/>
              <a:gd name="T11" fmla="*/ 0 60000 65536"/>
              <a:gd name="T12" fmla="*/ 0 w 2851"/>
              <a:gd name="T13" fmla="*/ 0 h 298"/>
              <a:gd name="T14" fmla="*/ 2851 w 2851"/>
              <a:gd name="T15" fmla="*/ 298 h 298"/>
            </a:gdLst>
            <a:ahLst/>
            <a:cxnLst>
              <a:cxn ang="T8">
                <a:pos x="T0" y="T1"/>
              </a:cxn>
              <a:cxn ang="T9">
                <a:pos x="T2" y="T3"/>
              </a:cxn>
              <a:cxn ang="T10">
                <a:pos x="T4" y="T5"/>
              </a:cxn>
              <a:cxn ang="T11">
                <a:pos x="T6" y="T7"/>
              </a:cxn>
            </a:cxnLst>
            <a:rect l="T12" t="T13" r="T14" b="T15"/>
            <a:pathLst>
              <a:path w="2851" h="298">
                <a:moveTo>
                  <a:pt x="87" y="0"/>
                </a:moveTo>
                <a:cubicBezTo>
                  <a:pt x="138" y="22"/>
                  <a:pt x="0" y="121"/>
                  <a:pt x="394" y="135"/>
                </a:cubicBezTo>
                <a:cubicBezTo>
                  <a:pt x="788" y="149"/>
                  <a:pt x="2047" y="60"/>
                  <a:pt x="2449" y="87"/>
                </a:cubicBezTo>
                <a:cubicBezTo>
                  <a:pt x="2851" y="114"/>
                  <a:pt x="2730" y="254"/>
                  <a:pt x="2804" y="298"/>
                </a:cubicBezTo>
              </a:path>
            </a:pathLst>
          </a:custGeom>
          <a:noFill/>
          <a:ln w="7620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dirty="0">
              <a:latin typeface="Arial" pitchFamily="34" charset="0"/>
            </a:endParaRPr>
          </a:p>
        </p:txBody>
      </p:sp>
      <p:sp>
        <p:nvSpPr>
          <p:cNvPr id="131082" name="Freeform 9"/>
          <p:cNvSpPr>
            <a:spLocks/>
          </p:cNvSpPr>
          <p:nvPr/>
        </p:nvSpPr>
        <p:spPr bwMode="auto">
          <a:xfrm>
            <a:off x="2103438" y="4602163"/>
            <a:ext cx="3322637" cy="473075"/>
          </a:xfrm>
          <a:custGeom>
            <a:avLst/>
            <a:gdLst>
              <a:gd name="T0" fmla="*/ 0 w 2093"/>
              <a:gd name="T1" fmla="*/ 0 h 298"/>
              <a:gd name="T2" fmla="*/ 2147483647 w 2093"/>
              <a:gd name="T3" fmla="*/ 2147483647 h 298"/>
              <a:gd name="T4" fmla="*/ 2147483647 w 2093"/>
              <a:gd name="T5" fmla="*/ 2147483647 h 298"/>
              <a:gd name="T6" fmla="*/ 2147483647 w 2093"/>
              <a:gd name="T7" fmla="*/ 2147483647 h 298"/>
              <a:gd name="T8" fmla="*/ 0 60000 65536"/>
              <a:gd name="T9" fmla="*/ 0 60000 65536"/>
              <a:gd name="T10" fmla="*/ 0 60000 65536"/>
              <a:gd name="T11" fmla="*/ 0 60000 65536"/>
              <a:gd name="T12" fmla="*/ 0 w 2093"/>
              <a:gd name="T13" fmla="*/ 0 h 298"/>
              <a:gd name="T14" fmla="*/ 2093 w 2093"/>
              <a:gd name="T15" fmla="*/ 298 h 298"/>
            </a:gdLst>
            <a:ahLst/>
            <a:cxnLst>
              <a:cxn ang="T8">
                <a:pos x="T0" y="T1"/>
              </a:cxn>
              <a:cxn ang="T9">
                <a:pos x="T2" y="T3"/>
              </a:cxn>
              <a:cxn ang="T10">
                <a:pos x="T4" y="T5"/>
              </a:cxn>
              <a:cxn ang="T11">
                <a:pos x="T6" y="T7"/>
              </a:cxn>
            </a:cxnLst>
            <a:rect l="T12" t="T13" r="T14" b="T15"/>
            <a:pathLst>
              <a:path w="2093" h="298">
                <a:moveTo>
                  <a:pt x="0" y="0"/>
                </a:moveTo>
                <a:cubicBezTo>
                  <a:pt x="24" y="64"/>
                  <a:pt x="48" y="128"/>
                  <a:pt x="326" y="154"/>
                </a:cubicBezTo>
                <a:cubicBezTo>
                  <a:pt x="604" y="180"/>
                  <a:pt x="1375" y="130"/>
                  <a:pt x="1670" y="154"/>
                </a:cubicBezTo>
                <a:cubicBezTo>
                  <a:pt x="1965" y="178"/>
                  <a:pt x="2029" y="238"/>
                  <a:pt x="2093" y="298"/>
                </a:cubicBezTo>
              </a:path>
            </a:pathLst>
          </a:custGeom>
          <a:noFill/>
          <a:ln w="7620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dirty="0">
              <a:latin typeface="Arial" pitchFamily="34" charset="0"/>
            </a:endParaRPr>
          </a:p>
        </p:txBody>
      </p:sp>
      <p:sp>
        <p:nvSpPr>
          <p:cNvPr id="131083" name="Freeform 10"/>
          <p:cNvSpPr>
            <a:spLocks/>
          </p:cNvSpPr>
          <p:nvPr/>
        </p:nvSpPr>
        <p:spPr bwMode="auto">
          <a:xfrm>
            <a:off x="1524000" y="3197225"/>
            <a:ext cx="4022725" cy="223838"/>
          </a:xfrm>
          <a:custGeom>
            <a:avLst/>
            <a:gdLst>
              <a:gd name="T0" fmla="*/ 0 w 2534"/>
              <a:gd name="T1" fmla="*/ 2147483647 h 141"/>
              <a:gd name="T2" fmla="*/ 2147483647 w 2534"/>
              <a:gd name="T3" fmla="*/ 2147483647 h 141"/>
              <a:gd name="T4" fmla="*/ 2147483647 w 2534"/>
              <a:gd name="T5" fmla="*/ 2147483647 h 141"/>
              <a:gd name="T6" fmla="*/ 2147483647 w 2534"/>
              <a:gd name="T7" fmla="*/ 2147483647 h 141"/>
              <a:gd name="T8" fmla="*/ 0 60000 65536"/>
              <a:gd name="T9" fmla="*/ 0 60000 65536"/>
              <a:gd name="T10" fmla="*/ 0 60000 65536"/>
              <a:gd name="T11" fmla="*/ 0 60000 65536"/>
              <a:gd name="T12" fmla="*/ 0 w 2534"/>
              <a:gd name="T13" fmla="*/ 0 h 141"/>
              <a:gd name="T14" fmla="*/ 2534 w 2534"/>
              <a:gd name="T15" fmla="*/ 141 h 141"/>
            </a:gdLst>
            <a:ahLst/>
            <a:cxnLst>
              <a:cxn ang="T8">
                <a:pos x="T0" y="T1"/>
              </a:cxn>
              <a:cxn ang="T9">
                <a:pos x="T2" y="T3"/>
              </a:cxn>
              <a:cxn ang="T10">
                <a:pos x="T4" y="T5"/>
              </a:cxn>
              <a:cxn ang="T11">
                <a:pos x="T6" y="T7"/>
              </a:cxn>
            </a:cxnLst>
            <a:rect l="T12" t="T13" r="T14" b="T15"/>
            <a:pathLst>
              <a:path w="2534" h="141">
                <a:moveTo>
                  <a:pt x="0" y="88"/>
                </a:moveTo>
                <a:cubicBezTo>
                  <a:pt x="128" y="94"/>
                  <a:pt x="427" y="141"/>
                  <a:pt x="768" y="127"/>
                </a:cubicBezTo>
                <a:cubicBezTo>
                  <a:pt x="1109" y="113"/>
                  <a:pt x="1751" y="4"/>
                  <a:pt x="2045" y="2"/>
                </a:cubicBezTo>
                <a:cubicBezTo>
                  <a:pt x="2339" y="0"/>
                  <a:pt x="2432" y="93"/>
                  <a:pt x="2534" y="117"/>
                </a:cubicBezTo>
              </a:path>
            </a:pathLst>
          </a:custGeom>
          <a:noFill/>
          <a:ln w="7620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dirty="0">
              <a:latin typeface="Arial" pitchFamily="34" charset="0"/>
            </a:endParaRPr>
          </a:p>
        </p:txBody>
      </p:sp>
      <p:sp>
        <p:nvSpPr>
          <p:cNvPr id="131084" name="Freeform 11"/>
          <p:cNvSpPr>
            <a:spLocks/>
          </p:cNvSpPr>
          <p:nvPr/>
        </p:nvSpPr>
        <p:spPr bwMode="auto">
          <a:xfrm>
            <a:off x="1806575" y="4160838"/>
            <a:ext cx="4841875" cy="522287"/>
          </a:xfrm>
          <a:custGeom>
            <a:avLst/>
            <a:gdLst>
              <a:gd name="T0" fmla="*/ 2147483647 w 3050"/>
              <a:gd name="T1" fmla="*/ 2147483647 h 329"/>
              <a:gd name="T2" fmla="*/ 2147483647 w 3050"/>
              <a:gd name="T3" fmla="*/ 2147483647 h 329"/>
              <a:gd name="T4" fmla="*/ 2147483647 w 3050"/>
              <a:gd name="T5" fmla="*/ 2147483647 h 329"/>
              <a:gd name="T6" fmla="*/ 2147483647 w 3050"/>
              <a:gd name="T7" fmla="*/ 0 h 329"/>
              <a:gd name="T8" fmla="*/ 0 60000 65536"/>
              <a:gd name="T9" fmla="*/ 0 60000 65536"/>
              <a:gd name="T10" fmla="*/ 0 60000 65536"/>
              <a:gd name="T11" fmla="*/ 0 60000 65536"/>
              <a:gd name="T12" fmla="*/ 0 w 3050"/>
              <a:gd name="T13" fmla="*/ 0 h 329"/>
              <a:gd name="T14" fmla="*/ 3050 w 3050"/>
              <a:gd name="T15" fmla="*/ 329 h 329"/>
            </a:gdLst>
            <a:ahLst/>
            <a:cxnLst>
              <a:cxn ang="T8">
                <a:pos x="T0" y="T1"/>
              </a:cxn>
              <a:cxn ang="T9">
                <a:pos x="T2" y="T3"/>
              </a:cxn>
              <a:cxn ang="T10">
                <a:pos x="T4" y="T5"/>
              </a:cxn>
              <a:cxn ang="T11">
                <a:pos x="T6" y="T7"/>
              </a:cxn>
            </a:cxnLst>
            <a:rect l="T12" t="T13" r="T14" b="T15"/>
            <a:pathLst>
              <a:path w="3050" h="329">
                <a:moveTo>
                  <a:pt x="62" y="57"/>
                </a:moveTo>
                <a:cubicBezTo>
                  <a:pt x="123" y="89"/>
                  <a:pt x="0" y="211"/>
                  <a:pt x="427" y="249"/>
                </a:cubicBezTo>
                <a:cubicBezTo>
                  <a:pt x="854" y="287"/>
                  <a:pt x="2200" y="329"/>
                  <a:pt x="2625" y="288"/>
                </a:cubicBezTo>
                <a:cubicBezTo>
                  <a:pt x="3050" y="247"/>
                  <a:pt x="2906" y="60"/>
                  <a:pt x="2980" y="0"/>
                </a:cubicBezTo>
              </a:path>
            </a:pathLst>
          </a:custGeom>
          <a:noFill/>
          <a:ln w="7620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dirty="0">
              <a:latin typeface="Arial" pitchFamily="34" charset="0"/>
            </a:endParaRPr>
          </a:p>
        </p:txBody>
      </p:sp>
      <p:sp>
        <p:nvSpPr>
          <p:cNvPr id="131085" name="TextBox 13"/>
          <p:cNvSpPr txBox="1">
            <a:spLocks noChangeArrowheads="1"/>
          </p:cNvSpPr>
          <p:nvPr/>
        </p:nvSpPr>
        <p:spPr bwMode="auto">
          <a:xfrm rot="-2031119">
            <a:off x="4518025" y="3702050"/>
            <a:ext cx="4271963" cy="1446213"/>
          </a:xfrm>
          <a:prstGeom prst="rect">
            <a:avLst/>
          </a:prstGeom>
          <a:solidFill>
            <a:schemeClr val="bg1"/>
          </a:solidFill>
          <a:ln w="9525">
            <a:solidFill>
              <a:srgbClr val="FFC000"/>
            </a:solidFill>
            <a:miter lim="800000"/>
            <a:headEnd/>
            <a:tailEnd/>
          </a:ln>
        </p:spPr>
        <p:txBody>
          <a:bodyPr>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ctr"/>
            <a:r>
              <a:rPr lang="en-US">
                <a:solidFill>
                  <a:srgbClr val="FFC000"/>
                </a:solidFill>
                <a:latin typeface="Arial" charset="0"/>
                <a:cs typeface="Arial" charset="0"/>
              </a:rPr>
              <a:t>Impossible in a partial order</a:t>
            </a:r>
          </a:p>
        </p:txBody>
      </p:sp>
    </p:spTree>
  </p:cSld>
  <p:clrMapOvr>
    <a:masterClrMapping/>
  </p:clrMapOvr>
  <p:transition spd="slow"/>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133122"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C2303534-E771-214D-9108-F9944CA16723}" type="slidenum">
              <a:rPr lang="ar-SA" sz="1400" b="0">
                <a:solidFill>
                  <a:schemeClr val="tx1"/>
                </a:solidFill>
                <a:latin typeface="Arial" charset="0"/>
                <a:cs typeface="Arial" charset="0"/>
              </a:rPr>
              <a:pPr/>
              <a:t>58</a:t>
            </a:fld>
            <a:endParaRPr lang="en-US" sz="1400" b="0">
              <a:solidFill>
                <a:schemeClr val="tx1"/>
              </a:solidFill>
              <a:latin typeface="Arial" charset="0"/>
              <a:cs typeface="Arial" charset="0"/>
            </a:endParaRPr>
          </a:p>
        </p:txBody>
      </p:sp>
      <p:pic>
        <p:nvPicPr>
          <p:cNvPr id="133123" name="Picture 5"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24" name="Rectangle 2"/>
          <p:cNvSpPr>
            <a:spLocks noGrp="1" noChangeArrowheads="1"/>
          </p:cNvSpPr>
          <p:nvPr>
            <p:ph type="title"/>
          </p:nvPr>
        </p:nvSpPr>
        <p:spPr/>
        <p:txBody>
          <a:bodyPr/>
          <a:lstStyle/>
          <a:p>
            <a:r>
              <a:rPr lang="en-US">
                <a:latin typeface="Arial" charset="0"/>
              </a:rPr>
              <a:t>Deadlock Freedom</a:t>
            </a:r>
          </a:p>
        </p:txBody>
      </p:sp>
      <p:sp>
        <p:nvSpPr>
          <p:cNvPr id="133125" name="Rectangle 3"/>
          <p:cNvSpPr>
            <a:spLocks noGrp="1" noChangeArrowheads="1"/>
          </p:cNvSpPr>
          <p:nvPr>
            <p:ph type="body" idx="1"/>
          </p:nvPr>
        </p:nvSpPr>
        <p:spPr/>
        <p:txBody>
          <a:bodyPr/>
          <a:lstStyle/>
          <a:p>
            <a:r>
              <a:rPr lang="en-US">
                <a:latin typeface="Arial" charset="0"/>
              </a:rPr>
              <a:t>LockOne Fails deadlock-freedom</a:t>
            </a:r>
          </a:p>
          <a:p>
            <a:pPr lvl="1"/>
            <a:r>
              <a:rPr lang="en-US">
                <a:latin typeface="Arial" charset="0"/>
                <a:cs typeface="Arial" charset="0"/>
              </a:rPr>
              <a:t>Concurrent execution can deadlock</a:t>
            </a:r>
          </a:p>
          <a:p>
            <a:pPr lvl="1"/>
            <a:endParaRPr lang="en-US">
              <a:latin typeface="Arial" charset="0"/>
              <a:cs typeface="Arial" charset="0"/>
            </a:endParaRPr>
          </a:p>
          <a:p>
            <a:pPr lvl="1"/>
            <a:endParaRPr lang="en-US">
              <a:latin typeface="Arial" charset="0"/>
              <a:cs typeface="Arial" charset="0"/>
            </a:endParaRPr>
          </a:p>
          <a:p>
            <a:pPr lvl="1"/>
            <a:r>
              <a:rPr lang="en-US">
                <a:latin typeface="Arial" charset="0"/>
                <a:cs typeface="Arial" charset="0"/>
              </a:rPr>
              <a:t>Sequential executions OK</a:t>
            </a:r>
          </a:p>
        </p:txBody>
      </p:sp>
      <p:sp>
        <p:nvSpPr>
          <p:cNvPr id="133126" name="Text Box 4"/>
          <p:cNvSpPr txBox="1">
            <a:spLocks noChangeArrowheads="1"/>
          </p:cNvSpPr>
          <p:nvPr/>
        </p:nvSpPr>
        <p:spPr bwMode="auto">
          <a:xfrm>
            <a:off x="965200" y="3265488"/>
            <a:ext cx="6256338" cy="638175"/>
          </a:xfrm>
          <a:prstGeom prst="rect">
            <a:avLst/>
          </a:prstGeom>
          <a:solidFill>
            <a:srgbClr val="FFFFCC"/>
          </a:solidFill>
          <a:ln w="9525">
            <a:solidFill>
              <a:srgbClr val="FFFF99"/>
            </a:solidFill>
            <a:miter lim="800000"/>
            <a:headEnd/>
            <a:tailEnd/>
          </a:ln>
        </p:spPr>
        <p:txBody>
          <a:bodyPr>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eaLnBrk="1" hangingPunct="1">
              <a:lnSpc>
                <a:spcPct val="70000"/>
              </a:lnSpc>
              <a:spcBef>
                <a:spcPct val="30000"/>
              </a:spcBef>
            </a:pPr>
            <a:r>
              <a:rPr lang="en-US" sz="2000">
                <a:solidFill>
                  <a:schemeClr val="accent2"/>
                </a:solidFill>
                <a:latin typeface="Courier New" charset="0"/>
                <a:cs typeface="Courier New" charset="0"/>
              </a:rPr>
              <a:t>  flag[i] = </a:t>
            </a:r>
            <a:r>
              <a:rPr lang="en-US" sz="2000">
                <a:solidFill>
                  <a:schemeClr val="tx1"/>
                </a:solidFill>
                <a:latin typeface="Courier New" charset="0"/>
                <a:cs typeface="Courier New" charset="0"/>
              </a:rPr>
              <a:t>true</a:t>
            </a:r>
            <a:r>
              <a:rPr lang="en-US" sz="2000">
                <a:solidFill>
                  <a:schemeClr val="accent2"/>
                </a:solidFill>
                <a:latin typeface="Courier New" charset="0"/>
                <a:cs typeface="Courier New" charset="0"/>
              </a:rPr>
              <a:t>;    flag[j] = </a:t>
            </a:r>
            <a:r>
              <a:rPr lang="en-US" sz="2000">
                <a:solidFill>
                  <a:schemeClr val="tx1"/>
                </a:solidFill>
                <a:latin typeface="Courier New" charset="0"/>
                <a:cs typeface="Courier New" charset="0"/>
              </a:rPr>
              <a:t>true</a:t>
            </a:r>
            <a:r>
              <a:rPr lang="en-US" sz="2000">
                <a:solidFill>
                  <a:schemeClr val="accent2"/>
                </a:solidFill>
                <a:latin typeface="Courier New" charset="0"/>
                <a:cs typeface="Courier New" charset="0"/>
              </a:rPr>
              <a:t>;</a:t>
            </a:r>
          </a:p>
          <a:p>
            <a:pPr eaLnBrk="1" hangingPunct="1">
              <a:lnSpc>
                <a:spcPct val="70000"/>
              </a:lnSpc>
              <a:spcBef>
                <a:spcPct val="30000"/>
              </a:spcBef>
            </a:pPr>
            <a:r>
              <a:rPr lang="en-US" sz="2000">
                <a:solidFill>
                  <a:schemeClr val="accent2"/>
                </a:solidFill>
                <a:latin typeface="Courier New" charset="0"/>
                <a:cs typeface="Courier New" charset="0"/>
              </a:rPr>
              <a:t>  </a:t>
            </a:r>
            <a:r>
              <a:rPr lang="en-US" sz="2000">
                <a:solidFill>
                  <a:schemeClr val="tx1"/>
                </a:solidFill>
                <a:latin typeface="Courier New" charset="0"/>
                <a:cs typeface="Courier New" charset="0"/>
              </a:rPr>
              <a:t>while</a:t>
            </a:r>
            <a:r>
              <a:rPr lang="en-US" sz="2000">
                <a:solidFill>
                  <a:schemeClr val="accent2"/>
                </a:solidFill>
                <a:latin typeface="Courier New" charset="0"/>
                <a:cs typeface="Courier New" charset="0"/>
              </a:rPr>
              <a:t> (flag[j]){}  </a:t>
            </a:r>
            <a:r>
              <a:rPr lang="en-US" sz="2000">
                <a:solidFill>
                  <a:schemeClr val="tx1"/>
                </a:solidFill>
                <a:latin typeface="Courier New" charset="0"/>
                <a:cs typeface="Courier New" charset="0"/>
              </a:rPr>
              <a:t>while</a:t>
            </a:r>
            <a:r>
              <a:rPr lang="en-US" sz="2000">
                <a:solidFill>
                  <a:schemeClr val="accent2"/>
                </a:solidFill>
                <a:latin typeface="Courier New" charset="0"/>
                <a:cs typeface="Courier New" charset="0"/>
              </a:rPr>
              <a:t> (flag[i]){}</a:t>
            </a:r>
          </a:p>
        </p:txBody>
      </p:sp>
    </p:spTree>
  </p:cSld>
  <p:clrMapOvr>
    <a:masterClrMapping/>
  </p:clrMapOvr>
  <p:transition spd="slow"/>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135170"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F0D3524C-7A3A-F241-8FAD-0E015AEFB3F7}" type="slidenum">
              <a:rPr lang="ar-SA" sz="1400" b="0">
                <a:solidFill>
                  <a:schemeClr val="tx1"/>
                </a:solidFill>
                <a:latin typeface="Arial" charset="0"/>
                <a:cs typeface="Arial" charset="0"/>
              </a:rPr>
              <a:pPr/>
              <a:t>59</a:t>
            </a:fld>
            <a:endParaRPr lang="en-US" sz="1400" b="0">
              <a:solidFill>
                <a:schemeClr val="tx1"/>
              </a:solidFill>
              <a:latin typeface="Arial" charset="0"/>
              <a:cs typeface="Arial" charset="0"/>
            </a:endParaRPr>
          </a:p>
        </p:txBody>
      </p:sp>
      <p:pic>
        <p:nvPicPr>
          <p:cNvPr id="135171" name="Picture 14"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5172" name="Rectangle 2"/>
          <p:cNvSpPr>
            <a:spLocks noGrp="1" noChangeArrowheads="1"/>
          </p:cNvSpPr>
          <p:nvPr>
            <p:ph type="title"/>
          </p:nvPr>
        </p:nvSpPr>
        <p:spPr/>
        <p:txBody>
          <a:bodyPr/>
          <a:lstStyle/>
          <a:p>
            <a:r>
              <a:rPr lang="en-US" sz="4000">
                <a:latin typeface="Arial" charset="0"/>
              </a:rPr>
              <a:t>LockTwo</a:t>
            </a:r>
          </a:p>
        </p:txBody>
      </p:sp>
      <p:sp>
        <p:nvSpPr>
          <p:cNvPr id="135173" name="Text Box 3"/>
          <p:cNvSpPr txBox="1">
            <a:spLocks noChangeArrowheads="1"/>
          </p:cNvSpPr>
          <p:nvPr/>
        </p:nvSpPr>
        <p:spPr bwMode="auto">
          <a:xfrm>
            <a:off x="849313" y="1828800"/>
            <a:ext cx="7445375" cy="2743200"/>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eaLnBrk="1" hangingPunct="1">
              <a:lnSpc>
                <a:spcPct val="70000"/>
              </a:lnSpc>
              <a:spcBef>
                <a:spcPct val="30000"/>
              </a:spcBef>
            </a:pPr>
            <a:r>
              <a:rPr lang="en-US" sz="2000">
                <a:solidFill>
                  <a:schemeClr val="tx1"/>
                </a:solidFill>
                <a:latin typeface="Courier New" charset="0"/>
                <a:cs typeface="Courier New" charset="0"/>
              </a:rPr>
              <a:t>public class</a:t>
            </a:r>
            <a:r>
              <a:rPr lang="en-US" sz="2000">
                <a:solidFill>
                  <a:schemeClr val="accent2"/>
                </a:solidFill>
                <a:latin typeface="Courier New" charset="0"/>
                <a:cs typeface="Courier New" charset="0"/>
              </a:rPr>
              <a:t> LockTwo </a:t>
            </a:r>
            <a:r>
              <a:rPr lang="en-US" sz="2000">
                <a:solidFill>
                  <a:schemeClr val="tx1"/>
                </a:solidFill>
                <a:latin typeface="Courier New" charset="0"/>
              </a:rPr>
              <a:t>implements</a:t>
            </a:r>
            <a:r>
              <a:rPr lang="en-US" sz="2000">
                <a:solidFill>
                  <a:schemeClr val="accent2"/>
                </a:solidFill>
                <a:latin typeface="Courier New" charset="0"/>
              </a:rPr>
              <a:t> Lock </a:t>
            </a:r>
            <a:r>
              <a:rPr lang="en-US" sz="2000">
                <a:solidFill>
                  <a:schemeClr val="accent2"/>
                </a:solidFill>
                <a:latin typeface="Courier New" charset="0"/>
                <a:cs typeface="Courier New" charset="0"/>
              </a:rPr>
              <a:t>{</a:t>
            </a:r>
          </a:p>
          <a:p>
            <a:pPr eaLnBrk="1" hangingPunct="1">
              <a:lnSpc>
                <a:spcPct val="70000"/>
              </a:lnSpc>
              <a:spcBef>
                <a:spcPct val="30000"/>
              </a:spcBef>
            </a:pPr>
            <a:r>
              <a:rPr lang="en-US" sz="2000">
                <a:solidFill>
                  <a:schemeClr val="accent2"/>
                </a:solidFill>
                <a:latin typeface="Courier New" charset="0"/>
                <a:cs typeface="Courier New" charset="0"/>
              </a:rPr>
              <a:t> </a:t>
            </a:r>
            <a:r>
              <a:rPr lang="en-US" sz="2000">
                <a:solidFill>
                  <a:schemeClr val="tx1"/>
                </a:solidFill>
                <a:latin typeface="Courier New" charset="0"/>
                <a:cs typeface="Courier New" charset="0"/>
              </a:rPr>
              <a:t>private int</a:t>
            </a:r>
            <a:r>
              <a:rPr lang="en-US" sz="2000">
                <a:solidFill>
                  <a:schemeClr val="accent2"/>
                </a:solidFill>
                <a:latin typeface="Courier New" charset="0"/>
                <a:cs typeface="Courier New" charset="0"/>
              </a:rPr>
              <a:t> victim;</a:t>
            </a:r>
          </a:p>
          <a:p>
            <a:pPr eaLnBrk="1" hangingPunct="1">
              <a:lnSpc>
                <a:spcPct val="70000"/>
              </a:lnSpc>
              <a:spcBef>
                <a:spcPct val="30000"/>
              </a:spcBef>
            </a:pPr>
            <a:r>
              <a:rPr lang="en-US" sz="2000">
                <a:solidFill>
                  <a:schemeClr val="accent2"/>
                </a:solidFill>
                <a:latin typeface="Courier New" charset="0"/>
                <a:cs typeface="Courier New" charset="0"/>
              </a:rPr>
              <a:t> </a:t>
            </a:r>
            <a:r>
              <a:rPr lang="en-US" sz="2000">
                <a:solidFill>
                  <a:schemeClr val="tx1"/>
                </a:solidFill>
                <a:latin typeface="Courier New" charset="0"/>
                <a:cs typeface="Courier New" charset="0"/>
              </a:rPr>
              <a:t>public void</a:t>
            </a:r>
            <a:r>
              <a:rPr lang="en-US" sz="2000">
                <a:solidFill>
                  <a:schemeClr val="accent2"/>
                </a:solidFill>
                <a:latin typeface="Courier New" charset="0"/>
                <a:cs typeface="Courier New" charset="0"/>
              </a:rPr>
              <a:t> lock() {</a:t>
            </a:r>
          </a:p>
          <a:p>
            <a:pPr eaLnBrk="1" hangingPunct="1">
              <a:lnSpc>
                <a:spcPct val="70000"/>
              </a:lnSpc>
              <a:spcBef>
                <a:spcPct val="30000"/>
              </a:spcBef>
            </a:pPr>
            <a:r>
              <a:rPr lang="en-US" sz="2000">
                <a:solidFill>
                  <a:schemeClr val="accent2"/>
                </a:solidFill>
                <a:latin typeface="Courier New" charset="0"/>
                <a:cs typeface="Courier New" charset="0"/>
              </a:rPr>
              <a:t>  victim = i;</a:t>
            </a:r>
          </a:p>
          <a:p>
            <a:pPr eaLnBrk="1" hangingPunct="1">
              <a:lnSpc>
                <a:spcPct val="70000"/>
              </a:lnSpc>
              <a:spcBef>
                <a:spcPct val="30000"/>
              </a:spcBef>
            </a:pPr>
            <a:r>
              <a:rPr lang="en-US" sz="2000">
                <a:solidFill>
                  <a:schemeClr val="accent2"/>
                </a:solidFill>
                <a:latin typeface="Courier New" charset="0"/>
                <a:cs typeface="Courier New" charset="0"/>
              </a:rPr>
              <a:t>  </a:t>
            </a:r>
            <a:r>
              <a:rPr lang="en-US" sz="2000">
                <a:solidFill>
                  <a:schemeClr val="tx1"/>
                </a:solidFill>
                <a:latin typeface="Courier New" charset="0"/>
                <a:cs typeface="Courier New" charset="0"/>
              </a:rPr>
              <a:t>while</a:t>
            </a:r>
            <a:r>
              <a:rPr lang="en-US" sz="2000">
                <a:solidFill>
                  <a:schemeClr val="accent2"/>
                </a:solidFill>
                <a:latin typeface="Courier New" charset="0"/>
                <a:cs typeface="Courier New" charset="0"/>
              </a:rPr>
              <a:t> (victim == i) {}; </a:t>
            </a:r>
          </a:p>
          <a:p>
            <a:pPr eaLnBrk="1" hangingPunct="1">
              <a:lnSpc>
                <a:spcPct val="70000"/>
              </a:lnSpc>
              <a:spcBef>
                <a:spcPct val="30000"/>
              </a:spcBef>
            </a:pPr>
            <a:r>
              <a:rPr lang="en-US" sz="2000">
                <a:solidFill>
                  <a:schemeClr val="accent2"/>
                </a:solidFill>
                <a:latin typeface="Courier New" charset="0"/>
                <a:cs typeface="Courier New" charset="0"/>
              </a:rPr>
              <a:t> }</a:t>
            </a:r>
          </a:p>
          <a:p>
            <a:pPr eaLnBrk="1" hangingPunct="1">
              <a:lnSpc>
                <a:spcPct val="70000"/>
              </a:lnSpc>
              <a:spcBef>
                <a:spcPct val="30000"/>
              </a:spcBef>
            </a:pPr>
            <a:endParaRPr lang="en-US" sz="2000">
              <a:solidFill>
                <a:schemeClr val="accent2"/>
              </a:solidFill>
              <a:latin typeface="Courier New" charset="0"/>
              <a:cs typeface="Courier New" charset="0"/>
            </a:endParaRPr>
          </a:p>
          <a:p>
            <a:pPr eaLnBrk="1" hangingPunct="1">
              <a:lnSpc>
                <a:spcPct val="70000"/>
              </a:lnSpc>
              <a:spcBef>
                <a:spcPct val="30000"/>
              </a:spcBef>
            </a:pPr>
            <a:r>
              <a:rPr lang="en-US" sz="2000">
                <a:solidFill>
                  <a:schemeClr val="accent2"/>
                </a:solidFill>
                <a:latin typeface="Courier New" charset="0"/>
                <a:cs typeface="Courier New" charset="0"/>
              </a:rPr>
              <a:t> </a:t>
            </a:r>
            <a:r>
              <a:rPr lang="en-US" sz="2000">
                <a:solidFill>
                  <a:schemeClr val="tx1"/>
                </a:solidFill>
                <a:latin typeface="Courier New" charset="0"/>
                <a:cs typeface="Courier New" charset="0"/>
              </a:rPr>
              <a:t>public void</a:t>
            </a:r>
            <a:r>
              <a:rPr lang="en-US" sz="2000">
                <a:solidFill>
                  <a:schemeClr val="accent2"/>
                </a:solidFill>
                <a:latin typeface="Courier New" charset="0"/>
                <a:cs typeface="Courier New" charset="0"/>
              </a:rPr>
              <a:t> unlock() {}</a:t>
            </a:r>
          </a:p>
          <a:p>
            <a:pPr eaLnBrk="1" hangingPunct="1">
              <a:lnSpc>
                <a:spcPct val="70000"/>
              </a:lnSpc>
              <a:spcBef>
                <a:spcPct val="30000"/>
              </a:spcBef>
            </a:pPr>
            <a:r>
              <a:rPr lang="en-US" sz="2000">
                <a:solidFill>
                  <a:schemeClr val="accent2"/>
                </a:solidFill>
                <a:latin typeface="Courier New" charset="0"/>
                <a:cs typeface="Courier New" charset="0"/>
              </a:rPr>
              <a:t>}</a:t>
            </a:r>
          </a:p>
        </p:txBody>
      </p:sp>
    </p:spTree>
  </p:cSld>
  <p:clrMapOvr>
    <a:masterClrMapping/>
  </p:clrMapOvr>
  <p:transition spd="slow"/>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137218"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514B3E89-1D31-8D42-B113-02FE1C8B9E78}" type="slidenum">
              <a:rPr lang="ar-SA" sz="1400" b="0">
                <a:solidFill>
                  <a:schemeClr val="tx1"/>
                </a:solidFill>
                <a:latin typeface="Arial" charset="0"/>
                <a:cs typeface="Arial" charset="0"/>
              </a:rPr>
              <a:pPr/>
              <a:t>60</a:t>
            </a:fld>
            <a:endParaRPr lang="en-US" sz="1400" b="0">
              <a:solidFill>
                <a:schemeClr val="tx1"/>
              </a:solidFill>
              <a:latin typeface="Arial" charset="0"/>
              <a:cs typeface="Arial" charset="0"/>
            </a:endParaRPr>
          </a:p>
        </p:txBody>
      </p:sp>
      <p:pic>
        <p:nvPicPr>
          <p:cNvPr id="137219" name="Picture 6"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7220" name="Rectangle 2"/>
          <p:cNvSpPr>
            <a:spLocks noGrp="1" noChangeArrowheads="1"/>
          </p:cNvSpPr>
          <p:nvPr>
            <p:ph type="title"/>
          </p:nvPr>
        </p:nvSpPr>
        <p:spPr/>
        <p:txBody>
          <a:bodyPr/>
          <a:lstStyle/>
          <a:p>
            <a:r>
              <a:rPr lang="en-US" sz="4000">
                <a:latin typeface="Arial" charset="0"/>
              </a:rPr>
              <a:t>LockTwo</a:t>
            </a:r>
          </a:p>
        </p:txBody>
      </p:sp>
      <p:sp>
        <p:nvSpPr>
          <p:cNvPr id="137221" name="Text Box 3"/>
          <p:cNvSpPr txBox="1">
            <a:spLocks noChangeArrowheads="1"/>
          </p:cNvSpPr>
          <p:nvPr/>
        </p:nvSpPr>
        <p:spPr bwMode="auto">
          <a:xfrm>
            <a:off x="849313" y="1828800"/>
            <a:ext cx="7445375" cy="2781300"/>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eaLnBrk="1" hangingPunct="1">
              <a:lnSpc>
                <a:spcPct val="70000"/>
              </a:lnSpc>
              <a:spcBef>
                <a:spcPct val="30000"/>
              </a:spcBef>
            </a:pPr>
            <a:r>
              <a:rPr lang="en-US" sz="2000">
                <a:solidFill>
                  <a:schemeClr val="folHlink"/>
                </a:solidFill>
                <a:latin typeface="Courier New" charset="0"/>
                <a:cs typeface="Courier New" charset="0"/>
              </a:rPr>
              <a:t>public class LockTwo </a:t>
            </a:r>
            <a:r>
              <a:rPr lang="en-US" sz="2000">
                <a:solidFill>
                  <a:schemeClr val="folHlink"/>
                </a:solidFill>
                <a:latin typeface="Courier New" charset="0"/>
              </a:rPr>
              <a:t>implements Lock</a:t>
            </a:r>
            <a:r>
              <a:rPr lang="en-US" sz="2000" b="0">
                <a:solidFill>
                  <a:schemeClr val="folHlink"/>
                </a:solidFill>
                <a:latin typeface="Courier New" charset="0"/>
              </a:rPr>
              <a:t> </a:t>
            </a:r>
            <a:r>
              <a:rPr lang="en-US" sz="2000">
                <a:solidFill>
                  <a:schemeClr val="folHlink"/>
                </a:solidFill>
                <a:latin typeface="Courier New" charset="0"/>
                <a:cs typeface="Courier New" charset="0"/>
              </a:rPr>
              <a:t>{</a:t>
            </a:r>
          </a:p>
          <a:p>
            <a:pPr eaLnBrk="1" hangingPunct="1">
              <a:lnSpc>
                <a:spcPct val="70000"/>
              </a:lnSpc>
              <a:spcBef>
                <a:spcPct val="30000"/>
              </a:spcBef>
            </a:pPr>
            <a:r>
              <a:rPr lang="en-US" sz="2000">
                <a:solidFill>
                  <a:schemeClr val="folHlink"/>
                </a:solidFill>
                <a:latin typeface="Courier New" charset="0"/>
                <a:cs typeface="Courier New" charset="0"/>
              </a:rPr>
              <a:t> private int victim;</a:t>
            </a:r>
          </a:p>
          <a:p>
            <a:pPr eaLnBrk="1" hangingPunct="1">
              <a:lnSpc>
                <a:spcPct val="70000"/>
              </a:lnSpc>
              <a:spcBef>
                <a:spcPct val="30000"/>
              </a:spcBef>
            </a:pPr>
            <a:r>
              <a:rPr lang="en-US" sz="2000">
                <a:solidFill>
                  <a:schemeClr val="folHlink"/>
                </a:solidFill>
                <a:latin typeface="Courier New" charset="0"/>
                <a:cs typeface="Courier New" charset="0"/>
              </a:rPr>
              <a:t> public void lock() {</a:t>
            </a:r>
          </a:p>
          <a:p>
            <a:pPr eaLnBrk="1" hangingPunct="1">
              <a:lnSpc>
                <a:spcPct val="70000"/>
              </a:lnSpc>
              <a:spcBef>
                <a:spcPct val="30000"/>
              </a:spcBef>
            </a:pPr>
            <a:r>
              <a:rPr lang="en-US" sz="2000">
                <a:solidFill>
                  <a:schemeClr val="accent2"/>
                </a:solidFill>
                <a:latin typeface="Courier New" charset="0"/>
                <a:cs typeface="Courier New" charset="0"/>
              </a:rPr>
              <a:t>  victim = i;</a:t>
            </a:r>
          </a:p>
          <a:p>
            <a:pPr eaLnBrk="1" hangingPunct="1">
              <a:lnSpc>
                <a:spcPct val="70000"/>
              </a:lnSpc>
              <a:spcBef>
                <a:spcPct val="30000"/>
              </a:spcBef>
            </a:pPr>
            <a:r>
              <a:rPr lang="en-US" sz="2000">
                <a:solidFill>
                  <a:schemeClr val="accent2"/>
                </a:solidFill>
                <a:latin typeface="Courier New" charset="0"/>
                <a:cs typeface="Courier New" charset="0"/>
              </a:rPr>
              <a:t>  </a:t>
            </a:r>
            <a:r>
              <a:rPr lang="en-US" sz="2000">
                <a:solidFill>
                  <a:schemeClr val="folHlink"/>
                </a:solidFill>
                <a:latin typeface="Courier New" charset="0"/>
                <a:cs typeface="Courier New" charset="0"/>
              </a:rPr>
              <a:t>while (victim == i) {}; </a:t>
            </a:r>
          </a:p>
          <a:p>
            <a:pPr eaLnBrk="1" hangingPunct="1">
              <a:lnSpc>
                <a:spcPct val="70000"/>
              </a:lnSpc>
              <a:spcBef>
                <a:spcPct val="30000"/>
              </a:spcBef>
            </a:pPr>
            <a:r>
              <a:rPr lang="en-US" sz="2000">
                <a:solidFill>
                  <a:schemeClr val="folHlink"/>
                </a:solidFill>
                <a:latin typeface="Courier New" charset="0"/>
                <a:cs typeface="Courier New" charset="0"/>
              </a:rPr>
              <a:t> }</a:t>
            </a:r>
          </a:p>
          <a:p>
            <a:pPr eaLnBrk="1" hangingPunct="1">
              <a:lnSpc>
                <a:spcPct val="70000"/>
              </a:lnSpc>
              <a:spcBef>
                <a:spcPct val="30000"/>
              </a:spcBef>
            </a:pPr>
            <a:endParaRPr lang="en-US" sz="2000">
              <a:solidFill>
                <a:schemeClr val="folHlink"/>
              </a:solidFill>
              <a:latin typeface="Courier New" charset="0"/>
              <a:cs typeface="Courier New" charset="0"/>
            </a:endParaRPr>
          </a:p>
          <a:p>
            <a:pPr eaLnBrk="1" hangingPunct="1">
              <a:lnSpc>
                <a:spcPct val="70000"/>
              </a:lnSpc>
              <a:spcBef>
                <a:spcPct val="30000"/>
              </a:spcBef>
            </a:pPr>
            <a:r>
              <a:rPr lang="en-US" sz="2000">
                <a:solidFill>
                  <a:schemeClr val="folHlink"/>
                </a:solidFill>
                <a:latin typeface="Courier New" charset="0"/>
                <a:cs typeface="Courier New" charset="0"/>
              </a:rPr>
              <a:t> public void unlock() {}</a:t>
            </a:r>
          </a:p>
          <a:p>
            <a:pPr eaLnBrk="1" hangingPunct="1">
              <a:lnSpc>
                <a:spcPct val="70000"/>
              </a:lnSpc>
              <a:spcBef>
                <a:spcPct val="30000"/>
              </a:spcBef>
            </a:pPr>
            <a:r>
              <a:rPr lang="en-US" sz="2000">
                <a:solidFill>
                  <a:schemeClr val="folHlink"/>
                </a:solidFill>
                <a:latin typeface="Courier New" charset="0"/>
                <a:cs typeface="Courier New" charset="0"/>
              </a:rPr>
              <a:t>}</a:t>
            </a:r>
          </a:p>
        </p:txBody>
      </p:sp>
      <p:sp>
        <p:nvSpPr>
          <p:cNvPr id="137222" name="AutoShape 4"/>
          <p:cNvSpPr>
            <a:spLocks noChangeArrowheads="1"/>
          </p:cNvSpPr>
          <p:nvPr/>
        </p:nvSpPr>
        <p:spPr bwMode="auto">
          <a:xfrm>
            <a:off x="1147763" y="2686050"/>
            <a:ext cx="1962150" cy="477838"/>
          </a:xfrm>
          <a:prstGeom prst="wedgeRoundRectCallout">
            <a:avLst>
              <a:gd name="adj1" fmla="val 181713"/>
              <a:gd name="adj2" fmla="val -72921"/>
              <a:gd name="adj3" fmla="val 16667"/>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eaLnBrk="0" hangingPunct="0"/>
            <a:endParaRPr lang="en-US" b="0">
              <a:latin typeface="Arial" charset="0"/>
            </a:endParaRPr>
          </a:p>
        </p:txBody>
      </p:sp>
      <p:sp>
        <p:nvSpPr>
          <p:cNvPr id="137223" name="Text Box 5"/>
          <p:cNvSpPr txBox="1">
            <a:spLocks noChangeArrowheads="1"/>
          </p:cNvSpPr>
          <p:nvPr/>
        </p:nvSpPr>
        <p:spPr bwMode="auto">
          <a:xfrm>
            <a:off x="5532438" y="2111375"/>
            <a:ext cx="2706687"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ctr"/>
            <a:r>
              <a:rPr lang="en-US" sz="2800">
                <a:solidFill>
                  <a:srgbClr val="FF0000"/>
                </a:solidFill>
                <a:latin typeface="Arial" charset="0"/>
              </a:rPr>
              <a:t>Let other go first</a:t>
            </a:r>
          </a:p>
        </p:txBody>
      </p:sp>
    </p:spTree>
  </p:cSld>
  <p:clrMapOvr>
    <a:masterClrMapping/>
  </p:clrMapOvr>
  <p:transition spd="slow"/>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139266"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FB1452B3-AFA6-E645-BEDE-1F023E652260}" type="slidenum">
              <a:rPr lang="ar-SA" sz="1400" b="0">
                <a:solidFill>
                  <a:schemeClr val="tx1"/>
                </a:solidFill>
                <a:latin typeface="Arial" charset="0"/>
                <a:cs typeface="Arial" charset="0"/>
              </a:rPr>
              <a:pPr/>
              <a:t>61</a:t>
            </a:fld>
            <a:endParaRPr lang="en-US" sz="1400" b="0">
              <a:solidFill>
                <a:schemeClr val="tx1"/>
              </a:solidFill>
              <a:latin typeface="Arial" charset="0"/>
              <a:cs typeface="Arial" charset="0"/>
            </a:endParaRPr>
          </a:p>
        </p:txBody>
      </p:sp>
      <p:pic>
        <p:nvPicPr>
          <p:cNvPr id="139267" name="Picture 6"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9268" name="Rectangle 2"/>
          <p:cNvSpPr>
            <a:spLocks noGrp="1" noChangeArrowheads="1"/>
          </p:cNvSpPr>
          <p:nvPr>
            <p:ph type="title"/>
          </p:nvPr>
        </p:nvSpPr>
        <p:spPr/>
        <p:txBody>
          <a:bodyPr/>
          <a:lstStyle/>
          <a:p>
            <a:r>
              <a:rPr lang="en-US" sz="4000">
                <a:latin typeface="Arial" charset="0"/>
              </a:rPr>
              <a:t>LockTwo</a:t>
            </a:r>
          </a:p>
        </p:txBody>
      </p:sp>
      <p:sp>
        <p:nvSpPr>
          <p:cNvPr id="139269" name="Text Box 3"/>
          <p:cNvSpPr txBox="1">
            <a:spLocks noChangeArrowheads="1"/>
          </p:cNvSpPr>
          <p:nvPr/>
        </p:nvSpPr>
        <p:spPr bwMode="auto">
          <a:xfrm>
            <a:off x="849313" y="1828800"/>
            <a:ext cx="7445375" cy="2781300"/>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eaLnBrk="1" hangingPunct="1">
              <a:lnSpc>
                <a:spcPct val="70000"/>
              </a:lnSpc>
              <a:spcBef>
                <a:spcPct val="30000"/>
              </a:spcBef>
            </a:pPr>
            <a:r>
              <a:rPr lang="en-US" sz="2000">
                <a:solidFill>
                  <a:schemeClr val="folHlink"/>
                </a:solidFill>
                <a:latin typeface="Courier New" charset="0"/>
                <a:cs typeface="Courier New" charset="0"/>
              </a:rPr>
              <a:t>public class LockTwo </a:t>
            </a:r>
            <a:r>
              <a:rPr lang="en-US" sz="2000">
                <a:solidFill>
                  <a:schemeClr val="folHlink"/>
                </a:solidFill>
                <a:latin typeface="Courier New" charset="0"/>
              </a:rPr>
              <a:t>implements Lock</a:t>
            </a:r>
            <a:r>
              <a:rPr lang="en-US" sz="2000" b="0">
                <a:solidFill>
                  <a:schemeClr val="folHlink"/>
                </a:solidFill>
                <a:latin typeface="Courier New" charset="0"/>
              </a:rPr>
              <a:t> </a:t>
            </a:r>
            <a:r>
              <a:rPr lang="en-US" sz="2000">
                <a:solidFill>
                  <a:schemeClr val="folHlink"/>
                </a:solidFill>
                <a:latin typeface="Courier New" charset="0"/>
                <a:cs typeface="Courier New" charset="0"/>
              </a:rPr>
              <a:t>{</a:t>
            </a:r>
          </a:p>
          <a:p>
            <a:pPr eaLnBrk="1" hangingPunct="1">
              <a:lnSpc>
                <a:spcPct val="70000"/>
              </a:lnSpc>
              <a:spcBef>
                <a:spcPct val="30000"/>
              </a:spcBef>
            </a:pPr>
            <a:r>
              <a:rPr lang="en-US" sz="2000">
                <a:solidFill>
                  <a:schemeClr val="folHlink"/>
                </a:solidFill>
                <a:latin typeface="Courier New" charset="0"/>
                <a:cs typeface="Courier New" charset="0"/>
              </a:rPr>
              <a:t> private int victim;</a:t>
            </a:r>
          </a:p>
          <a:p>
            <a:pPr eaLnBrk="1" hangingPunct="1">
              <a:lnSpc>
                <a:spcPct val="70000"/>
              </a:lnSpc>
              <a:spcBef>
                <a:spcPct val="30000"/>
              </a:spcBef>
            </a:pPr>
            <a:r>
              <a:rPr lang="en-US" sz="2000">
                <a:solidFill>
                  <a:schemeClr val="folHlink"/>
                </a:solidFill>
                <a:latin typeface="Courier New" charset="0"/>
                <a:cs typeface="Courier New" charset="0"/>
              </a:rPr>
              <a:t> public void lock() {</a:t>
            </a:r>
          </a:p>
          <a:p>
            <a:pPr eaLnBrk="1" hangingPunct="1">
              <a:lnSpc>
                <a:spcPct val="70000"/>
              </a:lnSpc>
              <a:spcBef>
                <a:spcPct val="30000"/>
              </a:spcBef>
            </a:pPr>
            <a:r>
              <a:rPr lang="en-US" sz="2000">
                <a:solidFill>
                  <a:schemeClr val="folHlink"/>
                </a:solidFill>
                <a:latin typeface="Courier New" charset="0"/>
                <a:cs typeface="Courier New" charset="0"/>
              </a:rPr>
              <a:t> victim = i;</a:t>
            </a:r>
          </a:p>
          <a:p>
            <a:pPr eaLnBrk="1" hangingPunct="1">
              <a:lnSpc>
                <a:spcPct val="70000"/>
              </a:lnSpc>
              <a:spcBef>
                <a:spcPct val="30000"/>
              </a:spcBef>
            </a:pPr>
            <a:r>
              <a:rPr lang="en-US" sz="2000">
                <a:solidFill>
                  <a:schemeClr val="accent2"/>
                </a:solidFill>
                <a:latin typeface="Courier New" charset="0"/>
                <a:cs typeface="Courier New" charset="0"/>
              </a:rPr>
              <a:t>  </a:t>
            </a:r>
            <a:r>
              <a:rPr lang="en-US" sz="2000">
                <a:solidFill>
                  <a:schemeClr val="tx1"/>
                </a:solidFill>
                <a:latin typeface="Courier New" charset="0"/>
                <a:cs typeface="Courier New" charset="0"/>
              </a:rPr>
              <a:t>while</a:t>
            </a:r>
            <a:r>
              <a:rPr lang="en-US" sz="2000">
                <a:solidFill>
                  <a:schemeClr val="accent2"/>
                </a:solidFill>
                <a:latin typeface="Courier New" charset="0"/>
                <a:cs typeface="Courier New" charset="0"/>
              </a:rPr>
              <a:t> (victim == i) {}; </a:t>
            </a:r>
          </a:p>
          <a:p>
            <a:pPr eaLnBrk="1" hangingPunct="1">
              <a:lnSpc>
                <a:spcPct val="70000"/>
              </a:lnSpc>
              <a:spcBef>
                <a:spcPct val="30000"/>
              </a:spcBef>
            </a:pPr>
            <a:r>
              <a:rPr lang="en-US" sz="2000">
                <a:solidFill>
                  <a:schemeClr val="accent2"/>
                </a:solidFill>
                <a:latin typeface="Courier New" charset="0"/>
                <a:cs typeface="Courier New" charset="0"/>
              </a:rPr>
              <a:t> </a:t>
            </a:r>
            <a:r>
              <a:rPr lang="en-US" sz="2000">
                <a:solidFill>
                  <a:schemeClr val="folHlink"/>
                </a:solidFill>
                <a:latin typeface="Courier New" charset="0"/>
                <a:cs typeface="Courier New" charset="0"/>
              </a:rPr>
              <a:t>}</a:t>
            </a:r>
          </a:p>
          <a:p>
            <a:pPr eaLnBrk="1" hangingPunct="1">
              <a:lnSpc>
                <a:spcPct val="70000"/>
              </a:lnSpc>
              <a:spcBef>
                <a:spcPct val="30000"/>
              </a:spcBef>
            </a:pPr>
            <a:endParaRPr lang="en-US" sz="2000">
              <a:solidFill>
                <a:schemeClr val="folHlink"/>
              </a:solidFill>
              <a:latin typeface="Courier New" charset="0"/>
              <a:cs typeface="Courier New" charset="0"/>
            </a:endParaRPr>
          </a:p>
          <a:p>
            <a:pPr eaLnBrk="1" hangingPunct="1">
              <a:lnSpc>
                <a:spcPct val="70000"/>
              </a:lnSpc>
              <a:spcBef>
                <a:spcPct val="30000"/>
              </a:spcBef>
            </a:pPr>
            <a:r>
              <a:rPr lang="en-US" sz="2000">
                <a:solidFill>
                  <a:schemeClr val="folHlink"/>
                </a:solidFill>
                <a:latin typeface="Courier New" charset="0"/>
                <a:cs typeface="Courier New" charset="0"/>
              </a:rPr>
              <a:t> public void unlock() {}</a:t>
            </a:r>
          </a:p>
          <a:p>
            <a:pPr eaLnBrk="1" hangingPunct="1">
              <a:lnSpc>
                <a:spcPct val="70000"/>
              </a:lnSpc>
              <a:spcBef>
                <a:spcPct val="30000"/>
              </a:spcBef>
            </a:pPr>
            <a:r>
              <a:rPr lang="en-US" sz="2000">
                <a:solidFill>
                  <a:schemeClr val="folHlink"/>
                </a:solidFill>
                <a:latin typeface="Courier New" charset="0"/>
                <a:cs typeface="Courier New" charset="0"/>
              </a:rPr>
              <a:t>}</a:t>
            </a:r>
          </a:p>
        </p:txBody>
      </p:sp>
      <p:sp>
        <p:nvSpPr>
          <p:cNvPr id="139270" name="AutoShape 4"/>
          <p:cNvSpPr>
            <a:spLocks noChangeArrowheads="1"/>
          </p:cNvSpPr>
          <p:nvPr/>
        </p:nvSpPr>
        <p:spPr bwMode="auto">
          <a:xfrm>
            <a:off x="1162050" y="2962275"/>
            <a:ext cx="3892550" cy="506413"/>
          </a:xfrm>
          <a:prstGeom prst="wedgeRoundRectCallout">
            <a:avLst>
              <a:gd name="adj1" fmla="val 66801"/>
              <a:gd name="adj2" fmla="val -151880"/>
              <a:gd name="adj3" fmla="val 16667"/>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eaLnBrk="0" hangingPunct="0"/>
            <a:endParaRPr lang="en-US" b="0">
              <a:latin typeface="Arial" charset="0"/>
            </a:endParaRPr>
          </a:p>
        </p:txBody>
      </p:sp>
      <p:sp>
        <p:nvSpPr>
          <p:cNvPr id="139271" name="Text Box 5"/>
          <p:cNvSpPr txBox="1">
            <a:spLocks noChangeArrowheads="1"/>
          </p:cNvSpPr>
          <p:nvPr/>
        </p:nvSpPr>
        <p:spPr bwMode="auto">
          <a:xfrm>
            <a:off x="5299075" y="1936750"/>
            <a:ext cx="2706688"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ctr"/>
            <a:r>
              <a:rPr lang="en-US" sz="2800">
                <a:solidFill>
                  <a:srgbClr val="FF0000"/>
                </a:solidFill>
                <a:latin typeface="Arial" charset="0"/>
              </a:rPr>
              <a:t>Wait for permission</a:t>
            </a:r>
          </a:p>
        </p:txBody>
      </p:sp>
    </p:spTree>
  </p:cSld>
  <p:clrMapOvr>
    <a:masterClrMapping/>
  </p:clrMapOvr>
  <p:transition spd="slow"/>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141314"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AA4FC4F3-C87C-5445-AD45-E4E323F0A832}" type="slidenum">
              <a:rPr lang="ar-SA" sz="1400" b="0">
                <a:solidFill>
                  <a:schemeClr val="tx1"/>
                </a:solidFill>
                <a:latin typeface="Arial" charset="0"/>
                <a:cs typeface="Arial" charset="0"/>
              </a:rPr>
              <a:pPr/>
              <a:t>62</a:t>
            </a:fld>
            <a:endParaRPr lang="en-US" sz="1400" b="0">
              <a:solidFill>
                <a:schemeClr val="tx1"/>
              </a:solidFill>
              <a:latin typeface="Arial" charset="0"/>
              <a:cs typeface="Arial" charset="0"/>
            </a:endParaRPr>
          </a:p>
        </p:txBody>
      </p:sp>
      <p:pic>
        <p:nvPicPr>
          <p:cNvPr id="141315" name="Picture 6"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1316" name="Rectangle 2"/>
          <p:cNvSpPr>
            <a:spLocks noGrp="1" noChangeArrowheads="1"/>
          </p:cNvSpPr>
          <p:nvPr>
            <p:ph type="title"/>
          </p:nvPr>
        </p:nvSpPr>
        <p:spPr/>
        <p:txBody>
          <a:bodyPr/>
          <a:lstStyle/>
          <a:p>
            <a:r>
              <a:rPr lang="en-US" sz="4000">
                <a:latin typeface="Arial" charset="0"/>
              </a:rPr>
              <a:t>LockTwo</a:t>
            </a:r>
          </a:p>
        </p:txBody>
      </p:sp>
      <p:sp>
        <p:nvSpPr>
          <p:cNvPr id="141317" name="Text Box 3"/>
          <p:cNvSpPr txBox="1">
            <a:spLocks noChangeArrowheads="1"/>
          </p:cNvSpPr>
          <p:nvPr/>
        </p:nvSpPr>
        <p:spPr bwMode="auto">
          <a:xfrm>
            <a:off x="849313" y="1828800"/>
            <a:ext cx="7445375" cy="2781300"/>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eaLnBrk="1" hangingPunct="1">
              <a:lnSpc>
                <a:spcPct val="70000"/>
              </a:lnSpc>
              <a:spcBef>
                <a:spcPct val="30000"/>
              </a:spcBef>
            </a:pPr>
            <a:r>
              <a:rPr lang="en-US" sz="2000">
                <a:solidFill>
                  <a:schemeClr val="folHlink"/>
                </a:solidFill>
                <a:latin typeface="Courier New" charset="0"/>
                <a:cs typeface="Courier New" charset="0"/>
              </a:rPr>
              <a:t>public class Lock2 </a:t>
            </a:r>
            <a:r>
              <a:rPr lang="en-US" sz="2000">
                <a:solidFill>
                  <a:schemeClr val="folHlink"/>
                </a:solidFill>
                <a:latin typeface="Courier New" charset="0"/>
              </a:rPr>
              <a:t>implements Lock</a:t>
            </a:r>
            <a:r>
              <a:rPr lang="en-US" sz="2000" b="0">
                <a:solidFill>
                  <a:schemeClr val="folHlink"/>
                </a:solidFill>
                <a:latin typeface="Courier New" charset="0"/>
              </a:rPr>
              <a:t> </a:t>
            </a:r>
            <a:r>
              <a:rPr lang="en-US" sz="2000">
                <a:solidFill>
                  <a:schemeClr val="folHlink"/>
                </a:solidFill>
                <a:latin typeface="Courier New" charset="0"/>
                <a:cs typeface="Courier New" charset="0"/>
              </a:rPr>
              <a:t>{</a:t>
            </a:r>
          </a:p>
          <a:p>
            <a:pPr eaLnBrk="1" hangingPunct="1">
              <a:lnSpc>
                <a:spcPct val="70000"/>
              </a:lnSpc>
              <a:spcBef>
                <a:spcPct val="30000"/>
              </a:spcBef>
            </a:pPr>
            <a:r>
              <a:rPr lang="en-US" sz="2000">
                <a:solidFill>
                  <a:schemeClr val="folHlink"/>
                </a:solidFill>
                <a:latin typeface="Courier New" charset="0"/>
                <a:cs typeface="Courier New" charset="0"/>
              </a:rPr>
              <a:t> private int victim;</a:t>
            </a:r>
          </a:p>
          <a:p>
            <a:pPr eaLnBrk="1" hangingPunct="1">
              <a:lnSpc>
                <a:spcPct val="70000"/>
              </a:lnSpc>
              <a:spcBef>
                <a:spcPct val="30000"/>
              </a:spcBef>
            </a:pPr>
            <a:r>
              <a:rPr lang="en-US" sz="2000">
                <a:solidFill>
                  <a:schemeClr val="folHlink"/>
                </a:solidFill>
                <a:latin typeface="Courier New" charset="0"/>
                <a:cs typeface="Courier New" charset="0"/>
              </a:rPr>
              <a:t> public void lock() {</a:t>
            </a:r>
          </a:p>
          <a:p>
            <a:pPr eaLnBrk="1" hangingPunct="1">
              <a:lnSpc>
                <a:spcPct val="70000"/>
              </a:lnSpc>
              <a:spcBef>
                <a:spcPct val="30000"/>
              </a:spcBef>
            </a:pPr>
            <a:r>
              <a:rPr lang="en-US" sz="2000">
                <a:solidFill>
                  <a:schemeClr val="folHlink"/>
                </a:solidFill>
                <a:latin typeface="Courier New" charset="0"/>
                <a:cs typeface="Courier New" charset="0"/>
              </a:rPr>
              <a:t>  victim = i;</a:t>
            </a:r>
          </a:p>
          <a:p>
            <a:pPr eaLnBrk="1" hangingPunct="1">
              <a:lnSpc>
                <a:spcPct val="70000"/>
              </a:lnSpc>
              <a:spcBef>
                <a:spcPct val="30000"/>
              </a:spcBef>
            </a:pPr>
            <a:r>
              <a:rPr lang="en-US" sz="2000">
                <a:solidFill>
                  <a:schemeClr val="folHlink"/>
                </a:solidFill>
                <a:latin typeface="Courier New" charset="0"/>
                <a:cs typeface="Courier New" charset="0"/>
              </a:rPr>
              <a:t>  while (victim == i) {}; </a:t>
            </a:r>
          </a:p>
          <a:p>
            <a:pPr eaLnBrk="1" hangingPunct="1">
              <a:lnSpc>
                <a:spcPct val="70000"/>
              </a:lnSpc>
              <a:spcBef>
                <a:spcPct val="30000"/>
              </a:spcBef>
            </a:pPr>
            <a:r>
              <a:rPr lang="en-US" sz="2000">
                <a:solidFill>
                  <a:schemeClr val="folHlink"/>
                </a:solidFill>
                <a:latin typeface="Courier New" charset="0"/>
                <a:cs typeface="Courier New" charset="0"/>
              </a:rPr>
              <a:t> }</a:t>
            </a:r>
          </a:p>
          <a:p>
            <a:pPr eaLnBrk="1" hangingPunct="1">
              <a:lnSpc>
                <a:spcPct val="70000"/>
              </a:lnSpc>
              <a:spcBef>
                <a:spcPct val="30000"/>
              </a:spcBef>
            </a:pPr>
            <a:endParaRPr lang="en-US" sz="2000">
              <a:solidFill>
                <a:schemeClr val="folHlink"/>
              </a:solidFill>
              <a:latin typeface="Courier New" charset="0"/>
              <a:cs typeface="Courier New" charset="0"/>
            </a:endParaRPr>
          </a:p>
          <a:p>
            <a:pPr eaLnBrk="1" hangingPunct="1">
              <a:lnSpc>
                <a:spcPct val="70000"/>
              </a:lnSpc>
              <a:spcBef>
                <a:spcPct val="30000"/>
              </a:spcBef>
            </a:pPr>
            <a:r>
              <a:rPr lang="en-US" sz="2000">
                <a:solidFill>
                  <a:schemeClr val="accent2"/>
                </a:solidFill>
                <a:latin typeface="Courier New" charset="0"/>
                <a:cs typeface="Courier New" charset="0"/>
              </a:rPr>
              <a:t> </a:t>
            </a:r>
            <a:r>
              <a:rPr lang="en-US" sz="2000">
                <a:solidFill>
                  <a:schemeClr val="tx1"/>
                </a:solidFill>
                <a:latin typeface="Courier New" charset="0"/>
                <a:cs typeface="Courier New" charset="0"/>
              </a:rPr>
              <a:t>public void</a:t>
            </a:r>
            <a:r>
              <a:rPr lang="en-US" sz="2000">
                <a:solidFill>
                  <a:schemeClr val="accent2"/>
                </a:solidFill>
                <a:latin typeface="Courier New" charset="0"/>
                <a:cs typeface="Courier New" charset="0"/>
              </a:rPr>
              <a:t> unlock() {}</a:t>
            </a:r>
          </a:p>
          <a:p>
            <a:pPr eaLnBrk="1" hangingPunct="1">
              <a:lnSpc>
                <a:spcPct val="70000"/>
              </a:lnSpc>
              <a:spcBef>
                <a:spcPct val="30000"/>
              </a:spcBef>
            </a:pPr>
            <a:r>
              <a:rPr lang="en-US" sz="2000">
                <a:solidFill>
                  <a:schemeClr val="folHlink"/>
                </a:solidFill>
                <a:latin typeface="Courier New" charset="0"/>
                <a:cs typeface="Courier New" charset="0"/>
              </a:rPr>
              <a:t>}</a:t>
            </a:r>
          </a:p>
        </p:txBody>
      </p:sp>
      <p:sp>
        <p:nvSpPr>
          <p:cNvPr id="141318" name="AutoShape 4"/>
          <p:cNvSpPr>
            <a:spLocks noChangeArrowheads="1"/>
          </p:cNvSpPr>
          <p:nvPr/>
        </p:nvSpPr>
        <p:spPr bwMode="auto">
          <a:xfrm>
            <a:off x="1031875" y="3878263"/>
            <a:ext cx="3892550" cy="506412"/>
          </a:xfrm>
          <a:prstGeom prst="wedgeRoundRectCallout">
            <a:avLst>
              <a:gd name="adj1" fmla="val 75000"/>
              <a:gd name="adj2" fmla="val -243417"/>
              <a:gd name="adj3" fmla="val 16667"/>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eaLnBrk="0" hangingPunct="0"/>
            <a:endParaRPr lang="en-US" b="0">
              <a:latin typeface="Arial" charset="0"/>
            </a:endParaRPr>
          </a:p>
        </p:txBody>
      </p:sp>
      <p:sp>
        <p:nvSpPr>
          <p:cNvPr id="141319" name="Text Box 5"/>
          <p:cNvSpPr txBox="1">
            <a:spLocks noChangeArrowheads="1"/>
          </p:cNvSpPr>
          <p:nvPr/>
        </p:nvSpPr>
        <p:spPr bwMode="auto">
          <a:xfrm>
            <a:off x="5370513" y="2343150"/>
            <a:ext cx="27066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ctr"/>
            <a:r>
              <a:rPr lang="en-US" sz="2800">
                <a:solidFill>
                  <a:srgbClr val="FF0000"/>
                </a:solidFill>
                <a:latin typeface="Arial" charset="0"/>
              </a:rPr>
              <a:t>Nothing to do</a:t>
            </a:r>
          </a:p>
        </p:txBody>
      </p:sp>
    </p:spTree>
  </p:cSld>
  <p:clrMapOvr>
    <a:masterClrMapping/>
  </p:clrMapOvr>
  <p:transition spd="slow"/>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rPr>
              <a:t>Art of Multiprocessor Programming</a:t>
            </a:r>
          </a:p>
        </p:txBody>
      </p:sp>
      <p:sp>
        <p:nvSpPr>
          <p:cNvPr id="143362" name="Slide Number Placeholder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B637CFA0-1D85-CF4D-9D19-34C1E46A12CA}" type="slidenum">
              <a:rPr lang="ar-SA" sz="1400" b="0">
                <a:solidFill>
                  <a:schemeClr val="tx1"/>
                </a:solidFill>
                <a:latin typeface="Arial" charset="0"/>
                <a:cs typeface="Arial" charset="0"/>
              </a:rPr>
              <a:pPr/>
              <a:t>63</a:t>
            </a:fld>
            <a:endParaRPr lang="en-US" sz="1400" b="0">
              <a:solidFill>
                <a:schemeClr val="tx1"/>
              </a:solidFill>
              <a:latin typeface="Arial" charset="0"/>
              <a:cs typeface="Arial" charset="0"/>
            </a:endParaRPr>
          </a:p>
        </p:txBody>
      </p:sp>
      <p:pic>
        <p:nvPicPr>
          <p:cNvPr id="143363" name="Picture 6"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364" name="Text Box 5"/>
          <p:cNvSpPr txBox="1">
            <a:spLocks noChangeArrowheads="1"/>
          </p:cNvSpPr>
          <p:nvPr/>
        </p:nvSpPr>
        <p:spPr bwMode="auto">
          <a:xfrm>
            <a:off x="4760913" y="2852738"/>
            <a:ext cx="4179887" cy="1322387"/>
          </a:xfrm>
          <a:prstGeom prst="rect">
            <a:avLst/>
          </a:prstGeom>
          <a:solidFill>
            <a:srgbClr val="FFFFCC"/>
          </a:solidFill>
          <a:ln w="9525">
            <a:solidFill>
              <a:srgbClr val="FFFF99"/>
            </a:solidFill>
            <a:miter lim="800000"/>
            <a:headEnd/>
            <a:tailEnd/>
          </a:ln>
        </p:spPr>
        <p:txBody>
          <a:bodyPr>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2000">
                <a:solidFill>
                  <a:schemeClr val="tx1"/>
                </a:solidFill>
                <a:latin typeface="Courier New" charset="0"/>
              </a:rPr>
              <a:t>public void</a:t>
            </a:r>
            <a:r>
              <a:rPr lang="en-US" sz="2000">
                <a:solidFill>
                  <a:schemeClr val="accent2"/>
                </a:solidFill>
                <a:latin typeface="Courier New" charset="0"/>
              </a:rPr>
              <a:t> LockTwo() {</a:t>
            </a:r>
          </a:p>
          <a:p>
            <a:r>
              <a:rPr lang="en-US" sz="2000">
                <a:solidFill>
                  <a:schemeClr val="accent2"/>
                </a:solidFill>
                <a:latin typeface="Courier New" charset="0"/>
              </a:rPr>
              <a:t>  victim = i;</a:t>
            </a:r>
          </a:p>
          <a:p>
            <a:r>
              <a:rPr lang="en-US" sz="2000">
                <a:solidFill>
                  <a:schemeClr val="accent2"/>
                </a:solidFill>
                <a:latin typeface="Courier New" charset="0"/>
              </a:rPr>
              <a:t>  </a:t>
            </a:r>
            <a:r>
              <a:rPr lang="en-US" sz="2000">
                <a:solidFill>
                  <a:schemeClr val="tx1"/>
                </a:solidFill>
                <a:latin typeface="Courier New" charset="0"/>
              </a:rPr>
              <a:t>while</a:t>
            </a:r>
            <a:r>
              <a:rPr lang="en-US" sz="2000">
                <a:solidFill>
                  <a:schemeClr val="accent2"/>
                </a:solidFill>
                <a:latin typeface="Courier New" charset="0"/>
              </a:rPr>
              <a:t> (victim == i) {}; </a:t>
            </a:r>
          </a:p>
          <a:p>
            <a:r>
              <a:rPr lang="en-US" sz="2000">
                <a:solidFill>
                  <a:schemeClr val="accent2"/>
                </a:solidFill>
                <a:latin typeface="Courier New" charset="0"/>
              </a:rPr>
              <a:t> }</a:t>
            </a:r>
          </a:p>
        </p:txBody>
      </p:sp>
      <p:sp>
        <p:nvSpPr>
          <p:cNvPr id="143365" name="Rectangle 2"/>
          <p:cNvSpPr>
            <a:spLocks noGrp="1" noChangeArrowheads="1"/>
          </p:cNvSpPr>
          <p:nvPr>
            <p:ph type="title"/>
          </p:nvPr>
        </p:nvSpPr>
        <p:spPr/>
        <p:txBody>
          <a:bodyPr/>
          <a:lstStyle/>
          <a:p>
            <a:r>
              <a:rPr lang="en-US">
                <a:latin typeface="Arial" charset="0"/>
              </a:rPr>
              <a:t>LockTwo Claims</a:t>
            </a:r>
          </a:p>
        </p:txBody>
      </p:sp>
      <p:sp>
        <p:nvSpPr>
          <p:cNvPr id="143366" name="Rectangle 3"/>
          <p:cNvSpPr>
            <a:spLocks noGrp="1" noChangeArrowheads="1"/>
          </p:cNvSpPr>
          <p:nvPr>
            <p:ph type="body" sz="half" idx="1"/>
          </p:nvPr>
        </p:nvSpPr>
        <p:spPr>
          <a:xfrm>
            <a:off x="571500" y="2171700"/>
            <a:ext cx="5797550" cy="4064000"/>
          </a:xfrm>
        </p:spPr>
        <p:txBody>
          <a:bodyPr/>
          <a:lstStyle/>
          <a:p>
            <a:r>
              <a:rPr lang="en-US">
                <a:latin typeface="Arial" charset="0"/>
              </a:rPr>
              <a:t>Satisfies mutual exclusion</a:t>
            </a:r>
          </a:p>
          <a:p>
            <a:pPr lvl="1"/>
            <a:r>
              <a:rPr lang="en-US">
                <a:latin typeface="Arial" charset="0"/>
                <a:cs typeface="Arial" charset="0"/>
              </a:rPr>
              <a:t>If thread </a:t>
            </a:r>
            <a:r>
              <a:rPr lang="en-US" b="1">
                <a:solidFill>
                  <a:schemeClr val="tx1"/>
                </a:solidFill>
                <a:latin typeface="Courier New" charset="0"/>
                <a:cs typeface="Arial" charset="0"/>
              </a:rPr>
              <a:t>i</a:t>
            </a:r>
            <a:r>
              <a:rPr lang="en-US">
                <a:latin typeface="Arial" charset="0"/>
                <a:cs typeface="Arial" charset="0"/>
              </a:rPr>
              <a:t> in CS</a:t>
            </a:r>
          </a:p>
          <a:p>
            <a:pPr lvl="1"/>
            <a:r>
              <a:rPr lang="en-US">
                <a:latin typeface="Arial" charset="0"/>
                <a:cs typeface="Arial" charset="0"/>
              </a:rPr>
              <a:t>Then </a:t>
            </a:r>
            <a:r>
              <a:rPr lang="en-US" b="1">
                <a:solidFill>
                  <a:schemeClr val="tx1"/>
                </a:solidFill>
                <a:latin typeface="Courier New" charset="0"/>
                <a:cs typeface="Arial" charset="0"/>
              </a:rPr>
              <a:t>victim == j</a:t>
            </a:r>
          </a:p>
          <a:p>
            <a:pPr lvl="1"/>
            <a:r>
              <a:rPr lang="en-US">
                <a:latin typeface="Arial" charset="0"/>
                <a:cs typeface="Arial" charset="0"/>
              </a:rPr>
              <a:t>Cannot be both 0 and 1</a:t>
            </a:r>
          </a:p>
          <a:p>
            <a:r>
              <a:rPr lang="en-US">
                <a:latin typeface="Arial" charset="0"/>
              </a:rPr>
              <a:t>Not deadlock free</a:t>
            </a:r>
          </a:p>
          <a:p>
            <a:pPr lvl="1"/>
            <a:r>
              <a:rPr lang="en-US">
                <a:latin typeface="Arial" charset="0"/>
                <a:cs typeface="Arial" charset="0"/>
              </a:rPr>
              <a:t>Sequential execution deadlocks</a:t>
            </a:r>
          </a:p>
          <a:p>
            <a:pPr lvl="1"/>
            <a:r>
              <a:rPr lang="en-US">
                <a:latin typeface="Arial" charset="0"/>
                <a:cs typeface="Arial" charset="0"/>
              </a:rPr>
              <a:t>Concurrent execution does not</a:t>
            </a:r>
          </a:p>
        </p:txBody>
      </p:sp>
    </p:spTree>
  </p:cSld>
  <p:clrMapOvr>
    <a:masterClrMapping/>
  </p:clrMapOvr>
  <p:transition spd="slow"/>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9"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145410"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DAB110AD-747A-1D4B-A8AD-677E3B5E61C0}" type="slidenum">
              <a:rPr lang="ar-SA" sz="1400" b="0">
                <a:solidFill>
                  <a:schemeClr val="tx1"/>
                </a:solidFill>
                <a:latin typeface="Arial" charset="0"/>
                <a:cs typeface="Arial" charset="0"/>
              </a:rPr>
              <a:pPr/>
              <a:t>64</a:t>
            </a:fld>
            <a:endParaRPr lang="en-US" sz="1400" b="0">
              <a:solidFill>
                <a:schemeClr val="tx1"/>
              </a:solidFill>
              <a:latin typeface="Arial" charset="0"/>
              <a:cs typeface="Arial" charset="0"/>
            </a:endParaRPr>
          </a:p>
        </p:txBody>
      </p:sp>
      <p:pic>
        <p:nvPicPr>
          <p:cNvPr id="145411" name="Picture 8"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5412" name="Rectangle 2"/>
          <p:cNvSpPr>
            <a:spLocks noGrp="1" noChangeArrowheads="1"/>
          </p:cNvSpPr>
          <p:nvPr>
            <p:ph type="title"/>
          </p:nvPr>
        </p:nvSpPr>
        <p:spPr/>
        <p:txBody>
          <a:bodyPr/>
          <a:lstStyle/>
          <a:p>
            <a:r>
              <a:rPr lang="en-US" sz="4000" dirty="0">
                <a:latin typeface="Arial" charset="0"/>
              </a:rPr>
              <a:t>Peterson</a:t>
            </a:r>
            <a:r>
              <a:rPr lang="fr-FR" altLang="ja-JP" sz="4000" dirty="0">
                <a:latin typeface="Arial" charset="0"/>
              </a:rPr>
              <a:t>'</a:t>
            </a:r>
            <a:r>
              <a:rPr lang="en-US" altLang="ja-JP" sz="4000" dirty="0">
                <a:latin typeface="Arial" charset="0"/>
              </a:rPr>
              <a:t>s Algorithm</a:t>
            </a:r>
            <a:endParaRPr lang="en-US" sz="4000" dirty="0">
              <a:latin typeface="Arial" charset="0"/>
            </a:endParaRPr>
          </a:p>
        </p:txBody>
      </p:sp>
      <p:sp>
        <p:nvSpPr>
          <p:cNvPr id="145413" name="Rectangle 4"/>
          <p:cNvSpPr>
            <a:spLocks noChangeArrowheads="1"/>
          </p:cNvSpPr>
          <p:nvPr/>
        </p:nvSpPr>
        <p:spPr bwMode="auto">
          <a:xfrm>
            <a:off x="1066800" y="2514600"/>
            <a:ext cx="6781800" cy="2971800"/>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231775" indent="-231775" eaLnBrk="0" hangingPunct="0">
              <a:lnSpc>
                <a:spcPct val="80000"/>
              </a:lnSpc>
              <a:spcBef>
                <a:spcPct val="20000"/>
              </a:spcBef>
            </a:pPr>
            <a:r>
              <a:rPr lang="en-US" sz="2400">
                <a:solidFill>
                  <a:schemeClr val="tx1"/>
                </a:solidFill>
                <a:latin typeface="Courier New" charset="0"/>
                <a:cs typeface="Courier New" charset="0"/>
              </a:rPr>
              <a:t>public</a:t>
            </a:r>
            <a:r>
              <a:rPr lang="en-US" sz="2400">
                <a:solidFill>
                  <a:schemeClr val="folHlink"/>
                </a:solidFill>
                <a:latin typeface="Courier New" charset="0"/>
                <a:cs typeface="Courier New" charset="0"/>
              </a:rPr>
              <a:t> </a:t>
            </a:r>
            <a:r>
              <a:rPr lang="en-US" sz="2400">
                <a:solidFill>
                  <a:schemeClr val="tx1"/>
                </a:solidFill>
                <a:latin typeface="Courier New" charset="0"/>
                <a:cs typeface="Courier New" charset="0"/>
              </a:rPr>
              <a:t>void</a:t>
            </a:r>
            <a:r>
              <a:rPr lang="en-US" sz="2400">
                <a:solidFill>
                  <a:schemeClr val="folHlink"/>
                </a:solidFill>
                <a:latin typeface="Courier New" charset="0"/>
                <a:cs typeface="Courier New" charset="0"/>
              </a:rPr>
              <a:t> </a:t>
            </a:r>
            <a:r>
              <a:rPr lang="en-US" sz="2400">
                <a:solidFill>
                  <a:schemeClr val="accent2"/>
                </a:solidFill>
                <a:latin typeface="Courier New" charset="0"/>
                <a:cs typeface="Courier New" charset="0"/>
              </a:rPr>
              <a:t>lock() {</a:t>
            </a:r>
          </a:p>
          <a:p>
            <a:pPr marL="231775" indent="-231775" eaLnBrk="0" hangingPunct="0">
              <a:lnSpc>
                <a:spcPct val="80000"/>
              </a:lnSpc>
              <a:spcBef>
                <a:spcPct val="20000"/>
              </a:spcBef>
            </a:pPr>
            <a:r>
              <a:rPr lang="en-US" sz="2400">
                <a:solidFill>
                  <a:schemeClr val="accent2"/>
                </a:solidFill>
                <a:latin typeface="Courier New" charset="0"/>
                <a:cs typeface="Courier New" charset="0"/>
              </a:rPr>
              <a:t> flag[i] =</a:t>
            </a:r>
            <a:r>
              <a:rPr lang="en-US" sz="2400">
                <a:solidFill>
                  <a:srgbClr val="000000"/>
                </a:solidFill>
                <a:latin typeface="Courier New" charset="0"/>
                <a:cs typeface="Courier New" charset="0"/>
              </a:rPr>
              <a:t> </a:t>
            </a:r>
            <a:r>
              <a:rPr lang="en-US" sz="2400">
                <a:solidFill>
                  <a:schemeClr val="tx1"/>
                </a:solidFill>
                <a:latin typeface="Courier New" charset="0"/>
                <a:cs typeface="Courier New" charset="0"/>
              </a:rPr>
              <a:t>true</a:t>
            </a:r>
            <a:r>
              <a:rPr lang="en-US" sz="2400">
                <a:solidFill>
                  <a:srgbClr val="000000"/>
                </a:solidFill>
                <a:latin typeface="Courier New" charset="0"/>
                <a:cs typeface="Courier New" charset="0"/>
              </a:rPr>
              <a:t>; </a:t>
            </a:r>
            <a:endParaRPr lang="en-US" sz="2400">
              <a:solidFill>
                <a:srgbClr val="FF0000"/>
              </a:solidFill>
              <a:latin typeface="Courier New" charset="0"/>
              <a:cs typeface="Courier New" charset="0"/>
            </a:endParaRPr>
          </a:p>
          <a:p>
            <a:pPr marL="231775" indent="-231775" eaLnBrk="0" hangingPunct="0">
              <a:lnSpc>
                <a:spcPct val="80000"/>
              </a:lnSpc>
              <a:spcBef>
                <a:spcPct val="20000"/>
              </a:spcBef>
            </a:pPr>
            <a:r>
              <a:rPr lang="en-US" sz="2400">
                <a:solidFill>
                  <a:srgbClr val="000000"/>
                </a:solidFill>
                <a:latin typeface="Courier New" charset="0"/>
                <a:cs typeface="Courier New" charset="0"/>
              </a:rPr>
              <a:t> </a:t>
            </a:r>
            <a:r>
              <a:rPr lang="en-US" sz="2400">
                <a:solidFill>
                  <a:schemeClr val="accent2"/>
                </a:solidFill>
                <a:latin typeface="Courier New" charset="0"/>
                <a:cs typeface="Courier New" charset="0"/>
              </a:rPr>
              <a:t>victim  = i;</a:t>
            </a:r>
            <a:r>
              <a:rPr lang="en-US" sz="2400">
                <a:solidFill>
                  <a:schemeClr val="folHlink"/>
                </a:solidFill>
                <a:latin typeface="Courier New" charset="0"/>
                <a:cs typeface="Courier New" charset="0"/>
              </a:rPr>
              <a:t> </a:t>
            </a:r>
          </a:p>
          <a:p>
            <a:pPr marL="231775" indent="-231775" eaLnBrk="0" hangingPunct="0">
              <a:lnSpc>
                <a:spcPct val="80000"/>
              </a:lnSpc>
              <a:spcBef>
                <a:spcPct val="20000"/>
              </a:spcBef>
            </a:pPr>
            <a:r>
              <a:rPr lang="en-US" sz="2400">
                <a:solidFill>
                  <a:schemeClr val="folHlink"/>
                </a:solidFill>
                <a:latin typeface="Courier New" charset="0"/>
                <a:cs typeface="Courier New" charset="0"/>
              </a:rPr>
              <a:t> </a:t>
            </a:r>
            <a:r>
              <a:rPr lang="en-US" sz="2400">
                <a:solidFill>
                  <a:schemeClr val="tx1"/>
                </a:solidFill>
                <a:latin typeface="Courier New" charset="0"/>
                <a:cs typeface="Courier New" charset="0"/>
              </a:rPr>
              <a:t>while</a:t>
            </a:r>
            <a:r>
              <a:rPr lang="en-US" sz="2400">
                <a:solidFill>
                  <a:schemeClr val="folHlink"/>
                </a:solidFill>
                <a:latin typeface="Courier New" charset="0"/>
                <a:cs typeface="Courier New" charset="0"/>
              </a:rPr>
              <a:t> </a:t>
            </a:r>
            <a:r>
              <a:rPr lang="en-US" sz="2400">
                <a:solidFill>
                  <a:schemeClr val="accent2"/>
                </a:solidFill>
                <a:latin typeface="Courier New" charset="0"/>
                <a:cs typeface="Courier New" charset="0"/>
              </a:rPr>
              <a:t>(flag[j] &amp;&amp; victim == i) {};</a:t>
            </a:r>
          </a:p>
          <a:p>
            <a:pPr marL="231775" indent="-231775" eaLnBrk="0" hangingPunct="0">
              <a:lnSpc>
                <a:spcPct val="80000"/>
              </a:lnSpc>
              <a:spcBef>
                <a:spcPct val="20000"/>
              </a:spcBef>
            </a:pPr>
            <a:r>
              <a:rPr lang="en-US" sz="2400">
                <a:solidFill>
                  <a:schemeClr val="accent2"/>
                </a:solidFill>
                <a:latin typeface="Courier New" charset="0"/>
                <a:cs typeface="Courier New" charset="0"/>
              </a:rPr>
              <a:t>}</a:t>
            </a:r>
          </a:p>
          <a:p>
            <a:pPr marL="231775" indent="-231775" eaLnBrk="0" hangingPunct="0">
              <a:lnSpc>
                <a:spcPct val="80000"/>
              </a:lnSpc>
              <a:spcBef>
                <a:spcPct val="20000"/>
              </a:spcBef>
            </a:pPr>
            <a:r>
              <a:rPr lang="en-US" sz="2400">
                <a:solidFill>
                  <a:schemeClr val="tx1"/>
                </a:solidFill>
                <a:latin typeface="Courier New" charset="0"/>
                <a:cs typeface="Courier New" charset="0"/>
              </a:rPr>
              <a:t>public void</a:t>
            </a:r>
            <a:r>
              <a:rPr lang="en-US" sz="2400">
                <a:solidFill>
                  <a:schemeClr val="folHlink"/>
                </a:solidFill>
                <a:latin typeface="Courier New" charset="0"/>
                <a:cs typeface="Courier New" charset="0"/>
              </a:rPr>
              <a:t> </a:t>
            </a:r>
            <a:r>
              <a:rPr lang="en-US" sz="2400">
                <a:solidFill>
                  <a:schemeClr val="accent2"/>
                </a:solidFill>
                <a:latin typeface="Courier New" charset="0"/>
                <a:cs typeface="Courier New" charset="0"/>
              </a:rPr>
              <a:t>unlock() {</a:t>
            </a:r>
          </a:p>
          <a:p>
            <a:pPr marL="231775" indent="-231775" eaLnBrk="0" hangingPunct="0">
              <a:lnSpc>
                <a:spcPct val="80000"/>
              </a:lnSpc>
              <a:spcBef>
                <a:spcPct val="20000"/>
              </a:spcBef>
            </a:pPr>
            <a:r>
              <a:rPr lang="en-US" sz="2400">
                <a:solidFill>
                  <a:schemeClr val="accent2"/>
                </a:solidFill>
                <a:latin typeface="Courier New" charset="0"/>
                <a:cs typeface="Courier New" charset="0"/>
              </a:rPr>
              <a:t> flag[i] =</a:t>
            </a:r>
            <a:r>
              <a:rPr lang="en-US" sz="2400">
                <a:solidFill>
                  <a:schemeClr val="folHlink"/>
                </a:solidFill>
                <a:latin typeface="Courier New" charset="0"/>
                <a:cs typeface="Courier New" charset="0"/>
              </a:rPr>
              <a:t> </a:t>
            </a:r>
            <a:r>
              <a:rPr lang="en-US" sz="2400">
                <a:solidFill>
                  <a:schemeClr val="tx1"/>
                </a:solidFill>
                <a:latin typeface="Courier New" charset="0"/>
                <a:cs typeface="Courier New" charset="0"/>
              </a:rPr>
              <a:t>false</a:t>
            </a:r>
            <a:r>
              <a:rPr lang="en-US" sz="2400">
                <a:solidFill>
                  <a:schemeClr val="accent2"/>
                </a:solidFill>
                <a:latin typeface="Courier New" charset="0"/>
                <a:cs typeface="Courier New" charset="0"/>
              </a:rPr>
              <a:t>;</a:t>
            </a:r>
          </a:p>
          <a:p>
            <a:pPr marL="231775" indent="-231775" eaLnBrk="0" hangingPunct="0">
              <a:lnSpc>
                <a:spcPct val="80000"/>
              </a:lnSpc>
              <a:spcBef>
                <a:spcPct val="20000"/>
              </a:spcBef>
            </a:pPr>
            <a:r>
              <a:rPr lang="en-US" sz="2400">
                <a:solidFill>
                  <a:schemeClr val="accent2"/>
                </a:solidFill>
                <a:latin typeface="Courier New" charset="0"/>
                <a:cs typeface="Courier New" charset="0"/>
              </a:rPr>
              <a:t>}</a:t>
            </a:r>
          </a:p>
        </p:txBody>
      </p:sp>
    </p:spTree>
  </p:cSld>
  <p:clrMapOvr>
    <a:masterClrMapping/>
  </p:clrMapOvr>
  <p:transition spd="slow"/>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147458"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24B4D060-95E4-8744-B683-FE1E7F962008}" type="slidenum">
              <a:rPr lang="ar-SA" sz="1400" b="0">
                <a:solidFill>
                  <a:schemeClr val="tx1"/>
                </a:solidFill>
                <a:latin typeface="Arial" charset="0"/>
                <a:cs typeface="Arial" charset="0"/>
              </a:rPr>
              <a:pPr/>
              <a:t>65</a:t>
            </a:fld>
            <a:endParaRPr lang="en-US" sz="1400" b="0">
              <a:solidFill>
                <a:schemeClr val="tx1"/>
              </a:solidFill>
              <a:latin typeface="Arial" charset="0"/>
              <a:cs typeface="Arial" charset="0"/>
            </a:endParaRPr>
          </a:p>
        </p:txBody>
      </p:sp>
      <p:pic>
        <p:nvPicPr>
          <p:cNvPr id="147459" name="Picture 10"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7460" name="Rectangle 2"/>
          <p:cNvSpPr>
            <a:spLocks noGrp="1" noChangeArrowheads="1"/>
          </p:cNvSpPr>
          <p:nvPr>
            <p:ph type="title"/>
          </p:nvPr>
        </p:nvSpPr>
        <p:spPr/>
        <p:txBody>
          <a:bodyPr/>
          <a:lstStyle/>
          <a:p>
            <a:r>
              <a:rPr lang="en-US" sz="4000" dirty="0">
                <a:latin typeface="Arial" charset="0"/>
              </a:rPr>
              <a:t>Peterson</a:t>
            </a:r>
            <a:r>
              <a:rPr lang="fr-FR" altLang="ja-JP" sz="4000" dirty="0">
                <a:latin typeface="Arial" charset="0"/>
              </a:rPr>
              <a:t>'</a:t>
            </a:r>
            <a:r>
              <a:rPr lang="en-US" altLang="ja-JP" sz="4000" dirty="0">
                <a:latin typeface="Arial" charset="0"/>
              </a:rPr>
              <a:t>s Algorithm</a:t>
            </a:r>
            <a:endParaRPr lang="en-US" sz="4000" dirty="0">
              <a:latin typeface="Arial" charset="0"/>
            </a:endParaRPr>
          </a:p>
        </p:txBody>
      </p:sp>
      <p:sp>
        <p:nvSpPr>
          <p:cNvPr id="147461" name="Rectangle 3"/>
          <p:cNvSpPr>
            <a:spLocks noChangeArrowheads="1"/>
          </p:cNvSpPr>
          <p:nvPr/>
        </p:nvSpPr>
        <p:spPr bwMode="auto">
          <a:xfrm>
            <a:off x="1066800" y="2514600"/>
            <a:ext cx="6781800" cy="2971800"/>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231775" indent="-231775" eaLnBrk="0" hangingPunct="0">
              <a:lnSpc>
                <a:spcPct val="80000"/>
              </a:lnSpc>
              <a:spcBef>
                <a:spcPct val="20000"/>
              </a:spcBef>
            </a:pPr>
            <a:r>
              <a:rPr lang="en-US" sz="2400">
                <a:solidFill>
                  <a:schemeClr val="folHlink"/>
                </a:solidFill>
                <a:latin typeface="Courier New" charset="0"/>
                <a:cs typeface="Courier New" charset="0"/>
              </a:rPr>
              <a:t>public void lock() {</a:t>
            </a:r>
          </a:p>
          <a:p>
            <a:pPr marL="231775" indent="-231775" eaLnBrk="0" hangingPunct="0">
              <a:lnSpc>
                <a:spcPct val="80000"/>
              </a:lnSpc>
              <a:spcBef>
                <a:spcPct val="20000"/>
              </a:spcBef>
            </a:pPr>
            <a:r>
              <a:rPr lang="en-US" sz="2400">
                <a:solidFill>
                  <a:schemeClr val="accent2"/>
                </a:solidFill>
                <a:latin typeface="Courier New" charset="0"/>
                <a:cs typeface="Courier New" charset="0"/>
              </a:rPr>
              <a:t> flag[i] =</a:t>
            </a:r>
            <a:r>
              <a:rPr lang="en-US" sz="2400">
                <a:solidFill>
                  <a:srgbClr val="000000"/>
                </a:solidFill>
                <a:latin typeface="Courier New" charset="0"/>
                <a:cs typeface="Courier New" charset="0"/>
              </a:rPr>
              <a:t> </a:t>
            </a:r>
            <a:r>
              <a:rPr lang="en-US" sz="2400">
                <a:solidFill>
                  <a:schemeClr val="tx1"/>
                </a:solidFill>
                <a:latin typeface="Courier New" charset="0"/>
                <a:cs typeface="Courier New" charset="0"/>
              </a:rPr>
              <a:t>true</a:t>
            </a:r>
            <a:r>
              <a:rPr lang="en-US" sz="2400">
                <a:solidFill>
                  <a:srgbClr val="000000"/>
                </a:solidFill>
                <a:latin typeface="Courier New" charset="0"/>
                <a:cs typeface="Courier New" charset="0"/>
              </a:rPr>
              <a:t>; </a:t>
            </a:r>
            <a:endParaRPr lang="en-US" sz="2400">
              <a:solidFill>
                <a:srgbClr val="FF0000"/>
              </a:solidFill>
              <a:latin typeface="Courier New" charset="0"/>
              <a:cs typeface="Courier New" charset="0"/>
            </a:endParaRPr>
          </a:p>
          <a:p>
            <a:pPr marL="231775" indent="-231775" eaLnBrk="0" hangingPunct="0">
              <a:lnSpc>
                <a:spcPct val="80000"/>
              </a:lnSpc>
              <a:spcBef>
                <a:spcPct val="20000"/>
              </a:spcBef>
            </a:pPr>
            <a:r>
              <a:rPr lang="en-US" sz="2400">
                <a:solidFill>
                  <a:srgbClr val="000000"/>
                </a:solidFill>
                <a:latin typeface="Courier New" charset="0"/>
                <a:cs typeface="Courier New" charset="0"/>
              </a:rPr>
              <a:t> </a:t>
            </a:r>
            <a:r>
              <a:rPr lang="en-US" sz="2400">
                <a:solidFill>
                  <a:schemeClr val="folHlink"/>
                </a:solidFill>
                <a:latin typeface="Courier New" charset="0"/>
                <a:cs typeface="Courier New" charset="0"/>
              </a:rPr>
              <a:t>victim  = i; </a:t>
            </a:r>
          </a:p>
          <a:p>
            <a:pPr marL="231775" indent="-231775" eaLnBrk="0" hangingPunct="0">
              <a:lnSpc>
                <a:spcPct val="80000"/>
              </a:lnSpc>
              <a:spcBef>
                <a:spcPct val="20000"/>
              </a:spcBef>
            </a:pPr>
            <a:r>
              <a:rPr lang="en-US" sz="2400">
                <a:solidFill>
                  <a:schemeClr val="folHlink"/>
                </a:solidFill>
                <a:latin typeface="Courier New" charset="0"/>
                <a:cs typeface="Courier New" charset="0"/>
              </a:rPr>
              <a:t> while (flag[j] &amp;&amp; victim == i) {};</a:t>
            </a:r>
          </a:p>
          <a:p>
            <a:pPr marL="231775" indent="-231775" eaLnBrk="0" hangingPunct="0">
              <a:lnSpc>
                <a:spcPct val="80000"/>
              </a:lnSpc>
              <a:spcBef>
                <a:spcPct val="20000"/>
              </a:spcBef>
            </a:pPr>
            <a:r>
              <a:rPr lang="en-US" sz="2400">
                <a:solidFill>
                  <a:schemeClr val="folHlink"/>
                </a:solidFill>
                <a:latin typeface="Courier New" charset="0"/>
                <a:cs typeface="Courier New" charset="0"/>
              </a:rPr>
              <a:t>}</a:t>
            </a:r>
          </a:p>
          <a:p>
            <a:pPr marL="231775" indent="-231775" eaLnBrk="0" hangingPunct="0">
              <a:lnSpc>
                <a:spcPct val="80000"/>
              </a:lnSpc>
              <a:spcBef>
                <a:spcPct val="20000"/>
              </a:spcBef>
            </a:pPr>
            <a:r>
              <a:rPr lang="en-US" sz="2400">
                <a:solidFill>
                  <a:schemeClr val="folHlink"/>
                </a:solidFill>
                <a:latin typeface="Courier New" charset="0"/>
                <a:cs typeface="Courier New" charset="0"/>
              </a:rPr>
              <a:t>public void unlock() {</a:t>
            </a:r>
          </a:p>
          <a:p>
            <a:pPr marL="231775" indent="-231775" eaLnBrk="0" hangingPunct="0">
              <a:lnSpc>
                <a:spcPct val="80000"/>
              </a:lnSpc>
              <a:spcBef>
                <a:spcPct val="20000"/>
              </a:spcBef>
            </a:pPr>
            <a:r>
              <a:rPr lang="en-US" sz="2400">
                <a:solidFill>
                  <a:schemeClr val="folHlink"/>
                </a:solidFill>
                <a:latin typeface="Courier New" charset="0"/>
                <a:cs typeface="Courier New" charset="0"/>
              </a:rPr>
              <a:t> flag[i] = false;</a:t>
            </a:r>
          </a:p>
          <a:p>
            <a:pPr marL="231775" indent="-231775" eaLnBrk="0" hangingPunct="0">
              <a:lnSpc>
                <a:spcPct val="80000"/>
              </a:lnSpc>
              <a:spcBef>
                <a:spcPct val="20000"/>
              </a:spcBef>
            </a:pPr>
            <a:r>
              <a:rPr lang="en-US" sz="2400">
                <a:solidFill>
                  <a:schemeClr val="folHlink"/>
                </a:solidFill>
                <a:latin typeface="Courier New" charset="0"/>
                <a:cs typeface="Courier New" charset="0"/>
              </a:rPr>
              <a:t>}</a:t>
            </a:r>
          </a:p>
        </p:txBody>
      </p:sp>
      <p:sp>
        <p:nvSpPr>
          <p:cNvPr id="147462" name="AutoShape 4"/>
          <p:cNvSpPr>
            <a:spLocks noChangeArrowheads="1"/>
          </p:cNvSpPr>
          <p:nvPr/>
        </p:nvSpPr>
        <p:spPr bwMode="auto">
          <a:xfrm>
            <a:off x="1327150" y="2867025"/>
            <a:ext cx="2978150" cy="369888"/>
          </a:xfrm>
          <a:prstGeom prst="wedgeRoundRectCallout">
            <a:avLst>
              <a:gd name="adj1" fmla="val 97120"/>
              <a:gd name="adj2" fmla="val -163736"/>
              <a:gd name="adj3" fmla="val 16667"/>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eaLnBrk="0" hangingPunct="0"/>
            <a:endParaRPr lang="en-US" b="0">
              <a:latin typeface="Arial" charset="0"/>
            </a:endParaRPr>
          </a:p>
        </p:txBody>
      </p:sp>
      <p:sp>
        <p:nvSpPr>
          <p:cNvPr id="147463" name="Text Box 5"/>
          <p:cNvSpPr txBox="1">
            <a:spLocks noChangeArrowheads="1"/>
          </p:cNvSpPr>
          <p:nvPr/>
        </p:nvSpPr>
        <p:spPr bwMode="auto">
          <a:xfrm>
            <a:off x="5464175" y="1841500"/>
            <a:ext cx="2706688"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ctr"/>
            <a:r>
              <a:rPr lang="en-US" sz="2800" dirty="0">
                <a:solidFill>
                  <a:srgbClr val="FF0000"/>
                </a:solidFill>
                <a:latin typeface="Arial" charset="0"/>
              </a:rPr>
              <a:t>Announce I</a:t>
            </a:r>
            <a:r>
              <a:rPr lang="fr-FR" altLang="ja-JP" sz="2800" dirty="0">
                <a:solidFill>
                  <a:srgbClr val="FF0000"/>
                </a:solidFill>
                <a:latin typeface="Arial" charset="0"/>
              </a:rPr>
              <a:t>'</a:t>
            </a:r>
            <a:r>
              <a:rPr lang="en-US" altLang="ja-JP" sz="2800" dirty="0">
                <a:solidFill>
                  <a:srgbClr val="FF0000"/>
                </a:solidFill>
                <a:latin typeface="Arial" charset="0"/>
              </a:rPr>
              <a:t>m interested</a:t>
            </a:r>
            <a:endParaRPr lang="en-US" sz="2800" dirty="0">
              <a:solidFill>
                <a:srgbClr val="FF0000"/>
              </a:solidFill>
              <a:latin typeface="Arial" charset="0"/>
            </a:endParaRPr>
          </a:p>
        </p:txBody>
      </p:sp>
    </p:spTree>
  </p:cSld>
  <p:clrMapOvr>
    <a:masterClrMapping/>
  </p:clrMapOvr>
  <p:transition spd="slow"/>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5"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149506"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F3F89925-9CB7-D344-B0BD-78E39BC4CDBB}" type="slidenum">
              <a:rPr lang="ar-SA" sz="1400" b="0">
                <a:solidFill>
                  <a:schemeClr val="tx1"/>
                </a:solidFill>
                <a:latin typeface="Arial" charset="0"/>
                <a:cs typeface="Arial" charset="0"/>
              </a:rPr>
              <a:pPr/>
              <a:t>66</a:t>
            </a:fld>
            <a:endParaRPr lang="en-US" sz="1400" b="0">
              <a:solidFill>
                <a:schemeClr val="tx1"/>
              </a:solidFill>
              <a:latin typeface="Arial" charset="0"/>
              <a:cs typeface="Arial" charset="0"/>
            </a:endParaRPr>
          </a:p>
        </p:txBody>
      </p:sp>
      <p:pic>
        <p:nvPicPr>
          <p:cNvPr id="149507" name="Picture 8"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9508" name="Rectangle 2"/>
          <p:cNvSpPr>
            <a:spLocks noGrp="1" noChangeArrowheads="1"/>
          </p:cNvSpPr>
          <p:nvPr>
            <p:ph type="title"/>
          </p:nvPr>
        </p:nvSpPr>
        <p:spPr/>
        <p:txBody>
          <a:bodyPr/>
          <a:lstStyle/>
          <a:p>
            <a:r>
              <a:rPr lang="en-US" sz="4000" dirty="0">
                <a:latin typeface="Arial" charset="0"/>
              </a:rPr>
              <a:t>Peterson</a:t>
            </a:r>
            <a:r>
              <a:rPr lang="fr-FR" altLang="ja-JP" sz="4000" dirty="0">
                <a:latin typeface="Arial" charset="0"/>
              </a:rPr>
              <a:t>'</a:t>
            </a:r>
            <a:r>
              <a:rPr lang="en-US" altLang="ja-JP" sz="4000" dirty="0">
                <a:latin typeface="Arial" charset="0"/>
              </a:rPr>
              <a:t>s Algorithm</a:t>
            </a:r>
            <a:endParaRPr lang="en-US" sz="4000" dirty="0">
              <a:latin typeface="Arial" charset="0"/>
            </a:endParaRPr>
          </a:p>
        </p:txBody>
      </p:sp>
      <p:sp>
        <p:nvSpPr>
          <p:cNvPr id="149509" name="Rectangle 3"/>
          <p:cNvSpPr>
            <a:spLocks noChangeArrowheads="1"/>
          </p:cNvSpPr>
          <p:nvPr/>
        </p:nvSpPr>
        <p:spPr bwMode="auto">
          <a:xfrm>
            <a:off x="1066800" y="2514600"/>
            <a:ext cx="6781800" cy="2971800"/>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231775" indent="-231775" eaLnBrk="0" hangingPunct="0">
              <a:lnSpc>
                <a:spcPct val="80000"/>
              </a:lnSpc>
              <a:spcBef>
                <a:spcPct val="20000"/>
              </a:spcBef>
            </a:pPr>
            <a:r>
              <a:rPr lang="en-US" sz="2400">
                <a:solidFill>
                  <a:schemeClr val="folHlink"/>
                </a:solidFill>
                <a:latin typeface="Courier New" charset="0"/>
                <a:cs typeface="Courier New" charset="0"/>
              </a:rPr>
              <a:t>public void lock() {</a:t>
            </a:r>
          </a:p>
          <a:p>
            <a:pPr marL="231775" indent="-231775" eaLnBrk="0" hangingPunct="0">
              <a:lnSpc>
                <a:spcPct val="80000"/>
              </a:lnSpc>
              <a:spcBef>
                <a:spcPct val="20000"/>
              </a:spcBef>
            </a:pPr>
            <a:r>
              <a:rPr lang="en-US" sz="2400">
                <a:solidFill>
                  <a:schemeClr val="accent2"/>
                </a:solidFill>
                <a:latin typeface="Courier New" charset="0"/>
                <a:cs typeface="Courier New" charset="0"/>
              </a:rPr>
              <a:t> flag[i] =</a:t>
            </a:r>
            <a:r>
              <a:rPr lang="en-US" sz="2400">
                <a:solidFill>
                  <a:srgbClr val="000000"/>
                </a:solidFill>
                <a:latin typeface="Courier New" charset="0"/>
                <a:cs typeface="Courier New" charset="0"/>
              </a:rPr>
              <a:t> </a:t>
            </a:r>
            <a:r>
              <a:rPr lang="en-US" sz="2400">
                <a:solidFill>
                  <a:schemeClr val="tx1"/>
                </a:solidFill>
                <a:latin typeface="Courier New" charset="0"/>
                <a:cs typeface="Courier New" charset="0"/>
              </a:rPr>
              <a:t>true</a:t>
            </a:r>
            <a:r>
              <a:rPr lang="en-US" sz="2400">
                <a:solidFill>
                  <a:srgbClr val="000000"/>
                </a:solidFill>
                <a:latin typeface="Courier New" charset="0"/>
                <a:cs typeface="Courier New" charset="0"/>
              </a:rPr>
              <a:t>; </a:t>
            </a:r>
            <a:endParaRPr lang="en-US" sz="2400">
              <a:solidFill>
                <a:srgbClr val="FF0000"/>
              </a:solidFill>
              <a:latin typeface="Courier New" charset="0"/>
              <a:cs typeface="Courier New" charset="0"/>
            </a:endParaRPr>
          </a:p>
          <a:p>
            <a:pPr marL="231775" indent="-231775" eaLnBrk="0" hangingPunct="0">
              <a:lnSpc>
                <a:spcPct val="80000"/>
              </a:lnSpc>
              <a:spcBef>
                <a:spcPct val="20000"/>
              </a:spcBef>
            </a:pPr>
            <a:r>
              <a:rPr lang="en-US" sz="2400">
                <a:solidFill>
                  <a:srgbClr val="000000"/>
                </a:solidFill>
                <a:latin typeface="Courier New" charset="0"/>
                <a:cs typeface="Courier New" charset="0"/>
              </a:rPr>
              <a:t> </a:t>
            </a:r>
            <a:r>
              <a:rPr lang="en-US" sz="2400">
                <a:solidFill>
                  <a:schemeClr val="accent2"/>
                </a:solidFill>
                <a:latin typeface="Courier New" charset="0"/>
                <a:cs typeface="Courier New" charset="0"/>
              </a:rPr>
              <a:t>victim  = i;</a:t>
            </a:r>
            <a:r>
              <a:rPr lang="en-US" sz="2400">
                <a:solidFill>
                  <a:srgbClr val="000000"/>
                </a:solidFill>
                <a:latin typeface="Courier New" charset="0"/>
                <a:cs typeface="Courier New" charset="0"/>
              </a:rPr>
              <a:t> </a:t>
            </a:r>
          </a:p>
          <a:p>
            <a:pPr marL="231775" indent="-231775" eaLnBrk="0" hangingPunct="0">
              <a:lnSpc>
                <a:spcPct val="80000"/>
              </a:lnSpc>
              <a:spcBef>
                <a:spcPct val="20000"/>
              </a:spcBef>
            </a:pPr>
            <a:r>
              <a:rPr lang="en-US" sz="2400">
                <a:solidFill>
                  <a:srgbClr val="000000"/>
                </a:solidFill>
                <a:latin typeface="Courier New" charset="0"/>
                <a:cs typeface="Courier New" charset="0"/>
              </a:rPr>
              <a:t> </a:t>
            </a:r>
            <a:r>
              <a:rPr lang="en-US" sz="2400">
                <a:solidFill>
                  <a:schemeClr val="folHlink"/>
                </a:solidFill>
                <a:latin typeface="Courier New" charset="0"/>
                <a:cs typeface="Courier New" charset="0"/>
              </a:rPr>
              <a:t>while (flag[j] &amp;&amp; victim == i) {};</a:t>
            </a:r>
          </a:p>
          <a:p>
            <a:pPr marL="231775" indent="-231775" eaLnBrk="0" hangingPunct="0">
              <a:lnSpc>
                <a:spcPct val="80000"/>
              </a:lnSpc>
              <a:spcBef>
                <a:spcPct val="20000"/>
              </a:spcBef>
            </a:pPr>
            <a:r>
              <a:rPr lang="en-US" sz="2400">
                <a:solidFill>
                  <a:schemeClr val="folHlink"/>
                </a:solidFill>
                <a:latin typeface="Courier New" charset="0"/>
                <a:cs typeface="Courier New" charset="0"/>
              </a:rPr>
              <a:t>}</a:t>
            </a:r>
          </a:p>
          <a:p>
            <a:pPr marL="231775" indent="-231775" eaLnBrk="0" hangingPunct="0">
              <a:lnSpc>
                <a:spcPct val="80000"/>
              </a:lnSpc>
              <a:spcBef>
                <a:spcPct val="20000"/>
              </a:spcBef>
            </a:pPr>
            <a:r>
              <a:rPr lang="en-US" sz="2400">
                <a:solidFill>
                  <a:schemeClr val="folHlink"/>
                </a:solidFill>
                <a:latin typeface="Courier New" charset="0"/>
                <a:cs typeface="Courier New" charset="0"/>
              </a:rPr>
              <a:t>public void unlock() {</a:t>
            </a:r>
          </a:p>
          <a:p>
            <a:pPr marL="231775" indent="-231775" eaLnBrk="0" hangingPunct="0">
              <a:lnSpc>
                <a:spcPct val="80000"/>
              </a:lnSpc>
              <a:spcBef>
                <a:spcPct val="20000"/>
              </a:spcBef>
            </a:pPr>
            <a:r>
              <a:rPr lang="en-US" sz="2400">
                <a:solidFill>
                  <a:schemeClr val="folHlink"/>
                </a:solidFill>
                <a:latin typeface="Courier New" charset="0"/>
                <a:cs typeface="Courier New" charset="0"/>
              </a:rPr>
              <a:t> flag[i] = false;</a:t>
            </a:r>
          </a:p>
          <a:p>
            <a:pPr marL="231775" indent="-231775" eaLnBrk="0" hangingPunct="0">
              <a:lnSpc>
                <a:spcPct val="80000"/>
              </a:lnSpc>
              <a:spcBef>
                <a:spcPct val="20000"/>
              </a:spcBef>
            </a:pPr>
            <a:r>
              <a:rPr lang="en-US" sz="2400">
                <a:solidFill>
                  <a:schemeClr val="folHlink"/>
                </a:solidFill>
                <a:latin typeface="Courier New" charset="0"/>
                <a:cs typeface="Courier New" charset="0"/>
              </a:rPr>
              <a:t>}</a:t>
            </a:r>
          </a:p>
        </p:txBody>
      </p:sp>
      <p:sp>
        <p:nvSpPr>
          <p:cNvPr id="149510" name="AutoShape 4"/>
          <p:cNvSpPr>
            <a:spLocks noChangeArrowheads="1"/>
          </p:cNvSpPr>
          <p:nvPr/>
        </p:nvSpPr>
        <p:spPr bwMode="auto">
          <a:xfrm>
            <a:off x="1327150" y="2867025"/>
            <a:ext cx="2978150" cy="369888"/>
          </a:xfrm>
          <a:prstGeom prst="wedgeRoundRectCallout">
            <a:avLst>
              <a:gd name="adj1" fmla="val 97120"/>
              <a:gd name="adj2" fmla="val -163736"/>
              <a:gd name="adj3" fmla="val 16667"/>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eaLnBrk="0" hangingPunct="0"/>
            <a:endParaRPr lang="en-US" b="0">
              <a:latin typeface="Arial" charset="0"/>
            </a:endParaRPr>
          </a:p>
        </p:txBody>
      </p:sp>
      <p:sp>
        <p:nvSpPr>
          <p:cNvPr id="149511" name="Text Box 5"/>
          <p:cNvSpPr txBox="1">
            <a:spLocks noChangeArrowheads="1"/>
          </p:cNvSpPr>
          <p:nvPr/>
        </p:nvSpPr>
        <p:spPr bwMode="auto">
          <a:xfrm>
            <a:off x="5464175" y="1841500"/>
            <a:ext cx="2706688"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ctr"/>
            <a:r>
              <a:rPr lang="en-US" sz="2800" dirty="0">
                <a:solidFill>
                  <a:srgbClr val="FF0000"/>
                </a:solidFill>
                <a:latin typeface="Arial" charset="0"/>
              </a:rPr>
              <a:t>Announce I</a:t>
            </a:r>
            <a:r>
              <a:rPr lang="fr-FR" altLang="ja-JP" sz="2800" dirty="0">
                <a:solidFill>
                  <a:srgbClr val="FF0000"/>
                </a:solidFill>
                <a:latin typeface="Arial" charset="0"/>
              </a:rPr>
              <a:t>'</a:t>
            </a:r>
            <a:r>
              <a:rPr lang="en-US" altLang="ja-JP" sz="2800" dirty="0">
                <a:solidFill>
                  <a:srgbClr val="FF0000"/>
                </a:solidFill>
                <a:latin typeface="Arial" charset="0"/>
              </a:rPr>
              <a:t>m interested</a:t>
            </a:r>
            <a:endParaRPr lang="en-US" sz="2800" dirty="0">
              <a:solidFill>
                <a:srgbClr val="FF0000"/>
              </a:solidFill>
              <a:latin typeface="Arial" charset="0"/>
            </a:endParaRPr>
          </a:p>
        </p:txBody>
      </p:sp>
      <p:sp>
        <p:nvSpPr>
          <p:cNvPr id="149512" name="AutoShape 6"/>
          <p:cNvSpPr>
            <a:spLocks noChangeArrowheads="1"/>
          </p:cNvSpPr>
          <p:nvPr/>
        </p:nvSpPr>
        <p:spPr bwMode="auto">
          <a:xfrm>
            <a:off x="1343025" y="3265488"/>
            <a:ext cx="2978150" cy="369887"/>
          </a:xfrm>
          <a:prstGeom prst="wedgeRoundRectCallout">
            <a:avLst>
              <a:gd name="adj1" fmla="val 94829"/>
              <a:gd name="adj2" fmla="val -68028"/>
              <a:gd name="adj3" fmla="val 16667"/>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eaLnBrk="0" hangingPunct="0"/>
            <a:endParaRPr lang="en-US" b="0">
              <a:latin typeface="Arial" charset="0"/>
            </a:endParaRPr>
          </a:p>
        </p:txBody>
      </p:sp>
      <p:sp>
        <p:nvSpPr>
          <p:cNvPr id="149513" name="Text Box 7"/>
          <p:cNvSpPr txBox="1">
            <a:spLocks noChangeArrowheads="1"/>
          </p:cNvSpPr>
          <p:nvPr/>
        </p:nvSpPr>
        <p:spPr bwMode="auto">
          <a:xfrm>
            <a:off x="5575300" y="2928938"/>
            <a:ext cx="31130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ctr"/>
            <a:r>
              <a:rPr lang="en-US" sz="2800">
                <a:solidFill>
                  <a:srgbClr val="FF0000"/>
                </a:solidFill>
                <a:latin typeface="Arial" charset="0"/>
              </a:rPr>
              <a:t>Defer to other</a:t>
            </a:r>
          </a:p>
        </p:txBody>
      </p:sp>
    </p:spTree>
  </p:cSld>
  <p:clrMapOvr>
    <a:masterClrMapping/>
  </p:clrMapOvr>
  <p:transition spd="slow"/>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3"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151554"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AE13978A-52B7-E74C-B454-70EE2C5DAEFA}" type="slidenum">
              <a:rPr lang="ar-SA" sz="1400" b="0">
                <a:solidFill>
                  <a:schemeClr val="tx1"/>
                </a:solidFill>
                <a:latin typeface="Arial" charset="0"/>
                <a:cs typeface="Arial" charset="0"/>
              </a:rPr>
              <a:pPr/>
              <a:t>67</a:t>
            </a:fld>
            <a:endParaRPr lang="en-US" sz="1400" b="0">
              <a:solidFill>
                <a:schemeClr val="tx1"/>
              </a:solidFill>
              <a:latin typeface="Arial" charset="0"/>
              <a:cs typeface="Arial" charset="0"/>
            </a:endParaRPr>
          </a:p>
        </p:txBody>
      </p:sp>
      <p:pic>
        <p:nvPicPr>
          <p:cNvPr id="151555" name="Picture 10"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1556" name="Rectangle 2"/>
          <p:cNvSpPr>
            <a:spLocks noGrp="1" noChangeArrowheads="1"/>
          </p:cNvSpPr>
          <p:nvPr>
            <p:ph type="title"/>
          </p:nvPr>
        </p:nvSpPr>
        <p:spPr/>
        <p:txBody>
          <a:bodyPr/>
          <a:lstStyle/>
          <a:p>
            <a:r>
              <a:rPr lang="en-US" sz="4000" dirty="0">
                <a:latin typeface="Arial" charset="0"/>
              </a:rPr>
              <a:t>Peterson</a:t>
            </a:r>
            <a:r>
              <a:rPr lang="fr-FR" altLang="ja-JP" sz="4000" dirty="0">
                <a:latin typeface="Arial" charset="0"/>
              </a:rPr>
              <a:t>'</a:t>
            </a:r>
            <a:r>
              <a:rPr lang="en-US" altLang="ja-JP" sz="4000" dirty="0">
                <a:latin typeface="Arial" charset="0"/>
              </a:rPr>
              <a:t>s Algorithm</a:t>
            </a:r>
            <a:endParaRPr lang="en-US" sz="4000" dirty="0">
              <a:latin typeface="Arial" charset="0"/>
            </a:endParaRPr>
          </a:p>
        </p:txBody>
      </p:sp>
      <p:sp>
        <p:nvSpPr>
          <p:cNvPr id="151557" name="Rectangle 3"/>
          <p:cNvSpPr>
            <a:spLocks noChangeArrowheads="1"/>
          </p:cNvSpPr>
          <p:nvPr/>
        </p:nvSpPr>
        <p:spPr bwMode="auto">
          <a:xfrm>
            <a:off x="1066800" y="2514600"/>
            <a:ext cx="6781800" cy="2971800"/>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231775" indent="-231775" eaLnBrk="0" hangingPunct="0">
              <a:lnSpc>
                <a:spcPct val="80000"/>
              </a:lnSpc>
              <a:spcBef>
                <a:spcPct val="20000"/>
              </a:spcBef>
            </a:pPr>
            <a:r>
              <a:rPr lang="en-US" sz="2400">
                <a:solidFill>
                  <a:schemeClr val="folHlink"/>
                </a:solidFill>
                <a:latin typeface="Courier New" charset="0"/>
                <a:cs typeface="Courier New" charset="0"/>
              </a:rPr>
              <a:t>public void lock() {</a:t>
            </a:r>
          </a:p>
          <a:p>
            <a:pPr marL="231775" indent="-231775" eaLnBrk="0" hangingPunct="0">
              <a:lnSpc>
                <a:spcPct val="80000"/>
              </a:lnSpc>
              <a:spcBef>
                <a:spcPct val="20000"/>
              </a:spcBef>
            </a:pPr>
            <a:r>
              <a:rPr lang="en-US" sz="2400">
                <a:solidFill>
                  <a:schemeClr val="accent2"/>
                </a:solidFill>
                <a:latin typeface="Courier New" charset="0"/>
                <a:cs typeface="Courier New" charset="0"/>
              </a:rPr>
              <a:t> flag[i] =</a:t>
            </a:r>
            <a:r>
              <a:rPr lang="en-US" sz="2400">
                <a:solidFill>
                  <a:srgbClr val="000000"/>
                </a:solidFill>
                <a:latin typeface="Courier New" charset="0"/>
                <a:cs typeface="Courier New" charset="0"/>
              </a:rPr>
              <a:t> </a:t>
            </a:r>
            <a:r>
              <a:rPr lang="en-US" sz="2400">
                <a:solidFill>
                  <a:schemeClr val="tx1"/>
                </a:solidFill>
                <a:latin typeface="Courier New" charset="0"/>
                <a:cs typeface="Courier New" charset="0"/>
              </a:rPr>
              <a:t>true</a:t>
            </a:r>
            <a:r>
              <a:rPr lang="en-US" sz="2400">
                <a:solidFill>
                  <a:srgbClr val="000000"/>
                </a:solidFill>
                <a:latin typeface="Courier New" charset="0"/>
                <a:cs typeface="Courier New" charset="0"/>
              </a:rPr>
              <a:t>; </a:t>
            </a:r>
            <a:endParaRPr lang="en-US" sz="2400">
              <a:solidFill>
                <a:srgbClr val="FF0000"/>
              </a:solidFill>
              <a:latin typeface="Courier New" charset="0"/>
              <a:cs typeface="Courier New" charset="0"/>
            </a:endParaRPr>
          </a:p>
          <a:p>
            <a:pPr marL="231775" indent="-231775" eaLnBrk="0" hangingPunct="0">
              <a:lnSpc>
                <a:spcPct val="80000"/>
              </a:lnSpc>
              <a:spcBef>
                <a:spcPct val="20000"/>
              </a:spcBef>
            </a:pPr>
            <a:r>
              <a:rPr lang="en-US" sz="2400">
                <a:solidFill>
                  <a:srgbClr val="000000"/>
                </a:solidFill>
                <a:latin typeface="Courier New" charset="0"/>
                <a:cs typeface="Courier New" charset="0"/>
              </a:rPr>
              <a:t> </a:t>
            </a:r>
            <a:r>
              <a:rPr lang="en-US" sz="2400">
                <a:solidFill>
                  <a:schemeClr val="accent2"/>
                </a:solidFill>
                <a:latin typeface="Courier New" charset="0"/>
                <a:cs typeface="Courier New" charset="0"/>
              </a:rPr>
              <a:t>victim  = i;</a:t>
            </a:r>
            <a:r>
              <a:rPr lang="en-US" sz="2400">
                <a:solidFill>
                  <a:srgbClr val="000000"/>
                </a:solidFill>
                <a:latin typeface="Courier New" charset="0"/>
                <a:cs typeface="Courier New" charset="0"/>
              </a:rPr>
              <a:t> </a:t>
            </a:r>
          </a:p>
          <a:p>
            <a:pPr marL="231775" indent="-231775" eaLnBrk="0" hangingPunct="0">
              <a:lnSpc>
                <a:spcPct val="80000"/>
              </a:lnSpc>
              <a:spcBef>
                <a:spcPct val="20000"/>
              </a:spcBef>
            </a:pPr>
            <a:r>
              <a:rPr lang="en-US" sz="2400">
                <a:solidFill>
                  <a:srgbClr val="000000"/>
                </a:solidFill>
                <a:latin typeface="Courier New" charset="0"/>
                <a:cs typeface="Courier New" charset="0"/>
              </a:rPr>
              <a:t> </a:t>
            </a:r>
            <a:r>
              <a:rPr lang="en-US" sz="2400">
                <a:solidFill>
                  <a:schemeClr val="tx1"/>
                </a:solidFill>
                <a:latin typeface="Courier New" charset="0"/>
                <a:cs typeface="Courier New" charset="0"/>
              </a:rPr>
              <a:t>while</a:t>
            </a:r>
            <a:r>
              <a:rPr lang="en-US" sz="2400">
                <a:solidFill>
                  <a:srgbClr val="000000"/>
                </a:solidFill>
                <a:latin typeface="Courier New" charset="0"/>
                <a:cs typeface="Courier New" charset="0"/>
              </a:rPr>
              <a:t> </a:t>
            </a:r>
            <a:r>
              <a:rPr lang="en-US" sz="2400">
                <a:solidFill>
                  <a:schemeClr val="accent2"/>
                </a:solidFill>
                <a:latin typeface="Courier New" charset="0"/>
                <a:cs typeface="Courier New" charset="0"/>
              </a:rPr>
              <a:t>(flag[j] &amp;&amp; victim == i) {};</a:t>
            </a:r>
          </a:p>
          <a:p>
            <a:pPr marL="231775" indent="-231775" eaLnBrk="0" hangingPunct="0">
              <a:lnSpc>
                <a:spcPct val="80000"/>
              </a:lnSpc>
              <a:spcBef>
                <a:spcPct val="20000"/>
              </a:spcBef>
            </a:pPr>
            <a:r>
              <a:rPr lang="en-US" sz="2400">
                <a:solidFill>
                  <a:schemeClr val="folHlink"/>
                </a:solidFill>
                <a:latin typeface="Courier New" charset="0"/>
                <a:cs typeface="Courier New" charset="0"/>
              </a:rPr>
              <a:t>}</a:t>
            </a:r>
          </a:p>
          <a:p>
            <a:pPr marL="231775" indent="-231775" eaLnBrk="0" hangingPunct="0">
              <a:lnSpc>
                <a:spcPct val="80000"/>
              </a:lnSpc>
              <a:spcBef>
                <a:spcPct val="20000"/>
              </a:spcBef>
            </a:pPr>
            <a:r>
              <a:rPr lang="en-US" sz="2400">
                <a:solidFill>
                  <a:schemeClr val="folHlink"/>
                </a:solidFill>
                <a:latin typeface="Courier New" charset="0"/>
                <a:cs typeface="Courier New" charset="0"/>
              </a:rPr>
              <a:t>public void unlock() {</a:t>
            </a:r>
          </a:p>
          <a:p>
            <a:pPr marL="231775" indent="-231775" eaLnBrk="0" hangingPunct="0">
              <a:lnSpc>
                <a:spcPct val="80000"/>
              </a:lnSpc>
              <a:spcBef>
                <a:spcPct val="20000"/>
              </a:spcBef>
            </a:pPr>
            <a:r>
              <a:rPr lang="en-US" sz="2400">
                <a:solidFill>
                  <a:schemeClr val="folHlink"/>
                </a:solidFill>
                <a:latin typeface="Courier New" charset="0"/>
                <a:cs typeface="Courier New" charset="0"/>
              </a:rPr>
              <a:t> flag[i] = false;</a:t>
            </a:r>
          </a:p>
          <a:p>
            <a:pPr marL="231775" indent="-231775" eaLnBrk="0" hangingPunct="0">
              <a:lnSpc>
                <a:spcPct val="80000"/>
              </a:lnSpc>
              <a:spcBef>
                <a:spcPct val="20000"/>
              </a:spcBef>
            </a:pPr>
            <a:r>
              <a:rPr lang="en-US" sz="2400">
                <a:solidFill>
                  <a:schemeClr val="folHlink"/>
                </a:solidFill>
                <a:latin typeface="Courier New" charset="0"/>
                <a:cs typeface="Courier New" charset="0"/>
              </a:rPr>
              <a:t>}</a:t>
            </a:r>
          </a:p>
        </p:txBody>
      </p:sp>
      <p:sp>
        <p:nvSpPr>
          <p:cNvPr id="151558" name="AutoShape 4"/>
          <p:cNvSpPr>
            <a:spLocks noChangeArrowheads="1"/>
          </p:cNvSpPr>
          <p:nvPr/>
        </p:nvSpPr>
        <p:spPr bwMode="auto">
          <a:xfrm>
            <a:off x="1327150" y="2867025"/>
            <a:ext cx="2978150" cy="369888"/>
          </a:xfrm>
          <a:prstGeom prst="wedgeRoundRectCallout">
            <a:avLst>
              <a:gd name="adj1" fmla="val 97120"/>
              <a:gd name="adj2" fmla="val -163736"/>
              <a:gd name="adj3" fmla="val 16667"/>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eaLnBrk="0" hangingPunct="0"/>
            <a:endParaRPr lang="en-US" b="0">
              <a:latin typeface="Arial" charset="0"/>
            </a:endParaRPr>
          </a:p>
        </p:txBody>
      </p:sp>
      <p:sp>
        <p:nvSpPr>
          <p:cNvPr id="151559" name="Text Box 5"/>
          <p:cNvSpPr txBox="1">
            <a:spLocks noChangeArrowheads="1"/>
          </p:cNvSpPr>
          <p:nvPr/>
        </p:nvSpPr>
        <p:spPr bwMode="auto">
          <a:xfrm>
            <a:off x="5464175" y="1841500"/>
            <a:ext cx="2706688"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ctr"/>
            <a:r>
              <a:rPr lang="en-US" sz="2800" dirty="0">
                <a:solidFill>
                  <a:srgbClr val="FF0000"/>
                </a:solidFill>
                <a:latin typeface="Arial" charset="0"/>
              </a:rPr>
              <a:t>Announce I</a:t>
            </a:r>
            <a:r>
              <a:rPr lang="fr-FR" altLang="ja-JP" sz="2800" dirty="0">
                <a:solidFill>
                  <a:srgbClr val="FF0000"/>
                </a:solidFill>
                <a:latin typeface="Arial" charset="0"/>
              </a:rPr>
              <a:t>'</a:t>
            </a:r>
            <a:r>
              <a:rPr lang="en-US" altLang="ja-JP" sz="2800" dirty="0">
                <a:solidFill>
                  <a:srgbClr val="FF0000"/>
                </a:solidFill>
                <a:latin typeface="Arial" charset="0"/>
              </a:rPr>
              <a:t>m interested</a:t>
            </a:r>
            <a:endParaRPr lang="en-US" sz="2800" dirty="0">
              <a:solidFill>
                <a:srgbClr val="FF0000"/>
              </a:solidFill>
              <a:latin typeface="Arial" charset="0"/>
            </a:endParaRPr>
          </a:p>
        </p:txBody>
      </p:sp>
      <p:sp>
        <p:nvSpPr>
          <p:cNvPr id="151560" name="AutoShape 6"/>
          <p:cNvSpPr>
            <a:spLocks noChangeArrowheads="1"/>
          </p:cNvSpPr>
          <p:nvPr/>
        </p:nvSpPr>
        <p:spPr bwMode="auto">
          <a:xfrm>
            <a:off x="1343025" y="3265488"/>
            <a:ext cx="2978150" cy="369887"/>
          </a:xfrm>
          <a:prstGeom prst="wedgeRoundRectCallout">
            <a:avLst>
              <a:gd name="adj1" fmla="val 94829"/>
              <a:gd name="adj2" fmla="val -68028"/>
              <a:gd name="adj3" fmla="val 16667"/>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eaLnBrk="0" hangingPunct="0"/>
            <a:endParaRPr lang="en-US" b="0">
              <a:latin typeface="Arial" charset="0"/>
            </a:endParaRPr>
          </a:p>
        </p:txBody>
      </p:sp>
      <p:sp>
        <p:nvSpPr>
          <p:cNvPr id="151561" name="Text Box 7"/>
          <p:cNvSpPr txBox="1">
            <a:spLocks noChangeArrowheads="1"/>
          </p:cNvSpPr>
          <p:nvPr/>
        </p:nvSpPr>
        <p:spPr bwMode="auto">
          <a:xfrm>
            <a:off x="5610225" y="2932113"/>
            <a:ext cx="3098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ctr"/>
            <a:r>
              <a:rPr lang="en-US" sz="2800">
                <a:solidFill>
                  <a:srgbClr val="FF0000"/>
                </a:solidFill>
                <a:latin typeface="Arial" charset="0"/>
              </a:rPr>
              <a:t>Defer to other</a:t>
            </a:r>
          </a:p>
        </p:txBody>
      </p:sp>
      <p:sp>
        <p:nvSpPr>
          <p:cNvPr id="151562" name="AutoShape 8"/>
          <p:cNvSpPr>
            <a:spLocks noChangeArrowheads="1"/>
          </p:cNvSpPr>
          <p:nvPr/>
        </p:nvSpPr>
        <p:spPr bwMode="auto">
          <a:xfrm>
            <a:off x="1317625" y="3595688"/>
            <a:ext cx="6334125" cy="382587"/>
          </a:xfrm>
          <a:prstGeom prst="wedgeRoundRectCallout">
            <a:avLst>
              <a:gd name="adj1" fmla="val 33333"/>
              <a:gd name="adj2" fmla="val 181653"/>
              <a:gd name="adj3" fmla="val 16667"/>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eaLnBrk="0" hangingPunct="0"/>
            <a:endParaRPr lang="en-US" b="0">
              <a:latin typeface="Arial" charset="0"/>
            </a:endParaRPr>
          </a:p>
        </p:txBody>
      </p:sp>
      <p:sp>
        <p:nvSpPr>
          <p:cNvPr id="151563" name="Text Box 9"/>
          <p:cNvSpPr txBox="1">
            <a:spLocks noChangeArrowheads="1"/>
          </p:cNvSpPr>
          <p:nvPr/>
        </p:nvSpPr>
        <p:spPr bwMode="auto">
          <a:xfrm>
            <a:off x="5060950" y="4467225"/>
            <a:ext cx="34290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ctr"/>
            <a:r>
              <a:rPr lang="en-US" sz="2800" dirty="0">
                <a:solidFill>
                  <a:srgbClr val="FF0000"/>
                </a:solidFill>
                <a:latin typeface="Arial" charset="0"/>
              </a:rPr>
              <a:t>Wait while other interested &amp; I</a:t>
            </a:r>
            <a:r>
              <a:rPr lang="fr-FR" altLang="ja-JP" sz="2800" dirty="0">
                <a:solidFill>
                  <a:srgbClr val="FF0000"/>
                </a:solidFill>
                <a:latin typeface="Arial" charset="0"/>
              </a:rPr>
              <a:t>'</a:t>
            </a:r>
            <a:r>
              <a:rPr lang="en-US" altLang="ja-JP" sz="2800" dirty="0">
                <a:solidFill>
                  <a:srgbClr val="FF0000"/>
                </a:solidFill>
                <a:latin typeface="Arial" charset="0"/>
              </a:rPr>
              <a:t>m the victim</a:t>
            </a:r>
            <a:endParaRPr lang="en-US" sz="2800" dirty="0">
              <a:solidFill>
                <a:srgbClr val="FF0000"/>
              </a:solidFill>
              <a:latin typeface="Arial" charset="0"/>
            </a:endParaRPr>
          </a:p>
        </p:txBody>
      </p:sp>
    </p:spTree>
  </p:cSld>
  <p:clrMapOvr>
    <a:masterClrMapping/>
  </p:clrMapOvr>
  <p:transition spd="slow"/>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1"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153602"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0A8874D8-EF35-7542-899B-EFA9F9E58F44}" type="slidenum">
              <a:rPr lang="ar-SA" sz="1400" b="0">
                <a:solidFill>
                  <a:schemeClr val="tx1"/>
                </a:solidFill>
                <a:latin typeface="Arial" charset="0"/>
                <a:cs typeface="Arial" charset="0"/>
              </a:rPr>
              <a:pPr/>
              <a:t>68</a:t>
            </a:fld>
            <a:endParaRPr lang="en-US" sz="1400" b="0">
              <a:solidFill>
                <a:schemeClr val="tx1"/>
              </a:solidFill>
              <a:latin typeface="Arial" charset="0"/>
              <a:cs typeface="Arial" charset="0"/>
            </a:endParaRPr>
          </a:p>
        </p:txBody>
      </p:sp>
      <p:pic>
        <p:nvPicPr>
          <p:cNvPr id="153603" name="Picture 12"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04" name="Rectangle 2"/>
          <p:cNvSpPr>
            <a:spLocks noGrp="1" noChangeArrowheads="1"/>
          </p:cNvSpPr>
          <p:nvPr>
            <p:ph type="title"/>
          </p:nvPr>
        </p:nvSpPr>
        <p:spPr/>
        <p:txBody>
          <a:bodyPr/>
          <a:lstStyle/>
          <a:p>
            <a:r>
              <a:rPr lang="en-US" sz="4000" dirty="0">
                <a:latin typeface="Arial" charset="0"/>
              </a:rPr>
              <a:t>Peterson</a:t>
            </a:r>
            <a:r>
              <a:rPr lang="fr-FR" altLang="ja-JP" sz="4000" dirty="0">
                <a:latin typeface="Arial" charset="0"/>
              </a:rPr>
              <a:t>'</a:t>
            </a:r>
            <a:r>
              <a:rPr lang="en-US" altLang="ja-JP" sz="4000" dirty="0">
                <a:latin typeface="Arial" charset="0"/>
              </a:rPr>
              <a:t>s Algorithm</a:t>
            </a:r>
            <a:endParaRPr lang="en-US" sz="4000" dirty="0">
              <a:latin typeface="Arial" charset="0"/>
            </a:endParaRPr>
          </a:p>
        </p:txBody>
      </p:sp>
      <p:sp>
        <p:nvSpPr>
          <p:cNvPr id="153605" name="Rectangle 3"/>
          <p:cNvSpPr>
            <a:spLocks noChangeArrowheads="1"/>
          </p:cNvSpPr>
          <p:nvPr/>
        </p:nvSpPr>
        <p:spPr bwMode="auto">
          <a:xfrm>
            <a:off x="1066800" y="2514600"/>
            <a:ext cx="6781800" cy="2971800"/>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231775" indent="-231775" eaLnBrk="0" hangingPunct="0">
              <a:lnSpc>
                <a:spcPct val="80000"/>
              </a:lnSpc>
              <a:spcBef>
                <a:spcPct val="20000"/>
              </a:spcBef>
            </a:pPr>
            <a:r>
              <a:rPr lang="en-US" sz="2400">
                <a:solidFill>
                  <a:schemeClr val="folHlink"/>
                </a:solidFill>
                <a:latin typeface="Courier New" charset="0"/>
                <a:cs typeface="Courier New" charset="0"/>
              </a:rPr>
              <a:t>public void lock() {</a:t>
            </a:r>
          </a:p>
          <a:p>
            <a:pPr marL="231775" indent="-231775" eaLnBrk="0" hangingPunct="0">
              <a:lnSpc>
                <a:spcPct val="80000"/>
              </a:lnSpc>
              <a:spcBef>
                <a:spcPct val="20000"/>
              </a:spcBef>
            </a:pPr>
            <a:r>
              <a:rPr lang="en-US" sz="2400">
                <a:solidFill>
                  <a:schemeClr val="accent2"/>
                </a:solidFill>
                <a:latin typeface="Courier New" charset="0"/>
                <a:cs typeface="Courier New" charset="0"/>
              </a:rPr>
              <a:t> flag[i] =</a:t>
            </a:r>
            <a:r>
              <a:rPr lang="en-US" sz="2400">
                <a:solidFill>
                  <a:srgbClr val="000000"/>
                </a:solidFill>
                <a:latin typeface="Courier New" charset="0"/>
                <a:cs typeface="Courier New" charset="0"/>
              </a:rPr>
              <a:t> </a:t>
            </a:r>
            <a:r>
              <a:rPr lang="en-US" sz="2400">
                <a:solidFill>
                  <a:schemeClr val="tx1"/>
                </a:solidFill>
                <a:latin typeface="Courier New" charset="0"/>
                <a:cs typeface="Courier New" charset="0"/>
              </a:rPr>
              <a:t>true</a:t>
            </a:r>
            <a:r>
              <a:rPr lang="en-US" sz="2400">
                <a:solidFill>
                  <a:srgbClr val="000000"/>
                </a:solidFill>
                <a:latin typeface="Courier New" charset="0"/>
                <a:cs typeface="Courier New" charset="0"/>
              </a:rPr>
              <a:t>; </a:t>
            </a:r>
            <a:endParaRPr lang="en-US" sz="2400">
              <a:solidFill>
                <a:srgbClr val="FF0000"/>
              </a:solidFill>
              <a:latin typeface="Courier New" charset="0"/>
              <a:cs typeface="Courier New" charset="0"/>
            </a:endParaRPr>
          </a:p>
          <a:p>
            <a:pPr marL="231775" indent="-231775" eaLnBrk="0" hangingPunct="0">
              <a:lnSpc>
                <a:spcPct val="80000"/>
              </a:lnSpc>
              <a:spcBef>
                <a:spcPct val="20000"/>
              </a:spcBef>
            </a:pPr>
            <a:r>
              <a:rPr lang="en-US" sz="2400">
                <a:solidFill>
                  <a:srgbClr val="000000"/>
                </a:solidFill>
                <a:latin typeface="Courier New" charset="0"/>
                <a:cs typeface="Courier New" charset="0"/>
              </a:rPr>
              <a:t> </a:t>
            </a:r>
            <a:r>
              <a:rPr lang="en-US" sz="2400">
                <a:solidFill>
                  <a:schemeClr val="accent2"/>
                </a:solidFill>
                <a:latin typeface="Courier New" charset="0"/>
                <a:cs typeface="Courier New" charset="0"/>
              </a:rPr>
              <a:t>victim  = i;</a:t>
            </a:r>
            <a:r>
              <a:rPr lang="en-US" sz="2400">
                <a:solidFill>
                  <a:srgbClr val="000000"/>
                </a:solidFill>
                <a:latin typeface="Courier New" charset="0"/>
                <a:cs typeface="Courier New" charset="0"/>
              </a:rPr>
              <a:t> </a:t>
            </a:r>
          </a:p>
          <a:p>
            <a:pPr marL="231775" indent="-231775" eaLnBrk="0" hangingPunct="0">
              <a:lnSpc>
                <a:spcPct val="80000"/>
              </a:lnSpc>
              <a:spcBef>
                <a:spcPct val="20000"/>
              </a:spcBef>
            </a:pPr>
            <a:r>
              <a:rPr lang="en-US" sz="2400">
                <a:solidFill>
                  <a:srgbClr val="000000"/>
                </a:solidFill>
                <a:latin typeface="Courier New" charset="0"/>
                <a:cs typeface="Courier New" charset="0"/>
              </a:rPr>
              <a:t> </a:t>
            </a:r>
            <a:r>
              <a:rPr lang="en-US" sz="2400">
                <a:solidFill>
                  <a:schemeClr val="tx1"/>
                </a:solidFill>
                <a:latin typeface="Courier New" charset="0"/>
                <a:cs typeface="Courier New" charset="0"/>
              </a:rPr>
              <a:t>while</a:t>
            </a:r>
            <a:r>
              <a:rPr lang="en-US" sz="2400">
                <a:solidFill>
                  <a:srgbClr val="000000"/>
                </a:solidFill>
                <a:latin typeface="Courier New" charset="0"/>
                <a:cs typeface="Courier New" charset="0"/>
              </a:rPr>
              <a:t> </a:t>
            </a:r>
            <a:r>
              <a:rPr lang="en-US" sz="2400">
                <a:solidFill>
                  <a:schemeClr val="accent2"/>
                </a:solidFill>
                <a:latin typeface="Courier New" charset="0"/>
                <a:cs typeface="Courier New" charset="0"/>
              </a:rPr>
              <a:t>(flag[j] &amp;&amp; victim == i) {};</a:t>
            </a:r>
          </a:p>
          <a:p>
            <a:pPr marL="231775" indent="-231775" eaLnBrk="0" hangingPunct="0">
              <a:lnSpc>
                <a:spcPct val="80000"/>
              </a:lnSpc>
              <a:spcBef>
                <a:spcPct val="20000"/>
              </a:spcBef>
            </a:pPr>
            <a:r>
              <a:rPr lang="en-US" sz="2400">
                <a:solidFill>
                  <a:srgbClr val="000000"/>
                </a:solidFill>
                <a:latin typeface="Courier New" charset="0"/>
                <a:cs typeface="Courier New" charset="0"/>
              </a:rPr>
              <a:t> </a:t>
            </a:r>
            <a:r>
              <a:rPr lang="en-US" sz="2400">
                <a:solidFill>
                  <a:schemeClr val="folHlink"/>
                </a:solidFill>
                <a:latin typeface="Courier New" charset="0"/>
                <a:cs typeface="Courier New" charset="0"/>
              </a:rPr>
              <a:t>}</a:t>
            </a:r>
          </a:p>
          <a:p>
            <a:pPr marL="231775" indent="-231775" eaLnBrk="0" hangingPunct="0">
              <a:lnSpc>
                <a:spcPct val="80000"/>
              </a:lnSpc>
              <a:spcBef>
                <a:spcPct val="20000"/>
              </a:spcBef>
            </a:pPr>
            <a:r>
              <a:rPr lang="en-US" sz="2400">
                <a:solidFill>
                  <a:schemeClr val="folHlink"/>
                </a:solidFill>
                <a:latin typeface="Courier New" charset="0"/>
                <a:cs typeface="Courier New" charset="0"/>
              </a:rPr>
              <a:t>public void unlock() {</a:t>
            </a:r>
          </a:p>
          <a:p>
            <a:pPr marL="231775" indent="-231775" eaLnBrk="0" hangingPunct="0">
              <a:lnSpc>
                <a:spcPct val="80000"/>
              </a:lnSpc>
              <a:spcBef>
                <a:spcPct val="20000"/>
              </a:spcBef>
            </a:pPr>
            <a:r>
              <a:rPr lang="en-US" sz="2400">
                <a:solidFill>
                  <a:srgbClr val="000000"/>
                </a:solidFill>
                <a:latin typeface="Courier New" charset="0"/>
                <a:cs typeface="Courier New" charset="0"/>
              </a:rPr>
              <a:t> </a:t>
            </a:r>
            <a:r>
              <a:rPr lang="en-US" sz="2400">
                <a:solidFill>
                  <a:schemeClr val="accent2"/>
                </a:solidFill>
                <a:latin typeface="Courier New" charset="0"/>
                <a:cs typeface="Courier New" charset="0"/>
              </a:rPr>
              <a:t>flag[i] =</a:t>
            </a:r>
            <a:r>
              <a:rPr lang="en-US" sz="2400">
                <a:solidFill>
                  <a:srgbClr val="000000"/>
                </a:solidFill>
                <a:latin typeface="Courier New" charset="0"/>
                <a:cs typeface="Courier New" charset="0"/>
              </a:rPr>
              <a:t> </a:t>
            </a:r>
            <a:r>
              <a:rPr lang="en-US" sz="2400">
                <a:solidFill>
                  <a:schemeClr val="tx1"/>
                </a:solidFill>
                <a:latin typeface="Courier New" charset="0"/>
                <a:cs typeface="Courier New" charset="0"/>
              </a:rPr>
              <a:t>false</a:t>
            </a:r>
            <a:r>
              <a:rPr lang="en-US" sz="2400">
                <a:solidFill>
                  <a:srgbClr val="000000"/>
                </a:solidFill>
                <a:latin typeface="Courier New" charset="0"/>
                <a:cs typeface="Courier New" charset="0"/>
              </a:rPr>
              <a:t>;</a:t>
            </a:r>
            <a:endParaRPr lang="en-US" sz="2400">
              <a:solidFill>
                <a:srgbClr val="FF0000"/>
              </a:solidFill>
              <a:latin typeface="Courier New" charset="0"/>
              <a:cs typeface="Courier New" charset="0"/>
            </a:endParaRPr>
          </a:p>
          <a:p>
            <a:pPr marL="231775" indent="-231775" eaLnBrk="0" hangingPunct="0">
              <a:lnSpc>
                <a:spcPct val="80000"/>
              </a:lnSpc>
              <a:spcBef>
                <a:spcPct val="20000"/>
              </a:spcBef>
            </a:pPr>
            <a:r>
              <a:rPr lang="en-US" sz="2400">
                <a:solidFill>
                  <a:schemeClr val="tx1"/>
                </a:solidFill>
                <a:latin typeface="Courier New" charset="0"/>
                <a:cs typeface="Courier New" charset="0"/>
              </a:rPr>
              <a:t>}</a:t>
            </a:r>
          </a:p>
        </p:txBody>
      </p:sp>
      <p:sp>
        <p:nvSpPr>
          <p:cNvPr id="153606" name="AutoShape 4"/>
          <p:cNvSpPr>
            <a:spLocks noChangeArrowheads="1"/>
          </p:cNvSpPr>
          <p:nvPr/>
        </p:nvSpPr>
        <p:spPr bwMode="auto">
          <a:xfrm>
            <a:off x="1327150" y="2867025"/>
            <a:ext cx="2978150" cy="369888"/>
          </a:xfrm>
          <a:prstGeom prst="wedgeRoundRectCallout">
            <a:avLst>
              <a:gd name="adj1" fmla="val 97120"/>
              <a:gd name="adj2" fmla="val -163736"/>
              <a:gd name="adj3" fmla="val 16667"/>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eaLnBrk="0" hangingPunct="0"/>
            <a:endParaRPr lang="en-US" b="0">
              <a:latin typeface="Arial" charset="0"/>
            </a:endParaRPr>
          </a:p>
        </p:txBody>
      </p:sp>
      <p:sp>
        <p:nvSpPr>
          <p:cNvPr id="153607" name="AutoShape 6"/>
          <p:cNvSpPr>
            <a:spLocks noChangeArrowheads="1"/>
          </p:cNvSpPr>
          <p:nvPr/>
        </p:nvSpPr>
        <p:spPr bwMode="auto">
          <a:xfrm>
            <a:off x="1343025" y="3265488"/>
            <a:ext cx="2978150" cy="369887"/>
          </a:xfrm>
          <a:prstGeom prst="wedgeRoundRectCallout">
            <a:avLst>
              <a:gd name="adj1" fmla="val 94829"/>
              <a:gd name="adj2" fmla="val -68028"/>
              <a:gd name="adj3" fmla="val 16667"/>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eaLnBrk="0" hangingPunct="0"/>
            <a:endParaRPr lang="en-US" b="0">
              <a:latin typeface="Arial" charset="0"/>
            </a:endParaRPr>
          </a:p>
        </p:txBody>
      </p:sp>
      <p:sp>
        <p:nvSpPr>
          <p:cNvPr id="153608" name="AutoShape 10"/>
          <p:cNvSpPr>
            <a:spLocks noChangeArrowheads="1"/>
          </p:cNvSpPr>
          <p:nvPr/>
        </p:nvSpPr>
        <p:spPr bwMode="auto">
          <a:xfrm>
            <a:off x="1301750" y="4656138"/>
            <a:ext cx="2978150" cy="479425"/>
          </a:xfrm>
          <a:prstGeom prst="wedgeRoundRectCallout">
            <a:avLst>
              <a:gd name="adj1" fmla="val 18764"/>
              <a:gd name="adj2" fmla="val 101657"/>
              <a:gd name="adj3" fmla="val 16667"/>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eaLnBrk="0" hangingPunct="0"/>
            <a:endParaRPr lang="en-US" b="0">
              <a:latin typeface="Arial" charset="0"/>
            </a:endParaRPr>
          </a:p>
        </p:txBody>
      </p:sp>
      <p:sp>
        <p:nvSpPr>
          <p:cNvPr id="153609" name="Text Box 11"/>
          <p:cNvSpPr txBox="1">
            <a:spLocks noChangeArrowheads="1"/>
          </p:cNvSpPr>
          <p:nvPr/>
        </p:nvSpPr>
        <p:spPr bwMode="auto">
          <a:xfrm>
            <a:off x="2327275" y="5268913"/>
            <a:ext cx="2706688"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ctr"/>
            <a:r>
              <a:rPr lang="en-US" sz="2800">
                <a:solidFill>
                  <a:srgbClr val="FF0000"/>
                </a:solidFill>
                <a:latin typeface="Arial" charset="0"/>
              </a:rPr>
              <a:t>No longer interested</a:t>
            </a:r>
          </a:p>
        </p:txBody>
      </p:sp>
      <p:sp>
        <p:nvSpPr>
          <p:cNvPr id="153610" name="Text Box 5"/>
          <p:cNvSpPr txBox="1">
            <a:spLocks noChangeArrowheads="1"/>
          </p:cNvSpPr>
          <p:nvPr/>
        </p:nvSpPr>
        <p:spPr bwMode="auto">
          <a:xfrm>
            <a:off x="5464175" y="1841500"/>
            <a:ext cx="2706688"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ctr"/>
            <a:r>
              <a:rPr lang="en-US" sz="2800" dirty="0">
                <a:solidFill>
                  <a:srgbClr val="FF0000"/>
                </a:solidFill>
                <a:latin typeface="Arial" charset="0"/>
              </a:rPr>
              <a:t>Announce I</a:t>
            </a:r>
            <a:r>
              <a:rPr lang="fr-FR" altLang="ja-JP" sz="2800" dirty="0">
                <a:solidFill>
                  <a:srgbClr val="FF0000"/>
                </a:solidFill>
                <a:latin typeface="Arial" charset="0"/>
              </a:rPr>
              <a:t>'</a:t>
            </a:r>
            <a:r>
              <a:rPr lang="en-US" altLang="ja-JP" sz="2800" dirty="0">
                <a:solidFill>
                  <a:srgbClr val="FF0000"/>
                </a:solidFill>
                <a:latin typeface="Arial" charset="0"/>
              </a:rPr>
              <a:t>m interested</a:t>
            </a:r>
            <a:endParaRPr lang="en-US" sz="2800" dirty="0">
              <a:solidFill>
                <a:srgbClr val="FF0000"/>
              </a:solidFill>
              <a:latin typeface="Arial" charset="0"/>
            </a:endParaRPr>
          </a:p>
        </p:txBody>
      </p:sp>
      <p:sp>
        <p:nvSpPr>
          <p:cNvPr id="153611" name="Text Box 7"/>
          <p:cNvSpPr txBox="1">
            <a:spLocks noChangeArrowheads="1"/>
          </p:cNvSpPr>
          <p:nvPr/>
        </p:nvSpPr>
        <p:spPr bwMode="auto">
          <a:xfrm>
            <a:off x="5610225" y="2932113"/>
            <a:ext cx="3098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ctr"/>
            <a:r>
              <a:rPr lang="en-US" sz="2800">
                <a:solidFill>
                  <a:srgbClr val="FF0000"/>
                </a:solidFill>
                <a:latin typeface="Arial" charset="0"/>
              </a:rPr>
              <a:t>Defer to other</a:t>
            </a:r>
          </a:p>
        </p:txBody>
      </p:sp>
      <p:sp>
        <p:nvSpPr>
          <p:cNvPr id="153612" name="Text Box 9"/>
          <p:cNvSpPr txBox="1">
            <a:spLocks noChangeArrowheads="1"/>
          </p:cNvSpPr>
          <p:nvPr/>
        </p:nvSpPr>
        <p:spPr bwMode="auto">
          <a:xfrm>
            <a:off x="5060950" y="4467225"/>
            <a:ext cx="34290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ctr"/>
            <a:r>
              <a:rPr lang="en-US" sz="2800" dirty="0">
                <a:solidFill>
                  <a:srgbClr val="FF0000"/>
                </a:solidFill>
                <a:latin typeface="Arial" charset="0"/>
              </a:rPr>
              <a:t>Wait while other interested &amp; I</a:t>
            </a:r>
            <a:r>
              <a:rPr lang="fr-FR" altLang="ja-JP" sz="2800" dirty="0">
                <a:solidFill>
                  <a:srgbClr val="FF0000"/>
                </a:solidFill>
                <a:latin typeface="Arial" charset="0"/>
              </a:rPr>
              <a:t>'</a:t>
            </a:r>
            <a:r>
              <a:rPr lang="en-US" altLang="ja-JP" sz="2800" dirty="0">
                <a:solidFill>
                  <a:srgbClr val="FF0000"/>
                </a:solidFill>
                <a:latin typeface="Arial" charset="0"/>
              </a:rPr>
              <a:t>m the victim</a:t>
            </a:r>
            <a:endParaRPr lang="en-US" sz="2800" dirty="0">
              <a:solidFill>
                <a:srgbClr val="FF0000"/>
              </a:solidFill>
              <a:latin typeface="Arial" charset="0"/>
            </a:endParaRPr>
          </a:p>
        </p:txBody>
      </p:sp>
      <p:sp>
        <p:nvSpPr>
          <p:cNvPr id="153613" name="AutoShape 8"/>
          <p:cNvSpPr>
            <a:spLocks noChangeArrowheads="1"/>
          </p:cNvSpPr>
          <p:nvPr/>
        </p:nvSpPr>
        <p:spPr bwMode="auto">
          <a:xfrm>
            <a:off x="1317625" y="3595688"/>
            <a:ext cx="6334125" cy="382587"/>
          </a:xfrm>
          <a:prstGeom prst="wedgeRoundRectCallout">
            <a:avLst>
              <a:gd name="adj1" fmla="val 33333"/>
              <a:gd name="adj2" fmla="val 181653"/>
              <a:gd name="adj3" fmla="val 16667"/>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eaLnBrk="0" hangingPunct="0"/>
            <a:endParaRPr lang="en-US" b="0">
              <a:latin typeface="Arial" charset="0"/>
            </a:endParaRPr>
          </a:p>
        </p:txBody>
      </p:sp>
    </p:spTree>
  </p:cSld>
  <p:clrMapOvr>
    <a:masterClrMapping/>
  </p:clrMapOvr>
  <p:transition spd="slow"/>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9" name="Footer Placeholder 3"/>
          <p:cNvSpPr txBox="1">
            <a:spLocks noGrp="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ctr"/>
            <a:r>
              <a:rPr lang="en-US" sz="1400" b="0">
                <a:solidFill>
                  <a:schemeClr val="tx1"/>
                </a:solidFill>
                <a:latin typeface="Arial" charset="0"/>
              </a:rPr>
              <a:t>Art of Multiprocessor Programming</a:t>
            </a:r>
          </a:p>
        </p:txBody>
      </p:sp>
      <p:sp>
        <p:nvSpPr>
          <p:cNvPr id="155650" name="Slide Number Placeholder 4"/>
          <p:cNvSpPr txBox="1">
            <a:spLocks noGrp="1"/>
          </p:cNvSpPr>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r"/>
            <a:fld id="{DB00CFC8-063B-1445-BA61-D41AE3B62A5C}" type="slidenum">
              <a:rPr lang="ar-SA" sz="1400" b="0">
                <a:solidFill>
                  <a:schemeClr val="tx1"/>
                </a:solidFill>
                <a:latin typeface="Arial" charset="0"/>
                <a:cs typeface="Arial" charset="0"/>
              </a:rPr>
              <a:pPr algn="r"/>
              <a:t>69</a:t>
            </a:fld>
            <a:endParaRPr lang="en-US" sz="1400" b="0">
              <a:solidFill>
                <a:schemeClr val="tx1"/>
              </a:solidFill>
              <a:latin typeface="Arial" charset="0"/>
              <a:cs typeface="Arial" charset="0"/>
            </a:endParaRPr>
          </a:p>
        </p:txBody>
      </p:sp>
      <p:pic>
        <p:nvPicPr>
          <p:cNvPr id="155651" name="Picture 22"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5652" name="Rectangle 2"/>
          <p:cNvSpPr>
            <a:spLocks noGrp="1" noChangeArrowheads="1"/>
          </p:cNvSpPr>
          <p:nvPr>
            <p:ph type="title" idx="4294967295"/>
          </p:nvPr>
        </p:nvSpPr>
        <p:spPr/>
        <p:txBody>
          <a:bodyPr/>
          <a:lstStyle/>
          <a:p>
            <a:r>
              <a:rPr lang="en-US">
                <a:latin typeface="Arial" charset="0"/>
              </a:rPr>
              <a:t>Mutual Exclusion</a:t>
            </a:r>
          </a:p>
        </p:txBody>
      </p:sp>
      <p:sp>
        <p:nvSpPr>
          <p:cNvPr id="155653" name="Rectangle 18"/>
          <p:cNvSpPr>
            <a:spLocks noChangeArrowheads="1"/>
          </p:cNvSpPr>
          <p:nvPr/>
        </p:nvSpPr>
        <p:spPr bwMode="auto">
          <a:xfrm>
            <a:off x="739775" y="2181225"/>
            <a:ext cx="79105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eaLnBrk="0" hangingPunct="0"/>
            <a:r>
              <a:rPr lang="en-US" sz="3200" b="0">
                <a:solidFill>
                  <a:srgbClr val="FF0000"/>
                </a:solidFill>
                <a:latin typeface="Arial" charset="0"/>
              </a:rPr>
              <a:t>(1)</a:t>
            </a:r>
            <a:r>
              <a:rPr lang="en-US" sz="3200" b="0">
                <a:solidFill>
                  <a:schemeClr val="tx1"/>
                </a:solidFill>
                <a:latin typeface="Arial" charset="0"/>
              </a:rPr>
              <a:t> write</a:t>
            </a:r>
            <a:r>
              <a:rPr lang="en-US" sz="3200" b="0" baseline="-25000">
                <a:solidFill>
                  <a:schemeClr val="tx1"/>
                </a:solidFill>
                <a:latin typeface="Arial" charset="0"/>
              </a:rPr>
              <a:t>B</a:t>
            </a:r>
            <a:r>
              <a:rPr lang="en-US" sz="3200" b="0">
                <a:solidFill>
                  <a:schemeClr val="tx1"/>
                </a:solidFill>
                <a:latin typeface="Arial" charset="0"/>
              </a:rPr>
              <a:t>(Flag[B]=true)</a:t>
            </a:r>
            <a:r>
              <a:rPr lang="en-US" sz="3200" b="0">
                <a:solidFill>
                  <a:schemeClr val="tx1"/>
                </a:solidFill>
                <a:latin typeface="Arial" charset="0"/>
                <a:sym typeface="Wingdings" charset="0"/>
              </a:rPr>
              <a:t></a:t>
            </a:r>
            <a:r>
              <a:rPr lang="en-US" sz="3200" b="0">
                <a:solidFill>
                  <a:schemeClr val="tx1"/>
                </a:solidFill>
                <a:latin typeface="Arial" charset="0"/>
              </a:rPr>
              <a:t>write</a:t>
            </a:r>
            <a:r>
              <a:rPr lang="en-US" sz="3200" b="0" baseline="-25000">
                <a:solidFill>
                  <a:schemeClr val="tx1"/>
                </a:solidFill>
                <a:latin typeface="Arial" charset="0"/>
              </a:rPr>
              <a:t>B</a:t>
            </a:r>
            <a:r>
              <a:rPr lang="en-US" sz="3200" b="0">
                <a:solidFill>
                  <a:schemeClr val="tx1"/>
                </a:solidFill>
                <a:latin typeface="Arial" charset="0"/>
              </a:rPr>
              <a:t>(victim=B)</a:t>
            </a:r>
          </a:p>
        </p:txBody>
      </p:sp>
      <p:sp>
        <p:nvSpPr>
          <p:cNvPr id="84999" name="Rectangle 19"/>
          <p:cNvSpPr>
            <a:spLocks noChangeArrowheads="1"/>
          </p:cNvSpPr>
          <p:nvPr/>
        </p:nvSpPr>
        <p:spPr bwMode="auto">
          <a:xfrm>
            <a:off x="1898650" y="3198813"/>
            <a:ext cx="5348288" cy="1425575"/>
          </a:xfrm>
          <a:prstGeom prst="rect">
            <a:avLst/>
          </a:prstGeom>
          <a:solidFill>
            <a:srgbClr val="FFFFCC"/>
          </a:solidFill>
          <a:ln w="9525">
            <a:solidFill>
              <a:srgbClr val="FF0000"/>
            </a:solidFill>
            <a:miter lim="800000"/>
            <a:headEnd/>
            <a:tailEnd/>
          </a:ln>
        </p:spPr>
        <p:txBody>
          <a:bodyPr>
            <a:spAutoFit/>
          </a:bodyPr>
          <a:lstStyle/>
          <a:p>
            <a:pPr marL="231775" indent="-231775" eaLnBrk="0" hangingPunct="0">
              <a:lnSpc>
                <a:spcPct val="80000"/>
              </a:lnSpc>
              <a:spcBef>
                <a:spcPct val="20000"/>
              </a:spcBef>
              <a:defRPr/>
            </a:pPr>
            <a:r>
              <a:rPr lang="en-US" sz="1800" dirty="0">
                <a:solidFill>
                  <a:schemeClr val="bg1">
                    <a:lumMod val="50000"/>
                  </a:schemeClr>
                </a:solidFill>
                <a:latin typeface="Courier New" pitchFamily="49" charset="0"/>
                <a:ea typeface="+mn-ea"/>
                <a:cs typeface="Courier New" pitchFamily="49" charset="0"/>
              </a:rPr>
              <a:t>public void lock() {</a:t>
            </a:r>
          </a:p>
          <a:p>
            <a:pPr marL="231775" indent="-231775" eaLnBrk="0" hangingPunct="0">
              <a:lnSpc>
                <a:spcPct val="80000"/>
              </a:lnSpc>
              <a:spcBef>
                <a:spcPct val="20000"/>
              </a:spcBef>
              <a:defRPr/>
            </a:pPr>
            <a:r>
              <a:rPr lang="en-US" sz="1800" dirty="0">
                <a:solidFill>
                  <a:schemeClr val="accent2"/>
                </a:solidFill>
                <a:latin typeface="Courier New" pitchFamily="49" charset="0"/>
                <a:ea typeface="+mn-ea"/>
                <a:cs typeface="Courier New" pitchFamily="49" charset="0"/>
              </a:rPr>
              <a:t> flag[</a:t>
            </a:r>
            <a:r>
              <a:rPr lang="en-US" sz="1800" dirty="0" err="1">
                <a:solidFill>
                  <a:schemeClr val="accent2"/>
                </a:solidFill>
                <a:latin typeface="Courier New" pitchFamily="49" charset="0"/>
                <a:ea typeface="+mn-ea"/>
                <a:cs typeface="Courier New" pitchFamily="49" charset="0"/>
              </a:rPr>
              <a:t>i</a:t>
            </a:r>
            <a:r>
              <a:rPr lang="en-US" sz="1800" dirty="0">
                <a:solidFill>
                  <a:schemeClr val="accent2"/>
                </a:solidFill>
                <a:latin typeface="Courier New" pitchFamily="49" charset="0"/>
                <a:ea typeface="+mn-ea"/>
                <a:cs typeface="Courier New" pitchFamily="49" charset="0"/>
              </a:rPr>
              <a:t>] =</a:t>
            </a:r>
            <a:r>
              <a:rPr lang="en-US" sz="1800" dirty="0">
                <a:solidFill>
                  <a:srgbClr val="000000"/>
                </a:solidFill>
                <a:latin typeface="Courier New" pitchFamily="49" charset="0"/>
                <a:ea typeface="+mn-ea"/>
                <a:cs typeface="Courier New" pitchFamily="49" charset="0"/>
              </a:rPr>
              <a:t> </a:t>
            </a:r>
            <a:r>
              <a:rPr lang="en-US" sz="1800" dirty="0">
                <a:solidFill>
                  <a:schemeClr val="tx1"/>
                </a:solidFill>
                <a:latin typeface="Courier New" pitchFamily="49" charset="0"/>
                <a:ea typeface="+mn-ea"/>
                <a:cs typeface="Courier New" pitchFamily="49" charset="0"/>
              </a:rPr>
              <a:t>true</a:t>
            </a:r>
            <a:r>
              <a:rPr lang="en-US" sz="1800" dirty="0">
                <a:solidFill>
                  <a:srgbClr val="000000"/>
                </a:solidFill>
                <a:latin typeface="Courier New" pitchFamily="49" charset="0"/>
                <a:ea typeface="+mn-ea"/>
                <a:cs typeface="Courier New" pitchFamily="49" charset="0"/>
              </a:rPr>
              <a:t>; </a:t>
            </a:r>
            <a:endParaRPr lang="en-US" sz="1800" dirty="0">
              <a:solidFill>
                <a:srgbClr val="FF0000"/>
              </a:solidFill>
              <a:latin typeface="Courier New" pitchFamily="49" charset="0"/>
              <a:ea typeface="+mn-ea"/>
              <a:cs typeface="Courier New" pitchFamily="49" charset="0"/>
            </a:endParaRPr>
          </a:p>
          <a:p>
            <a:pPr marL="231775" indent="-231775" eaLnBrk="0" hangingPunct="0">
              <a:lnSpc>
                <a:spcPct val="80000"/>
              </a:lnSpc>
              <a:spcBef>
                <a:spcPct val="20000"/>
              </a:spcBef>
              <a:defRPr/>
            </a:pPr>
            <a:r>
              <a:rPr lang="en-US" sz="1800" dirty="0">
                <a:solidFill>
                  <a:srgbClr val="000000"/>
                </a:solidFill>
                <a:latin typeface="Courier New" pitchFamily="49" charset="0"/>
                <a:ea typeface="+mn-ea"/>
                <a:cs typeface="Courier New" pitchFamily="49" charset="0"/>
              </a:rPr>
              <a:t> </a:t>
            </a:r>
            <a:r>
              <a:rPr lang="en-US" sz="1800" dirty="0">
                <a:solidFill>
                  <a:schemeClr val="accent2"/>
                </a:solidFill>
                <a:latin typeface="Courier New" pitchFamily="49" charset="0"/>
                <a:ea typeface="+mn-ea"/>
                <a:cs typeface="Courier New" pitchFamily="49" charset="0"/>
              </a:rPr>
              <a:t>victim  = </a:t>
            </a:r>
            <a:r>
              <a:rPr lang="en-US" sz="1800" dirty="0" err="1">
                <a:solidFill>
                  <a:schemeClr val="accent2"/>
                </a:solidFill>
                <a:latin typeface="Courier New" pitchFamily="49" charset="0"/>
                <a:ea typeface="+mn-ea"/>
                <a:cs typeface="Courier New" pitchFamily="49" charset="0"/>
              </a:rPr>
              <a:t>i</a:t>
            </a:r>
            <a:r>
              <a:rPr lang="en-US" sz="1800" dirty="0">
                <a:solidFill>
                  <a:schemeClr val="accent2"/>
                </a:solidFill>
                <a:latin typeface="Courier New" pitchFamily="49" charset="0"/>
                <a:ea typeface="+mn-ea"/>
                <a:cs typeface="Courier New" pitchFamily="49" charset="0"/>
              </a:rPr>
              <a:t>;</a:t>
            </a:r>
            <a:r>
              <a:rPr lang="en-US" sz="1800" dirty="0">
                <a:solidFill>
                  <a:schemeClr val="folHlink"/>
                </a:solidFill>
                <a:latin typeface="Courier New" pitchFamily="49" charset="0"/>
                <a:ea typeface="+mn-ea"/>
                <a:cs typeface="Courier New" pitchFamily="49" charset="0"/>
              </a:rPr>
              <a:t> </a:t>
            </a:r>
          </a:p>
          <a:p>
            <a:pPr marL="231775" indent="-231775" eaLnBrk="0" hangingPunct="0">
              <a:lnSpc>
                <a:spcPct val="80000"/>
              </a:lnSpc>
              <a:spcBef>
                <a:spcPct val="20000"/>
              </a:spcBef>
              <a:defRPr/>
            </a:pPr>
            <a:r>
              <a:rPr lang="en-US" sz="1800" dirty="0">
                <a:solidFill>
                  <a:schemeClr val="folHlink"/>
                </a:solidFill>
                <a:latin typeface="Courier New" pitchFamily="49" charset="0"/>
                <a:ea typeface="+mn-ea"/>
                <a:cs typeface="Courier New" pitchFamily="49" charset="0"/>
              </a:rPr>
              <a:t> </a:t>
            </a:r>
            <a:r>
              <a:rPr lang="en-US" sz="1800" dirty="0">
                <a:solidFill>
                  <a:schemeClr val="bg1">
                    <a:lumMod val="50000"/>
                  </a:schemeClr>
                </a:solidFill>
                <a:latin typeface="Courier New" pitchFamily="49" charset="0"/>
                <a:ea typeface="+mn-ea"/>
                <a:cs typeface="Courier New" pitchFamily="49" charset="0"/>
              </a:rPr>
              <a:t>while (flag[j] &amp;&amp; victim == </a:t>
            </a:r>
            <a:r>
              <a:rPr lang="en-US" sz="1800" dirty="0" err="1">
                <a:solidFill>
                  <a:schemeClr val="bg1">
                    <a:lumMod val="50000"/>
                  </a:schemeClr>
                </a:solidFill>
                <a:latin typeface="Courier New" pitchFamily="49" charset="0"/>
                <a:ea typeface="+mn-ea"/>
                <a:cs typeface="Courier New" pitchFamily="49" charset="0"/>
              </a:rPr>
              <a:t>i</a:t>
            </a:r>
            <a:r>
              <a:rPr lang="en-US" sz="1800" dirty="0">
                <a:solidFill>
                  <a:schemeClr val="bg1">
                    <a:lumMod val="50000"/>
                  </a:schemeClr>
                </a:solidFill>
                <a:latin typeface="Courier New" pitchFamily="49" charset="0"/>
                <a:ea typeface="+mn-ea"/>
                <a:cs typeface="Courier New" pitchFamily="49" charset="0"/>
              </a:rPr>
              <a:t>) {};</a:t>
            </a:r>
          </a:p>
          <a:p>
            <a:pPr marL="231775" indent="-231775" eaLnBrk="0" hangingPunct="0">
              <a:lnSpc>
                <a:spcPct val="80000"/>
              </a:lnSpc>
              <a:spcBef>
                <a:spcPct val="20000"/>
              </a:spcBef>
              <a:defRPr/>
            </a:pPr>
            <a:r>
              <a:rPr lang="en-US" sz="1800" dirty="0">
                <a:solidFill>
                  <a:schemeClr val="bg1">
                    <a:lumMod val="50000"/>
                  </a:schemeClr>
                </a:solidFill>
                <a:latin typeface="Courier New" pitchFamily="49" charset="0"/>
                <a:ea typeface="+mn-ea"/>
                <a:cs typeface="Courier New" pitchFamily="49" charset="0"/>
              </a:rPr>
              <a:t>}</a:t>
            </a:r>
          </a:p>
        </p:txBody>
      </p:sp>
      <p:sp>
        <p:nvSpPr>
          <p:cNvPr id="155655" name="AutoShape 23"/>
          <p:cNvSpPr>
            <a:spLocks noChangeArrowheads="1"/>
          </p:cNvSpPr>
          <p:nvPr/>
        </p:nvSpPr>
        <p:spPr bwMode="auto">
          <a:xfrm>
            <a:off x="2055813" y="3440113"/>
            <a:ext cx="2259012" cy="625475"/>
          </a:xfrm>
          <a:prstGeom prst="wedgeRoundRectCallout">
            <a:avLst>
              <a:gd name="adj1" fmla="val 486"/>
              <a:gd name="adj2" fmla="val 48870"/>
              <a:gd name="adj3" fmla="val 16667"/>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eaLnBrk="0" hangingPunct="0"/>
            <a:endParaRPr lang="en-US" sz="2800" b="0">
              <a:solidFill>
                <a:srgbClr val="FF0000"/>
              </a:solidFill>
              <a:latin typeface="Arial" charset="0"/>
            </a:endParaRPr>
          </a:p>
        </p:txBody>
      </p:sp>
      <p:sp>
        <p:nvSpPr>
          <p:cNvPr id="155656" name="TextBox 8"/>
          <p:cNvSpPr txBox="1">
            <a:spLocks noChangeArrowheads="1"/>
          </p:cNvSpPr>
          <p:nvPr/>
        </p:nvSpPr>
        <p:spPr bwMode="auto">
          <a:xfrm>
            <a:off x="3121025" y="5051425"/>
            <a:ext cx="29956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3200" b="0">
                <a:latin typeface="Arial" charset="0"/>
              </a:rPr>
              <a:t>From the Code</a:t>
            </a:r>
          </a:p>
        </p:txBody>
      </p:sp>
    </p:spTree>
  </p:cSld>
  <p:clrMapOvr>
    <a:masterClrMapping/>
  </p:clrMapOvr>
  <p:transition spd="slow"/>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7" name="Footer Placeholder 3"/>
          <p:cNvSpPr txBox="1">
            <a:spLocks noGrp="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ctr"/>
            <a:r>
              <a:rPr lang="en-US" sz="1400" b="0">
                <a:solidFill>
                  <a:schemeClr val="tx1"/>
                </a:solidFill>
                <a:latin typeface="Arial" charset="0"/>
              </a:rPr>
              <a:t>Art of Multiprocessor Programming</a:t>
            </a:r>
          </a:p>
        </p:txBody>
      </p:sp>
      <p:sp>
        <p:nvSpPr>
          <p:cNvPr id="157698" name="Slide Number Placeholder 4"/>
          <p:cNvSpPr txBox="1">
            <a:spLocks noGrp="1"/>
          </p:cNvSpPr>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r"/>
            <a:fld id="{1209A080-2574-554B-B85B-4B0275EC2419}" type="slidenum">
              <a:rPr lang="ar-SA" sz="1400" b="0">
                <a:solidFill>
                  <a:schemeClr val="tx1"/>
                </a:solidFill>
                <a:latin typeface="Arial" charset="0"/>
                <a:cs typeface="Arial" charset="0"/>
              </a:rPr>
              <a:pPr algn="r"/>
              <a:t>70</a:t>
            </a:fld>
            <a:endParaRPr lang="en-US" sz="1400" b="0">
              <a:solidFill>
                <a:schemeClr val="tx1"/>
              </a:solidFill>
              <a:latin typeface="Arial" charset="0"/>
              <a:cs typeface="Arial" charset="0"/>
            </a:endParaRPr>
          </a:p>
        </p:txBody>
      </p:sp>
      <p:pic>
        <p:nvPicPr>
          <p:cNvPr id="157699" name="Picture 2"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7700" name="Rectangle 3"/>
          <p:cNvSpPr>
            <a:spLocks noGrp="1" noChangeArrowheads="1"/>
          </p:cNvSpPr>
          <p:nvPr>
            <p:ph type="title" idx="4294967295"/>
          </p:nvPr>
        </p:nvSpPr>
        <p:spPr/>
        <p:txBody>
          <a:bodyPr/>
          <a:lstStyle/>
          <a:p>
            <a:r>
              <a:rPr lang="en-US">
                <a:latin typeface="Arial" charset="0"/>
              </a:rPr>
              <a:t>Also from the Code</a:t>
            </a:r>
          </a:p>
        </p:txBody>
      </p:sp>
      <p:sp>
        <p:nvSpPr>
          <p:cNvPr id="157701" name="Rectangle 4"/>
          <p:cNvSpPr>
            <a:spLocks noChangeArrowheads="1"/>
          </p:cNvSpPr>
          <p:nvPr/>
        </p:nvSpPr>
        <p:spPr bwMode="auto">
          <a:xfrm>
            <a:off x="866775" y="2166938"/>
            <a:ext cx="6808788"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sz="3200" b="0">
                <a:solidFill>
                  <a:srgbClr val="FF0000"/>
                </a:solidFill>
                <a:latin typeface="Arial" charset="0"/>
              </a:rPr>
              <a:t>(2)</a:t>
            </a:r>
            <a:r>
              <a:rPr lang="en-US" sz="3200" b="0">
                <a:solidFill>
                  <a:schemeClr val="tx1"/>
                </a:solidFill>
                <a:latin typeface="Arial" charset="0"/>
              </a:rPr>
              <a:t> write</a:t>
            </a:r>
            <a:r>
              <a:rPr lang="en-US" sz="3200" b="0" baseline="-25000">
                <a:solidFill>
                  <a:schemeClr val="tx1"/>
                </a:solidFill>
                <a:latin typeface="Arial" charset="0"/>
              </a:rPr>
              <a:t>A</a:t>
            </a:r>
            <a:r>
              <a:rPr lang="en-US" sz="3200" b="0">
                <a:solidFill>
                  <a:schemeClr val="tx1"/>
                </a:solidFill>
                <a:latin typeface="Arial" charset="0"/>
              </a:rPr>
              <a:t>(victim=A)</a:t>
            </a:r>
            <a:r>
              <a:rPr lang="en-US" sz="3200" b="0">
                <a:solidFill>
                  <a:schemeClr val="tx1"/>
                </a:solidFill>
                <a:latin typeface="Arial" charset="0"/>
                <a:sym typeface="Wingdings" charset="0"/>
              </a:rPr>
              <a:t></a:t>
            </a:r>
            <a:r>
              <a:rPr lang="en-US" sz="3200" b="0">
                <a:solidFill>
                  <a:schemeClr val="tx1"/>
                </a:solidFill>
                <a:latin typeface="Arial" charset="0"/>
              </a:rPr>
              <a:t>read</a:t>
            </a:r>
            <a:r>
              <a:rPr lang="en-US" sz="3200" b="0" baseline="-25000">
                <a:solidFill>
                  <a:schemeClr val="tx1"/>
                </a:solidFill>
                <a:latin typeface="Arial" charset="0"/>
              </a:rPr>
              <a:t>A</a:t>
            </a:r>
            <a:r>
              <a:rPr lang="en-US" sz="3200" b="0">
                <a:solidFill>
                  <a:schemeClr val="tx1"/>
                </a:solidFill>
                <a:latin typeface="Arial" charset="0"/>
              </a:rPr>
              <a:t>(flag[B])</a:t>
            </a:r>
          </a:p>
          <a:p>
            <a:pPr eaLnBrk="0" hangingPunct="0"/>
            <a:r>
              <a:rPr lang="en-US" sz="3200" b="0">
                <a:solidFill>
                  <a:schemeClr val="tx1"/>
                </a:solidFill>
                <a:latin typeface="Arial" charset="0"/>
              </a:rPr>
              <a:t>      </a:t>
            </a:r>
            <a:r>
              <a:rPr lang="en-US" sz="3200" b="0">
                <a:solidFill>
                  <a:schemeClr val="tx1"/>
                </a:solidFill>
                <a:latin typeface="Arial" charset="0"/>
                <a:sym typeface="Wingdings" charset="0"/>
              </a:rPr>
              <a:t></a:t>
            </a:r>
            <a:r>
              <a:rPr lang="en-US" sz="3200" b="0">
                <a:solidFill>
                  <a:schemeClr val="tx1"/>
                </a:solidFill>
                <a:latin typeface="Arial" charset="0"/>
              </a:rPr>
              <a:t>read</a:t>
            </a:r>
            <a:r>
              <a:rPr lang="en-US" sz="3200" b="0" baseline="-25000">
                <a:solidFill>
                  <a:schemeClr val="tx1"/>
                </a:solidFill>
                <a:latin typeface="Arial" charset="0"/>
              </a:rPr>
              <a:t>A</a:t>
            </a:r>
            <a:r>
              <a:rPr lang="en-US" sz="3200" b="0">
                <a:solidFill>
                  <a:schemeClr val="tx1"/>
                </a:solidFill>
                <a:latin typeface="Arial" charset="0"/>
              </a:rPr>
              <a:t>(victim)</a:t>
            </a:r>
          </a:p>
        </p:txBody>
      </p:sp>
      <p:sp>
        <p:nvSpPr>
          <p:cNvPr id="86023" name="Rectangle 5"/>
          <p:cNvSpPr>
            <a:spLocks noChangeArrowheads="1"/>
          </p:cNvSpPr>
          <p:nvPr/>
        </p:nvSpPr>
        <p:spPr bwMode="auto">
          <a:xfrm>
            <a:off x="1957388" y="3633788"/>
            <a:ext cx="5348287" cy="1425575"/>
          </a:xfrm>
          <a:prstGeom prst="rect">
            <a:avLst/>
          </a:prstGeom>
          <a:solidFill>
            <a:srgbClr val="FFFFCC"/>
          </a:solidFill>
          <a:ln w="9525">
            <a:solidFill>
              <a:srgbClr val="FF0000"/>
            </a:solidFill>
            <a:miter lim="800000"/>
            <a:headEnd/>
            <a:tailEnd/>
          </a:ln>
        </p:spPr>
        <p:txBody>
          <a:bodyPr>
            <a:spAutoFit/>
          </a:bodyPr>
          <a:lstStyle/>
          <a:p>
            <a:pPr marL="231775" indent="-231775" eaLnBrk="0" hangingPunct="0">
              <a:lnSpc>
                <a:spcPct val="80000"/>
              </a:lnSpc>
              <a:spcBef>
                <a:spcPct val="20000"/>
              </a:spcBef>
              <a:defRPr/>
            </a:pPr>
            <a:r>
              <a:rPr lang="en-US" sz="1800" dirty="0">
                <a:solidFill>
                  <a:schemeClr val="bg1">
                    <a:lumMod val="50000"/>
                  </a:schemeClr>
                </a:solidFill>
                <a:latin typeface="Courier New" pitchFamily="49" charset="0"/>
                <a:ea typeface="+mn-ea"/>
                <a:cs typeface="Courier New" pitchFamily="49" charset="0"/>
              </a:rPr>
              <a:t>public void lock() {</a:t>
            </a:r>
          </a:p>
          <a:p>
            <a:pPr marL="231775" indent="-231775" eaLnBrk="0" hangingPunct="0">
              <a:lnSpc>
                <a:spcPct val="80000"/>
              </a:lnSpc>
              <a:spcBef>
                <a:spcPct val="20000"/>
              </a:spcBef>
              <a:defRPr/>
            </a:pPr>
            <a:r>
              <a:rPr lang="en-US" sz="1800" dirty="0">
                <a:solidFill>
                  <a:schemeClr val="accent2"/>
                </a:solidFill>
                <a:latin typeface="Courier New" pitchFamily="49" charset="0"/>
                <a:ea typeface="+mn-ea"/>
                <a:cs typeface="Courier New" pitchFamily="49" charset="0"/>
              </a:rPr>
              <a:t> </a:t>
            </a:r>
            <a:r>
              <a:rPr lang="en-US" sz="1800" dirty="0">
                <a:solidFill>
                  <a:schemeClr val="bg1">
                    <a:lumMod val="50000"/>
                  </a:schemeClr>
                </a:solidFill>
                <a:latin typeface="Courier New" pitchFamily="49" charset="0"/>
                <a:ea typeface="+mn-ea"/>
                <a:cs typeface="Courier New" pitchFamily="49" charset="0"/>
              </a:rPr>
              <a:t>flag[</a:t>
            </a:r>
            <a:r>
              <a:rPr lang="en-US" sz="1800" dirty="0" err="1">
                <a:solidFill>
                  <a:schemeClr val="bg1">
                    <a:lumMod val="50000"/>
                  </a:schemeClr>
                </a:solidFill>
                <a:latin typeface="Courier New" pitchFamily="49" charset="0"/>
                <a:ea typeface="+mn-ea"/>
                <a:cs typeface="Courier New" pitchFamily="49" charset="0"/>
              </a:rPr>
              <a:t>i</a:t>
            </a:r>
            <a:r>
              <a:rPr lang="en-US" sz="1800" dirty="0">
                <a:solidFill>
                  <a:schemeClr val="bg1">
                    <a:lumMod val="50000"/>
                  </a:schemeClr>
                </a:solidFill>
                <a:latin typeface="Courier New" pitchFamily="49" charset="0"/>
                <a:ea typeface="+mn-ea"/>
                <a:cs typeface="Courier New" pitchFamily="49" charset="0"/>
              </a:rPr>
              <a:t>] = true; </a:t>
            </a:r>
          </a:p>
          <a:p>
            <a:pPr marL="231775" indent="-231775" eaLnBrk="0" hangingPunct="0">
              <a:lnSpc>
                <a:spcPct val="80000"/>
              </a:lnSpc>
              <a:spcBef>
                <a:spcPct val="20000"/>
              </a:spcBef>
              <a:defRPr/>
            </a:pPr>
            <a:r>
              <a:rPr lang="en-US" sz="1800" dirty="0">
                <a:solidFill>
                  <a:srgbClr val="000000"/>
                </a:solidFill>
                <a:latin typeface="Courier New" pitchFamily="49" charset="0"/>
                <a:ea typeface="+mn-ea"/>
                <a:cs typeface="Courier New" pitchFamily="49" charset="0"/>
              </a:rPr>
              <a:t> </a:t>
            </a:r>
            <a:r>
              <a:rPr lang="en-US" sz="1800" dirty="0">
                <a:solidFill>
                  <a:schemeClr val="accent2"/>
                </a:solidFill>
                <a:latin typeface="Courier New" pitchFamily="49" charset="0"/>
                <a:ea typeface="+mn-ea"/>
                <a:cs typeface="Courier New" pitchFamily="49" charset="0"/>
              </a:rPr>
              <a:t>victim  = </a:t>
            </a:r>
            <a:r>
              <a:rPr lang="en-US" sz="1800" dirty="0" err="1">
                <a:solidFill>
                  <a:schemeClr val="accent2"/>
                </a:solidFill>
                <a:latin typeface="Courier New" pitchFamily="49" charset="0"/>
                <a:ea typeface="+mn-ea"/>
                <a:cs typeface="Courier New" pitchFamily="49" charset="0"/>
              </a:rPr>
              <a:t>i</a:t>
            </a:r>
            <a:r>
              <a:rPr lang="en-US" sz="1800" dirty="0">
                <a:solidFill>
                  <a:schemeClr val="accent2"/>
                </a:solidFill>
                <a:latin typeface="Courier New" pitchFamily="49" charset="0"/>
                <a:ea typeface="+mn-ea"/>
                <a:cs typeface="Courier New" pitchFamily="49" charset="0"/>
              </a:rPr>
              <a:t>;</a:t>
            </a:r>
            <a:r>
              <a:rPr lang="en-US" sz="1800" dirty="0">
                <a:solidFill>
                  <a:schemeClr val="folHlink"/>
                </a:solidFill>
                <a:latin typeface="Courier New" pitchFamily="49" charset="0"/>
                <a:ea typeface="+mn-ea"/>
                <a:cs typeface="Courier New" pitchFamily="49" charset="0"/>
              </a:rPr>
              <a:t> </a:t>
            </a:r>
          </a:p>
          <a:p>
            <a:pPr marL="231775" indent="-231775" eaLnBrk="0" hangingPunct="0">
              <a:lnSpc>
                <a:spcPct val="80000"/>
              </a:lnSpc>
              <a:spcBef>
                <a:spcPct val="20000"/>
              </a:spcBef>
              <a:defRPr/>
            </a:pPr>
            <a:r>
              <a:rPr lang="en-US" sz="1800" dirty="0">
                <a:solidFill>
                  <a:schemeClr val="folHlink"/>
                </a:solidFill>
                <a:latin typeface="Courier New" pitchFamily="49" charset="0"/>
                <a:ea typeface="+mn-ea"/>
                <a:cs typeface="Courier New" pitchFamily="49" charset="0"/>
              </a:rPr>
              <a:t> </a:t>
            </a:r>
            <a:r>
              <a:rPr lang="en-US" sz="1800" dirty="0">
                <a:solidFill>
                  <a:schemeClr val="tx1"/>
                </a:solidFill>
                <a:latin typeface="Courier New" pitchFamily="49" charset="0"/>
                <a:ea typeface="+mn-ea"/>
                <a:cs typeface="Courier New" pitchFamily="49" charset="0"/>
              </a:rPr>
              <a:t>while</a:t>
            </a:r>
            <a:r>
              <a:rPr lang="en-US" sz="1800" dirty="0">
                <a:solidFill>
                  <a:schemeClr val="accent2"/>
                </a:solidFill>
                <a:latin typeface="Courier New" pitchFamily="49" charset="0"/>
                <a:ea typeface="+mn-ea"/>
                <a:cs typeface="Courier New" pitchFamily="49" charset="0"/>
              </a:rPr>
              <a:t> (flag[j] &amp;&amp; victim == </a:t>
            </a:r>
            <a:r>
              <a:rPr lang="en-US" sz="1800" dirty="0" err="1">
                <a:solidFill>
                  <a:schemeClr val="accent2"/>
                </a:solidFill>
                <a:latin typeface="Courier New" pitchFamily="49" charset="0"/>
                <a:ea typeface="+mn-ea"/>
                <a:cs typeface="Courier New" pitchFamily="49" charset="0"/>
              </a:rPr>
              <a:t>i</a:t>
            </a:r>
            <a:r>
              <a:rPr lang="en-US" sz="1800" dirty="0">
                <a:solidFill>
                  <a:schemeClr val="accent2"/>
                </a:solidFill>
                <a:latin typeface="Courier New" pitchFamily="49" charset="0"/>
                <a:ea typeface="+mn-ea"/>
                <a:cs typeface="Courier New" pitchFamily="49" charset="0"/>
              </a:rPr>
              <a:t>) {};</a:t>
            </a:r>
          </a:p>
          <a:p>
            <a:pPr marL="231775" indent="-231775" eaLnBrk="0" hangingPunct="0">
              <a:lnSpc>
                <a:spcPct val="80000"/>
              </a:lnSpc>
              <a:spcBef>
                <a:spcPct val="20000"/>
              </a:spcBef>
              <a:defRPr/>
            </a:pPr>
            <a:r>
              <a:rPr lang="en-US" sz="1800" dirty="0">
                <a:solidFill>
                  <a:schemeClr val="bg1">
                    <a:lumMod val="50000"/>
                  </a:schemeClr>
                </a:solidFill>
                <a:latin typeface="Courier New" pitchFamily="49" charset="0"/>
                <a:ea typeface="+mn-ea"/>
                <a:cs typeface="Courier New" pitchFamily="49" charset="0"/>
              </a:rPr>
              <a:t>}</a:t>
            </a:r>
          </a:p>
        </p:txBody>
      </p:sp>
      <p:sp>
        <p:nvSpPr>
          <p:cNvPr id="157703" name="Rounded Rectangle 8"/>
          <p:cNvSpPr>
            <a:spLocks noChangeArrowheads="1"/>
          </p:cNvSpPr>
          <p:nvPr/>
        </p:nvSpPr>
        <p:spPr bwMode="auto">
          <a:xfrm>
            <a:off x="2014538" y="4121150"/>
            <a:ext cx="4930775" cy="879475"/>
          </a:xfrm>
          <a:prstGeom prst="roundRect">
            <a:avLst>
              <a:gd name="adj" fmla="val 16667"/>
            </a:avLst>
          </a:prstGeom>
          <a:noFill/>
          <a:ln w="3810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en-US" dirty="0">
              <a:latin typeface="Arial" pitchFamily="34" charset="0"/>
            </a:endParaRPr>
          </a:p>
        </p:txBody>
      </p:sp>
    </p:spTree>
  </p:cSld>
  <p:clrMapOvr>
    <a:masterClrMapping/>
  </p:clrMapOvr>
  <p:transition spd="slow"/>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5" name="Footer Placeholder 3"/>
          <p:cNvSpPr txBox="1">
            <a:spLocks noGrp="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ctr"/>
            <a:r>
              <a:rPr lang="en-US" sz="1400" b="0">
                <a:solidFill>
                  <a:schemeClr val="tx1"/>
                </a:solidFill>
                <a:latin typeface="Arial" charset="0"/>
              </a:rPr>
              <a:t>Art of Multiprocessor Programming</a:t>
            </a:r>
          </a:p>
        </p:txBody>
      </p:sp>
      <p:sp>
        <p:nvSpPr>
          <p:cNvPr id="159746" name="Slide Number Placeholder 4"/>
          <p:cNvSpPr txBox="1">
            <a:spLocks noGrp="1"/>
          </p:cNvSpPr>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r"/>
            <a:fld id="{BB3539A6-E421-774E-8BD8-05BA4B6EEFD0}" type="slidenum">
              <a:rPr lang="ar-SA" sz="1400" b="0">
                <a:solidFill>
                  <a:schemeClr val="tx1"/>
                </a:solidFill>
                <a:latin typeface="Arial" charset="0"/>
                <a:cs typeface="Arial" charset="0"/>
              </a:rPr>
              <a:pPr algn="r"/>
              <a:t>71</a:t>
            </a:fld>
            <a:endParaRPr lang="en-US" sz="1400" b="0">
              <a:solidFill>
                <a:schemeClr val="tx1"/>
              </a:solidFill>
              <a:latin typeface="Arial" charset="0"/>
              <a:cs typeface="Arial" charset="0"/>
            </a:endParaRPr>
          </a:p>
        </p:txBody>
      </p:sp>
      <p:pic>
        <p:nvPicPr>
          <p:cNvPr id="159747" name="Picture 10"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9748" name="Rectangle 2"/>
          <p:cNvSpPr>
            <a:spLocks noGrp="1" noChangeArrowheads="1"/>
          </p:cNvSpPr>
          <p:nvPr>
            <p:ph type="title" idx="4294967295"/>
          </p:nvPr>
        </p:nvSpPr>
        <p:spPr/>
        <p:txBody>
          <a:bodyPr/>
          <a:lstStyle/>
          <a:p>
            <a:r>
              <a:rPr lang="en-US">
                <a:latin typeface="Arial" charset="0"/>
              </a:rPr>
              <a:t>Assumption</a:t>
            </a:r>
          </a:p>
        </p:txBody>
      </p:sp>
      <p:sp>
        <p:nvSpPr>
          <p:cNvPr id="159749" name="Text Box 4"/>
          <p:cNvSpPr txBox="1">
            <a:spLocks noChangeArrowheads="1"/>
          </p:cNvSpPr>
          <p:nvPr/>
        </p:nvSpPr>
        <p:spPr bwMode="auto">
          <a:xfrm>
            <a:off x="1100138" y="3468688"/>
            <a:ext cx="644207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ctr"/>
            <a:r>
              <a:rPr lang="en-US" sz="3200" b="0">
                <a:solidFill>
                  <a:schemeClr val="accent2"/>
                </a:solidFill>
                <a:latin typeface="Arial" charset="0"/>
              </a:rPr>
              <a:t>W.L.O.G. assume </a:t>
            </a:r>
            <a:r>
              <a:rPr lang="en-US" sz="3200" b="0">
                <a:solidFill>
                  <a:schemeClr val="tx1"/>
                </a:solidFill>
                <a:latin typeface="Arial" charset="0"/>
              </a:rPr>
              <a:t>A</a:t>
            </a:r>
            <a:r>
              <a:rPr lang="en-US" sz="3200" b="0">
                <a:solidFill>
                  <a:srgbClr val="FF0000"/>
                </a:solidFill>
                <a:latin typeface="Arial" charset="0"/>
              </a:rPr>
              <a:t> </a:t>
            </a:r>
            <a:r>
              <a:rPr lang="en-US" sz="3200" b="0">
                <a:solidFill>
                  <a:schemeClr val="accent2"/>
                </a:solidFill>
                <a:latin typeface="Arial" charset="0"/>
              </a:rPr>
              <a:t>is the last thread to write</a:t>
            </a:r>
            <a:r>
              <a:rPr lang="en-US" sz="3200" b="0">
                <a:latin typeface="Arial" charset="0"/>
              </a:rPr>
              <a:t> </a:t>
            </a:r>
            <a:r>
              <a:rPr lang="en-US" sz="3200">
                <a:solidFill>
                  <a:schemeClr val="tx1"/>
                </a:solidFill>
                <a:latin typeface="Arial" charset="0"/>
              </a:rPr>
              <a:t>victim</a:t>
            </a:r>
          </a:p>
        </p:txBody>
      </p:sp>
      <p:sp>
        <p:nvSpPr>
          <p:cNvPr id="159750" name="Rectangle 9"/>
          <p:cNvSpPr>
            <a:spLocks noChangeArrowheads="1"/>
          </p:cNvSpPr>
          <p:nvPr/>
        </p:nvSpPr>
        <p:spPr bwMode="auto">
          <a:xfrm>
            <a:off x="717550" y="2438400"/>
            <a:ext cx="76422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sz="3200" b="0">
                <a:solidFill>
                  <a:srgbClr val="FF0000"/>
                </a:solidFill>
                <a:latin typeface="Arial" charset="0"/>
              </a:rPr>
              <a:t>(3)</a:t>
            </a:r>
            <a:r>
              <a:rPr lang="en-US" sz="3200" b="0">
                <a:solidFill>
                  <a:schemeClr val="tx1"/>
                </a:solidFill>
                <a:latin typeface="Arial" charset="0"/>
              </a:rPr>
              <a:t> write</a:t>
            </a:r>
            <a:r>
              <a:rPr lang="en-US" sz="3200" b="0" baseline="-25000">
                <a:solidFill>
                  <a:schemeClr val="tx1"/>
                </a:solidFill>
                <a:latin typeface="Arial" charset="0"/>
              </a:rPr>
              <a:t>B</a:t>
            </a:r>
            <a:r>
              <a:rPr lang="en-US" sz="3200" b="0">
                <a:solidFill>
                  <a:schemeClr val="tx1"/>
                </a:solidFill>
                <a:latin typeface="Arial" charset="0"/>
              </a:rPr>
              <a:t>(victim=B)</a:t>
            </a:r>
            <a:r>
              <a:rPr lang="en-US" sz="3200" b="0">
                <a:solidFill>
                  <a:schemeClr val="tx1"/>
                </a:solidFill>
                <a:latin typeface="Arial" charset="0"/>
                <a:sym typeface="Wingdings" charset="0"/>
              </a:rPr>
              <a:t></a:t>
            </a:r>
            <a:r>
              <a:rPr lang="en-US" sz="3200" b="0">
                <a:solidFill>
                  <a:schemeClr val="tx1"/>
                </a:solidFill>
                <a:latin typeface="Arial" charset="0"/>
              </a:rPr>
              <a:t>write</a:t>
            </a:r>
            <a:r>
              <a:rPr lang="en-US" sz="3200" b="0" baseline="-25000">
                <a:solidFill>
                  <a:schemeClr val="tx1"/>
                </a:solidFill>
                <a:latin typeface="Arial" charset="0"/>
              </a:rPr>
              <a:t>A</a:t>
            </a:r>
            <a:r>
              <a:rPr lang="en-US" sz="3200" b="0">
                <a:solidFill>
                  <a:schemeClr val="tx1"/>
                </a:solidFill>
                <a:latin typeface="Arial" charset="0"/>
              </a:rPr>
              <a:t>(victim=A)</a:t>
            </a:r>
          </a:p>
        </p:txBody>
      </p:sp>
    </p:spTree>
  </p:cSld>
  <p:clrMapOvr>
    <a:masterClrMapping/>
  </p:clrMapOvr>
  <p:transition spd="slow"/>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3" name="Footer Placeholder 2"/>
          <p:cNvSpPr txBox="1">
            <a:spLocks noGrp="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ctr"/>
            <a:r>
              <a:rPr lang="en-US" sz="1400" b="0">
                <a:solidFill>
                  <a:schemeClr val="tx1"/>
                </a:solidFill>
                <a:latin typeface="Arial" charset="0"/>
              </a:rPr>
              <a:t>Art of Multiprocessor Programming</a:t>
            </a:r>
          </a:p>
        </p:txBody>
      </p:sp>
      <p:sp>
        <p:nvSpPr>
          <p:cNvPr id="161794" name="Slide Number Placeholder 3"/>
          <p:cNvSpPr txBox="1">
            <a:spLocks noGrp="1"/>
          </p:cNvSpPr>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r"/>
            <a:fld id="{89CD764B-8752-2645-84DD-2C54E273ADFD}" type="slidenum">
              <a:rPr lang="ar-SA" sz="1400" b="0">
                <a:solidFill>
                  <a:schemeClr val="tx1"/>
                </a:solidFill>
                <a:latin typeface="Arial" charset="0"/>
                <a:cs typeface="Arial" charset="0"/>
              </a:rPr>
              <a:pPr algn="r"/>
              <a:t>72</a:t>
            </a:fld>
            <a:endParaRPr lang="en-US" sz="1400" b="0">
              <a:solidFill>
                <a:schemeClr val="tx1"/>
              </a:solidFill>
              <a:latin typeface="Arial" charset="0"/>
              <a:cs typeface="Arial" charset="0"/>
            </a:endParaRPr>
          </a:p>
        </p:txBody>
      </p:sp>
      <p:pic>
        <p:nvPicPr>
          <p:cNvPr id="161795" name="Picture 2"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1796" name="Rectangle 3"/>
          <p:cNvSpPr>
            <a:spLocks noGrp="1" noChangeArrowheads="1"/>
          </p:cNvSpPr>
          <p:nvPr>
            <p:ph type="title" idx="4294967295"/>
          </p:nvPr>
        </p:nvSpPr>
        <p:spPr/>
        <p:txBody>
          <a:bodyPr/>
          <a:lstStyle/>
          <a:p>
            <a:r>
              <a:rPr lang="en-US">
                <a:latin typeface="Arial" charset="0"/>
              </a:rPr>
              <a:t>Combining Observations</a:t>
            </a:r>
          </a:p>
        </p:txBody>
      </p:sp>
      <p:sp>
        <p:nvSpPr>
          <p:cNvPr id="161797" name="Rectangle 4"/>
          <p:cNvSpPr>
            <a:spLocks noChangeArrowheads="1"/>
          </p:cNvSpPr>
          <p:nvPr/>
        </p:nvSpPr>
        <p:spPr bwMode="auto">
          <a:xfrm>
            <a:off x="476250" y="2174875"/>
            <a:ext cx="77755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sz="3200" b="0">
                <a:solidFill>
                  <a:srgbClr val="FF0000"/>
                </a:solidFill>
                <a:latin typeface="Arial" charset="0"/>
              </a:rPr>
              <a:t>(1)</a:t>
            </a:r>
            <a:r>
              <a:rPr lang="en-US" sz="3200" b="0">
                <a:solidFill>
                  <a:schemeClr val="tx1"/>
                </a:solidFill>
                <a:latin typeface="Arial" charset="0"/>
              </a:rPr>
              <a:t> write</a:t>
            </a:r>
            <a:r>
              <a:rPr lang="en-US" sz="3200" b="0" baseline="-25000">
                <a:solidFill>
                  <a:schemeClr val="tx1"/>
                </a:solidFill>
                <a:latin typeface="Arial" charset="0"/>
              </a:rPr>
              <a:t>B</a:t>
            </a:r>
            <a:r>
              <a:rPr lang="en-US" sz="3200" b="0">
                <a:solidFill>
                  <a:schemeClr val="tx1"/>
                </a:solidFill>
                <a:latin typeface="Arial" charset="0"/>
              </a:rPr>
              <a:t>(flag[B]=true)</a:t>
            </a:r>
            <a:r>
              <a:rPr lang="en-US" sz="3200" b="0">
                <a:solidFill>
                  <a:schemeClr val="tx1"/>
                </a:solidFill>
                <a:latin typeface="Arial" charset="0"/>
                <a:sym typeface="Wingdings" charset="0"/>
              </a:rPr>
              <a:t></a:t>
            </a:r>
            <a:r>
              <a:rPr lang="en-US" sz="3200" b="0">
                <a:solidFill>
                  <a:schemeClr val="tx1"/>
                </a:solidFill>
                <a:latin typeface="Arial" charset="0"/>
              </a:rPr>
              <a:t>write</a:t>
            </a:r>
            <a:r>
              <a:rPr lang="en-US" sz="3200" b="0" baseline="-25000">
                <a:solidFill>
                  <a:schemeClr val="tx1"/>
                </a:solidFill>
                <a:latin typeface="Arial" charset="0"/>
              </a:rPr>
              <a:t>B</a:t>
            </a:r>
            <a:r>
              <a:rPr lang="en-US" sz="3200" b="0">
                <a:solidFill>
                  <a:schemeClr val="tx1"/>
                </a:solidFill>
                <a:latin typeface="Arial" charset="0"/>
              </a:rPr>
              <a:t>(victim=B)</a:t>
            </a:r>
          </a:p>
        </p:txBody>
      </p:sp>
      <p:sp>
        <p:nvSpPr>
          <p:cNvPr id="161798" name="Rectangle 5"/>
          <p:cNvSpPr>
            <a:spLocks noChangeArrowheads="1"/>
          </p:cNvSpPr>
          <p:nvPr/>
        </p:nvSpPr>
        <p:spPr bwMode="auto">
          <a:xfrm>
            <a:off x="476250" y="2886075"/>
            <a:ext cx="95980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sz="3200" b="0">
                <a:solidFill>
                  <a:srgbClr val="FF0000"/>
                </a:solidFill>
                <a:latin typeface="Arial" charset="0"/>
              </a:rPr>
              <a:t>(3)</a:t>
            </a:r>
            <a:r>
              <a:rPr lang="en-US" sz="3200" b="0">
                <a:solidFill>
                  <a:schemeClr val="tx1"/>
                </a:solidFill>
                <a:latin typeface="Arial" charset="0"/>
              </a:rPr>
              <a:t> write</a:t>
            </a:r>
            <a:r>
              <a:rPr lang="en-US" sz="3200" b="0" baseline="-25000">
                <a:solidFill>
                  <a:schemeClr val="tx1"/>
                </a:solidFill>
                <a:latin typeface="Arial" charset="0"/>
              </a:rPr>
              <a:t>B</a:t>
            </a:r>
            <a:r>
              <a:rPr lang="en-US" sz="3200" b="0">
                <a:solidFill>
                  <a:schemeClr val="tx1"/>
                </a:solidFill>
                <a:latin typeface="Arial" charset="0"/>
              </a:rPr>
              <a:t>(victim=B)</a:t>
            </a:r>
            <a:r>
              <a:rPr lang="en-US" sz="3200" b="0">
                <a:solidFill>
                  <a:schemeClr val="tx1"/>
                </a:solidFill>
                <a:latin typeface="Arial" charset="0"/>
                <a:sym typeface="Wingdings" charset="0"/>
              </a:rPr>
              <a:t></a:t>
            </a:r>
            <a:r>
              <a:rPr lang="en-US" sz="3200" b="0">
                <a:solidFill>
                  <a:schemeClr val="tx1"/>
                </a:solidFill>
                <a:latin typeface="Arial" charset="0"/>
              </a:rPr>
              <a:t>write</a:t>
            </a:r>
            <a:r>
              <a:rPr lang="en-US" sz="3200" b="0" baseline="-25000">
                <a:solidFill>
                  <a:schemeClr val="tx1"/>
                </a:solidFill>
                <a:latin typeface="Arial" charset="0"/>
              </a:rPr>
              <a:t>A</a:t>
            </a:r>
            <a:r>
              <a:rPr lang="en-US" sz="3200" b="0">
                <a:solidFill>
                  <a:schemeClr val="tx1"/>
                </a:solidFill>
                <a:latin typeface="Arial" charset="0"/>
              </a:rPr>
              <a:t>(victim=A)</a:t>
            </a:r>
          </a:p>
        </p:txBody>
      </p:sp>
      <p:sp>
        <p:nvSpPr>
          <p:cNvPr id="161799" name="Rectangle 6"/>
          <p:cNvSpPr>
            <a:spLocks noChangeArrowheads="1"/>
          </p:cNvSpPr>
          <p:nvPr/>
        </p:nvSpPr>
        <p:spPr bwMode="auto">
          <a:xfrm>
            <a:off x="476250" y="3560763"/>
            <a:ext cx="6808788"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sz="3200" b="0">
                <a:solidFill>
                  <a:srgbClr val="FF0000"/>
                </a:solidFill>
                <a:latin typeface="Arial" charset="0"/>
              </a:rPr>
              <a:t>(2)</a:t>
            </a:r>
            <a:r>
              <a:rPr lang="en-US" sz="3200" b="0">
                <a:solidFill>
                  <a:schemeClr val="tx1"/>
                </a:solidFill>
                <a:latin typeface="Arial" charset="0"/>
              </a:rPr>
              <a:t> write</a:t>
            </a:r>
            <a:r>
              <a:rPr lang="en-US" sz="3200" b="0" baseline="-25000">
                <a:solidFill>
                  <a:schemeClr val="tx1"/>
                </a:solidFill>
                <a:latin typeface="Arial" charset="0"/>
              </a:rPr>
              <a:t>A</a:t>
            </a:r>
            <a:r>
              <a:rPr lang="en-US" sz="3200" b="0">
                <a:solidFill>
                  <a:schemeClr val="tx1"/>
                </a:solidFill>
                <a:latin typeface="Arial" charset="0"/>
              </a:rPr>
              <a:t>(victim=A)</a:t>
            </a:r>
            <a:r>
              <a:rPr lang="en-US" sz="3200" b="0">
                <a:solidFill>
                  <a:schemeClr val="tx1"/>
                </a:solidFill>
                <a:latin typeface="Arial" charset="0"/>
                <a:sym typeface="Wingdings" charset="0"/>
              </a:rPr>
              <a:t></a:t>
            </a:r>
            <a:r>
              <a:rPr lang="en-US" sz="3200" b="0">
                <a:solidFill>
                  <a:schemeClr val="tx1"/>
                </a:solidFill>
                <a:latin typeface="Arial" charset="0"/>
              </a:rPr>
              <a:t>read</a:t>
            </a:r>
            <a:r>
              <a:rPr lang="en-US" sz="3200" b="0" baseline="-25000">
                <a:solidFill>
                  <a:schemeClr val="tx1"/>
                </a:solidFill>
                <a:latin typeface="Arial" charset="0"/>
              </a:rPr>
              <a:t>A</a:t>
            </a:r>
            <a:r>
              <a:rPr lang="en-US" sz="3200" b="0">
                <a:solidFill>
                  <a:schemeClr val="tx1"/>
                </a:solidFill>
                <a:latin typeface="Arial" charset="0"/>
              </a:rPr>
              <a:t>(flag[B])</a:t>
            </a:r>
          </a:p>
          <a:p>
            <a:pPr eaLnBrk="0" hangingPunct="0"/>
            <a:r>
              <a:rPr lang="en-US" sz="3200" b="0">
                <a:solidFill>
                  <a:schemeClr val="tx1"/>
                </a:solidFill>
                <a:latin typeface="Arial" charset="0"/>
              </a:rPr>
              <a:t>    </a:t>
            </a:r>
            <a:r>
              <a:rPr lang="en-US" sz="3200" b="0">
                <a:solidFill>
                  <a:schemeClr val="tx1"/>
                </a:solidFill>
                <a:latin typeface="Arial" charset="0"/>
                <a:sym typeface="Wingdings" charset="0"/>
              </a:rPr>
              <a:t> </a:t>
            </a:r>
            <a:r>
              <a:rPr lang="en-US" sz="3200" b="0">
                <a:solidFill>
                  <a:schemeClr val="tx1"/>
                </a:solidFill>
                <a:latin typeface="Arial" charset="0"/>
              </a:rPr>
              <a:t>read</a:t>
            </a:r>
            <a:r>
              <a:rPr lang="en-US" sz="3200" b="0" baseline="-25000">
                <a:solidFill>
                  <a:schemeClr val="tx1"/>
                </a:solidFill>
                <a:latin typeface="Arial" charset="0"/>
              </a:rPr>
              <a:t>A</a:t>
            </a:r>
            <a:r>
              <a:rPr lang="en-US" sz="3200" b="0">
                <a:solidFill>
                  <a:schemeClr val="tx1"/>
                </a:solidFill>
                <a:latin typeface="Arial" charset="0"/>
              </a:rPr>
              <a:t>(victim)</a:t>
            </a:r>
          </a:p>
        </p:txBody>
      </p:sp>
    </p:spTree>
  </p:cSld>
  <p:clrMapOvr>
    <a:masterClrMapping/>
  </p:clrMapOvr>
  <p:transition spd="slow"/>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1" name="Footer Placeholder 2"/>
          <p:cNvSpPr txBox="1">
            <a:spLocks noGrp="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ctr"/>
            <a:r>
              <a:rPr lang="en-US" sz="1400" b="0">
                <a:solidFill>
                  <a:schemeClr val="tx1"/>
                </a:solidFill>
                <a:latin typeface="Arial" charset="0"/>
              </a:rPr>
              <a:t>Art of Multiprocessor Programming</a:t>
            </a:r>
          </a:p>
        </p:txBody>
      </p:sp>
      <p:sp>
        <p:nvSpPr>
          <p:cNvPr id="163842" name="Slide Number Placeholder 3"/>
          <p:cNvSpPr txBox="1">
            <a:spLocks noGrp="1"/>
          </p:cNvSpPr>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r"/>
            <a:fld id="{F3450A0E-F9D9-F34C-BF5A-CCA5EA8424B3}" type="slidenum">
              <a:rPr lang="ar-SA" sz="1400" b="0">
                <a:solidFill>
                  <a:schemeClr val="tx1"/>
                </a:solidFill>
                <a:latin typeface="Arial" charset="0"/>
                <a:cs typeface="Arial" charset="0"/>
              </a:rPr>
              <a:pPr algn="r"/>
              <a:t>73</a:t>
            </a:fld>
            <a:endParaRPr lang="en-US" sz="1400" b="0">
              <a:solidFill>
                <a:schemeClr val="tx1"/>
              </a:solidFill>
              <a:latin typeface="Arial" charset="0"/>
              <a:cs typeface="Arial" charset="0"/>
            </a:endParaRPr>
          </a:p>
        </p:txBody>
      </p:sp>
      <p:pic>
        <p:nvPicPr>
          <p:cNvPr id="163843" name="Picture 2"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44" name="Rectangle 3"/>
          <p:cNvSpPr>
            <a:spLocks noGrp="1" noChangeArrowheads="1"/>
          </p:cNvSpPr>
          <p:nvPr>
            <p:ph type="title" idx="4294967295"/>
          </p:nvPr>
        </p:nvSpPr>
        <p:spPr/>
        <p:txBody>
          <a:bodyPr/>
          <a:lstStyle/>
          <a:p>
            <a:r>
              <a:rPr lang="en-US">
                <a:latin typeface="Arial" charset="0"/>
              </a:rPr>
              <a:t>Combining Observations</a:t>
            </a:r>
          </a:p>
        </p:txBody>
      </p:sp>
      <p:sp>
        <p:nvSpPr>
          <p:cNvPr id="163845" name="Rectangle 4"/>
          <p:cNvSpPr>
            <a:spLocks noChangeArrowheads="1"/>
          </p:cNvSpPr>
          <p:nvPr/>
        </p:nvSpPr>
        <p:spPr bwMode="auto">
          <a:xfrm>
            <a:off x="476250" y="2174875"/>
            <a:ext cx="77755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sz="3200" b="0">
                <a:solidFill>
                  <a:srgbClr val="FF0000"/>
                </a:solidFill>
                <a:latin typeface="Arial" charset="0"/>
              </a:rPr>
              <a:t>(1)</a:t>
            </a:r>
            <a:r>
              <a:rPr lang="en-US" sz="3200" b="0">
                <a:solidFill>
                  <a:schemeClr val="tx1"/>
                </a:solidFill>
                <a:latin typeface="Arial" charset="0"/>
              </a:rPr>
              <a:t> write</a:t>
            </a:r>
            <a:r>
              <a:rPr lang="en-US" sz="3200" b="0" baseline="-25000">
                <a:solidFill>
                  <a:schemeClr val="tx1"/>
                </a:solidFill>
                <a:latin typeface="Arial" charset="0"/>
              </a:rPr>
              <a:t>B</a:t>
            </a:r>
            <a:r>
              <a:rPr lang="en-US" sz="3200" b="0">
                <a:solidFill>
                  <a:schemeClr val="tx1"/>
                </a:solidFill>
                <a:latin typeface="Arial" charset="0"/>
              </a:rPr>
              <a:t>(flag[B]=true)</a:t>
            </a:r>
            <a:r>
              <a:rPr lang="en-US" sz="3200" b="0">
                <a:solidFill>
                  <a:schemeClr val="tx1"/>
                </a:solidFill>
                <a:latin typeface="Arial" charset="0"/>
                <a:sym typeface="Wingdings" charset="0"/>
              </a:rPr>
              <a:t></a:t>
            </a:r>
            <a:r>
              <a:rPr lang="en-US" sz="3200" b="0">
                <a:solidFill>
                  <a:schemeClr val="tx1"/>
                </a:solidFill>
                <a:latin typeface="Arial" charset="0"/>
              </a:rPr>
              <a:t>write</a:t>
            </a:r>
            <a:r>
              <a:rPr lang="en-US" sz="3200" b="0" baseline="-25000">
                <a:solidFill>
                  <a:schemeClr val="tx1"/>
                </a:solidFill>
                <a:latin typeface="Arial" charset="0"/>
              </a:rPr>
              <a:t>B</a:t>
            </a:r>
            <a:r>
              <a:rPr lang="en-US" sz="3200" b="0">
                <a:solidFill>
                  <a:schemeClr val="tx1"/>
                </a:solidFill>
                <a:latin typeface="Arial" charset="0"/>
              </a:rPr>
              <a:t>(victim=B)</a:t>
            </a:r>
          </a:p>
        </p:txBody>
      </p:sp>
      <p:sp>
        <p:nvSpPr>
          <p:cNvPr id="163846" name="Rectangle 5"/>
          <p:cNvSpPr>
            <a:spLocks noChangeArrowheads="1"/>
          </p:cNvSpPr>
          <p:nvPr/>
        </p:nvSpPr>
        <p:spPr bwMode="auto">
          <a:xfrm>
            <a:off x="476250" y="2886075"/>
            <a:ext cx="95980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sz="3200" b="0">
                <a:solidFill>
                  <a:srgbClr val="FF0000"/>
                </a:solidFill>
                <a:latin typeface="Arial" charset="0"/>
              </a:rPr>
              <a:t>(3)</a:t>
            </a:r>
            <a:r>
              <a:rPr lang="en-US" sz="3200" b="0">
                <a:solidFill>
                  <a:schemeClr val="tx1"/>
                </a:solidFill>
                <a:latin typeface="Arial" charset="0"/>
              </a:rPr>
              <a:t> write</a:t>
            </a:r>
            <a:r>
              <a:rPr lang="en-US" sz="3200" b="0" baseline="-25000">
                <a:solidFill>
                  <a:schemeClr val="tx1"/>
                </a:solidFill>
                <a:latin typeface="Arial" charset="0"/>
              </a:rPr>
              <a:t>B</a:t>
            </a:r>
            <a:r>
              <a:rPr lang="en-US" sz="3200" b="0">
                <a:solidFill>
                  <a:schemeClr val="tx1"/>
                </a:solidFill>
                <a:latin typeface="Arial" charset="0"/>
              </a:rPr>
              <a:t>(victim=B)</a:t>
            </a:r>
            <a:r>
              <a:rPr lang="en-US" sz="3200" b="0">
                <a:solidFill>
                  <a:schemeClr val="tx1"/>
                </a:solidFill>
                <a:latin typeface="Arial" charset="0"/>
                <a:sym typeface="Wingdings" charset="0"/>
              </a:rPr>
              <a:t></a:t>
            </a:r>
            <a:r>
              <a:rPr lang="en-US" sz="3200" b="0">
                <a:solidFill>
                  <a:schemeClr val="tx1"/>
                </a:solidFill>
                <a:latin typeface="Arial" charset="0"/>
              </a:rPr>
              <a:t>write</a:t>
            </a:r>
            <a:r>
              <a:rPr lang="en-US" sz="3200" b="0" baseline="-25000">
                <a:solidFill>
                  <a:schemeClr val="tx1"/>
                </a:solidFill>
                <a:latin typeface="Arial" charset="0"/>
              </a:rPr>
              <a:t>A</a:t>
            </a:r>
            <a:r>
              <a:rPr lang="en-US" sz="3200" b="0">
                <a:solidFill>
                  <a:schemeClr val="tx1"/>
                </a:solidFill>
                <a:latin typeface="Arial" charset="0"/>
              </a:rPr>
              <a:t>(victim=A)</a:t>
            </a:r>
          </a:p>
        </p:txBody>
      </p:sp>
      <p:sp>
        <p:nvSpPr>
          <p:cNvPr id="163847" name="Rectangle 6"/>
          <p:cNvSpPr>
            <a:spLocks noChangeArrowheads="1"/>
          </p:cNvSpPr>
          <p:nvPr/>
        </p:nvSpPr>
        <p:spPr bwMode="auto">
          <a:xfrm>
            <a:off x="476250" y="3560763"/>
            <a:ext cx="6808788"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sz="3200" b="0">
                <a:solidFill>
                  <a:srgbClr val="FF0000"/>
                </a:solidFill>
                <a:latin typeface="Arial" charset="0"/>
              </a:rPr>
              <a:t>(2)</a:t>
            </a:r>
            <a:r>
              <a:rPr lang="en-US" sz="3200" b="0">
                <a:solidFill>
                  <a:schemeClr val="tx1"/>
                </a:solidFill>
                <a:latin typeface="Arial" charset="0"/>
              </a:rPr>
              <a:t> write</a:t>
            </a:r>
            <a:r>
              <a:rPr lang="en-US" sz="3200" b="0" baseline="-25000">
                <a:solidFill>
                  <a:schemeClr val="tx1"/>
                </a:solidFill>
                <a:latin typeface="Arial" charset="0"/>
              </a:rPr>
              <a:t>A</a:t>
            </a:r>
            <a:r>
              <a:rPr lang="en-US" sz="3200" b="0">
                <a:solidFill>
                  <a:schemeClr val="tx1"/>
                </a:solidFill>
                <a:latin typeface="Arial" charset="0"/>
              </a:rPr>
              <a:t>(victim=A)</a:t>
            </a:r>
            <a:r>
              <a:rPr lang="en-US" sz="3200" b="0">
                <a:solidFill>
                  <a:schemeClr val="tx1"/>
                </a:solidFill>
                <a:latin typeface="Arial" charset="0"/>
                <a:sym typeface="Wingdings" charset="0"/>
              </a:rPr>
              <a:t></a:t>
            </a:r>
            <a:r>
              <a:rPr lang="en-US" sz="3200" b="0">
                <a:solidFill>
                  <a:schemeClr val="tx1"/>
                </a:solidFill>
                <a:latin typeface="Arial" charset="0"/>
              </a:rPr>
              <a:t>read</a:t>
            </a:r>
            <a:r>
              <a:rPr lang="en-US" sz="3200" b="0" baseline="-25000">
                <a:solidFill>
                  <a:schemeClr val="tx1"/>
                </a:solidFill>
                <a:latin typeface="Arial" charset="0"/>
              </a:rPr>
              <a:t>A</a:t>
            </a:r>
            <a:r>
              <a:rPr lang="en-US" sz="3200" b="0">
                <a:solidFill>
                  <a:schemeClr val="tx1"/>
                </a:solidFill>
                <a:latin typeface="Arial" charset="0"/>
              </a:rPr>
              <a:t>(flag[B])</a:t>
            </a:r>
          </a:p>
          <a:p>
            <a:pPr eaLnBrk="0" hangingPunct="0"/>
            <a:r>
              <a:rPr lang="en-US" sz="3200" b="0">
                <a:solidFill>
                  <a:schemeClr val="tx1"/>
                </a:solidFill>
                <a:latin typeface="Arial" charset="0"/>
              </a:rPr>
              <a:t>    </a:t>
            </a:r>
            <a:r>
              <a:rPr lang="en-US" sz="3200" b="0">
                <a:solidFill>
                  <a:schemeClr val="tx1"/>
                </a:solidFill>
                <a:latin typeface="Arial" charset="0"/>
                <a:sym typeface="Wingdings" charset="0"/>
              </a:rPr>
              <a:t> </a:t>
            </a:r>
            <a:r>
              <a:rPr lang="en-US" sz="3200" b="0">
                <a:solidFill>
                  <a:schemeClr val="tx1"/>
                </a:solidFill>
                <a:latin typeface="Arial" charset="0"/>
              </a:rPr>
              <a:t>read</a:t>
            </a:r>
            <a:r>
              <a:rPr lang="en-US" sz="3200" b="0" baseline="-25000">
                <a:solidFill>
                  <a:schemeClr val="tx1"/>
                </a:solidFill>
                <a:latin typeface="Arial" charset="0"/>
              </a:rPr>
              <a:t>A</a:t>
            </a:r>
            <a:r>
              <a:rPr lang="en-US" sz="3200" b="0">
                <a:solidFill>
                  <a:schemeClr val="tx1"/>
                </a:solidFill>
                <a:latin typeface="Arial" charset="0"/>
              </a:rPr>
              <a:t>(victim)</a:t>
            </a:r>
          </a:p>
        </p:txBody>
      </p:sp>
      <p:sp>
        <p:nvSpPr>
          <p:cNvPr id="163848" name="Rectangle 8"/>
          <p:cNvSpPr>
            <a:spLocks noChangeArrowheads="1"/>
          </p:cNvSpPr>
          <p:nvPr/>
        </p:nvSpPr>
        <p:spPr bwMode="auto">
          <a:xfrm>
            <a:off x="4930775" y="2233613"/>
            <a:ext cx="3390900" cy="579437"/>
          </a:xfrm>
          <a:prstGeom prst="rect">
            <a:avLst/>
          </a:prstGeom>
          <a:solidFill>
            <a:schemeClr val="bg1"/>
          </a:solidFill>
          <a:ln>
            <a:noFill/>
          </a:ln>
          <a:extLst>
            <a:ext uri="{91240B29-F687-4F45-9708-019B960494DF}">
              <a14:hiddenLine xmlns:a14="http://schemas.microsoft.com/office/drawing/2010/main" w="9525">
                <a:solidFill>
                  <a:srgbClr val="000000"/>
                </a:solidFill>
                <a:round/>
                <a:headEnd/>
                <a:tailEnd type="triangle" w="med" len="med"/>
              </a14:hiddenLine>
            </a:ext>
          </a:extLst>
        </p:spPr>
        <p:txBody>
          <a:bodyPr wrap="none" anchor="ctr"/>
          <a:lstStyle/>
          <a:p>
            <a:pPr eaLnBrk="0" hangingPunct="0"/>
            <a:endParaRPr lang="en-US" dirty="0">
              <a:latin typeface="Arial" pitchFamily="34" charset="0"/>
            </a:endParaRPr>
          </a:p>
        </p:txBody>
      </p:sp>
      <p:sp>
        <p:nvSpPr>
          <p:cNvPr id="163849" name="Rectangle 9"/>
          <p:cNvSpPr>
            <a:spLocks noChangeArrowheads="1"/>
          </p:cNvSpPr>
          <p:nvPr/>
        </p:nvSpPr>
        <p:spPr bwMode="auto">
          <a:xfrm>
            <a:off x="4411663" y="2965450"/>
            <a:ext cx="3390900" cy="577850"/>
          </a:xfrm>
          <a:prstGeom prst="rect">
            <a:avLst/>
          </a:prstGeom>
          <a:solidFill>
            <a:schemeClr val="bg1"/>
          </a:solidFill>
          <a:ln>
            <a:noFill/>
          </a:ln>
          <a:extLst>
            <a:ext uri="{91240B29-F687-4F45-9708-019B960494DF}">
              <a14:hiddenLine xmlns:a14="http://schemas.microsoft.com/office/drawing/2010/main" w="9525">
                <a:solidFill>
                  <a:srgbClr val="000000"/>
                </a:solidFill>
                <a:round/>
                <a:headEnd/>
                <a:tailEnd type="triangle" w="med" len="med"/>
              </a14:hiddenLine>
            </a:ext>
          </a:extLst>
        </p:spPr>
        <p:txBody>
          <a:bodyPr wrap="none" anchor="ctr"/>
          <a:lstStyle/>
          <a:p>
            <a:pPr eaLnBrk="0" hangingPunct="0"/>
            <a:endParaRPr lang="en-US" dirty="0">
              <a:latin typeface="Arial" pitchFamily="34" charset="0"/>
            </a:endParaRPr>
          </a:p>
        </p:txBody>
      </p:sp>
    </p:spTree>
  </p:cSld>
  <p:clrMapOvr>
    <a:masterClrMapping/>
  </p:clrMapOvr>
  <p:transition spd="slow"/>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89" name="Footer Placeholder 2"/>
          <p:cNvSpPr txBox="1">
            <a:spLocks noGrp="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ctr"/>
            <a:r>
              <a:rPr lang="en-US" sz="1400" b="0">
                <a:solidFill>
                  <a:schemeClr val="tx1"/>
                </a:solidFill>
                <a:latin typeface="Arial" charset="0"/>
              </a:rPr>
              <a:t>Art of Multiprocessor Programming</a:t>
            </a:r>
          </a:p>
        </p:txBody>
      </p:sp>
      <p:sp>
        <p:nvSpPr>
          <p:cNvPr id="165890" name="Slide Number Placeholder 3"/>
          <p:cNvSpPr txBox="1">
            <a:spLocks noGrp="1"/>
          </p:cNvSpPr>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r"/>
            <a:fld id="{55F1F605-F117-F143-BEDC-8AF4A77ED88A}" type="slidenum">
              <a:rPr lang="ar-SA" sz="1400" b="0">
                <a:solidFill>
                  <a:schemeClr val="tx1"/>
                </a:solidFill>
                <a:latin typeface="Arial" charset="0"/>
                <a:cs typeface="Arial" charset="0"/>
              </a:rPr>
              <a:pPr algn="r"/>
              <a:t>74</a:t>
            </a:fld>
            <a:endParaRPr lang="en-US" sz="1400" b="0">
              <a:solidFill>
                <a:schemeClr val="tx1"/>
              </a:solidFill>
              <a:latin typeface="Arial" charset="0"/>
              <a:cs typeface="Arial" charset="0"/>
            </a:endParaRPr>
          </a:p>
        </p:txBody>
      </p:sp>
      <p:pic>
        <p:nvPicPr>
          <p:cNvPr id="165891" name="Picture 2"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5892" name="Rectangle 3"/>
          <p:cNvSpPr>
            <a:spLocks noGrp="1" noChangeArrowheads="1"/>
          </p:cNvSpPr>
          <p:nvPr>
            <p:ph type="title" idx="4294967295"/>
          </p:nvPr>
        </p:nvSpPr>
        <p:spPr/>
        <p:txBody>
          <a:bodyPr/>
          <a:lstStyle/>
          <a:p>
            <a:r>
              <a:rPr lang="en-US">
                <a:latin typeface="Arial" charset="0"/>
              </a:rPr>
              <a:t>Combining Observations</a:t>
            </a:r>
          </a:p>
        </p:txBody>
      </p:sp>
      <p:sp>
        <p:nvSpPr>
          <p:cNvPr id="165893" name="Rectangle 4"/>
          <p:cNvSpPr>
            <a:spLocks noChangeArrowheads="1"/>
          </p:cNvSpPr>
          <p:nvPr/>
        </p:nvSpPr>
        <p:spPr bwMode="auto">
          <a:xfrm>
            <a:off x="476250" y="2174875"/>
            <a:ext cx="77755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sz="3200" b="0">
                <a:solidFill>
                  <a:srgbClr val="FF0000"/>
                </a:solidFill>
                <a:latin typeface="Arial" charset="0"/>
              </a:rPr>
              <a:t>(1)</a:t>
            </a:r>
            <a:r>
              <a:rPr lang="en-US" sz="3200" b="0">
                <a:solidFill>
                  <a:schemeClr val="tx1"/>
                </a:solidFill>
                <a:latin typeface="Arial" charset="0"/>
              </a:rPr>
              <a:t> write</a:t>
            </a:r>
            <a:r>
              <a:rPr lang="en-US" sz="3200" b="0" baseline="-25000">
                <a:solidFill>
                  <a:schemeClr val="tx1"/>
                </a:solidFill>
                <a:latin typeface="Arial" charset="0"/>
              </a:rPr>
              <a:t>B</a:t>
            </a:r>
            <a:r>
              <a:rPr lang="en-US" sz="3200" b="0">
                <a:solidFill>
                  <a:schemeClr val="tx1"/>
                </a:solidFill>
                <a:latin typeface="Arial" charset="0"/>
              </a:rPr>
              <a:t>(flag[B]=true)</a:t>
            </a:r>
            <a:r>
              <a:rPr lang="en-US" sz="3200" b="0">
                <a:solidFill>
                  <a:schemeClr val="tx1"/>
                </a:solidFill>
                <a:latin typeface="Arial" charset="0"/>
                <a:sym typeface="Wingdings" charset="0"/>
              </a:rPr>
              <a:t></a:t>
            </a:r>
            <a:r>
              <a:rPr lang="en-US" sz="3200" b="0">
                <a:solidFill>
                  <a:schemeClr val="tx1"/>
                </a:solidFill>
                <a:latin typeface="Arial" charset="0"/>
              </a:rPr>
              <a:t>write</a:t>
            </a:r>
            <a:r>
              <a:rPr lang="en-US" sz="3200" b="0" baseline="-25000">
                <a:solidFill>
                  <a:schemeClr val="tx1"/>
                </a:solidFill>
                <a:latin typeface="Arial" charset="0"/>
              </a:rPr>
              <a:t>B</a:t>
            </a:r>
            <a:r>
              <a:rPr lang="en-US" sz="3200" b="0">
                <a:solidFill>
                  <a:schemeClr val="tx1"/>
                </a:solidFill>
                <a:latin typeface="Arial" charset="0"/>
              </a:rPr>
              <a:t>(victim=B)</a:t>
            </a:r>
          </a:p>
        </p:txBody>
      </p:sp>
      <p:sp>
        <p:nvSpPr>
          <p:cNvPr id="165894" name="Rectangle 5"/>
          <p:cNvSpPr>
            <a:spLocks noChangeArrowheads="1"/>
          </p:cNvSpPr>
          <p:nvPr/>
        </p:nvSpPr>
        <p:spPr bwMode="auto">
          <a:xfrm>
            <a:off x="476250" y="2886075"/>
            <a:ext cx="95980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sz="3200" b="0">
                <a:solidFill>
                  <a:srgbClr val="FF0000"/>
                </a:solidFill>
                <a:latin typeface="Arial" charset="0"/>
              </a:rPr>
              <a:t>(3)</a:t>
            </a:r>
            <a:r>
              <a:rPr lang="en-US" sz="3200" b="0">
                <a:solidFill>
                  <a:schemeClr val="tx1"/>
                </a:solidFill>
                <a:latin typeface="Arial" charset="0"/>
              </a:rPr>
              <a:t> write</a:t>
            </a:r>
            <a:r>
              <a:rPr lang="en-US" sz="3200" b="0" baseline="-25000">
                <a:solidFill>
                  <a:schemeClr val="tx1"/>
                </a:solidFill>
                <a:latin typeface="Arial" charset="0"/>
              </a:rPr>
              <a:t>B</a:t>
            </a:r>
            <a:r>
              <a:rPr lang="en-US" sz="3200" b="0">
                <a:solidFill>
                  <a:schemeClr val="tx1"/>
                </a:solidFill>
                <a:latin typeface="Arial" charset="0"/>
              </a:rPr>
              <a:t>(victim=B)</a:t>
            </a:r>
            <a:r>
              <a:rPr lang="en-US" sz="3200" b="0">
                <a:solidFill>
                  <a:schemeClr val="tx1"/>
                </a:solidFill>
                <a:latin typeface="Arial" charset="0"/>
                <a:sym typeface="Wingdings" charset="0"/>
              </a:rPr>
              <a:t></a:t>
            </a:r>
            <a:r>
              <a:rPr lang="en-US" sz="3200" b="0">
                <a:solidFill>
                  <a:schemeClr val="tx1"/>
                </a:solidFill>
                <a:latin typeface="Arial" charset="0"/>
              </a:rPr>
              <a:t>write</a:t>
            </a:r>
            <a:r>
              <a:rPr lang="en-US" sz="3200" b="0" baseline="-25000">
                <a:solidFill>
                  <a:schemeClr val="tx1"/>
                </a:solidFill>
                <a:latin typeface="Arial" charset="0"/>
              </a:rPr>
              <a:t>A</a:t>
            </a:r>
            <a:r>
              <a:rPr lang="en-US" sz="3200" b="0">
                <a:solidFill>
                  <a:schemeClr val="tx1"/>
                </a:solidFill>
                <a:latin typeface="Arial" charset="0"/>
              </a:rPr>
              <a:t>(victim=A)</a:t>
            </a:r>
          </a:p>
        </p:txBody>
      </p:sp>
      <p:sp>
        <p:nvSpPr>
          <p:cNvPr id="165895" name="Rectangle 6"/>
          <p:cNvSpPr>
            <a:spLocks noChangeArrowheads="1"/>
          </p:cNvSpPr>
          <p:nvPr/>
        </p:nvSpPr>
        <p:spPr bwMode="auto">
          <a:xfrm>
            <a:off x="476250" y="3560763"/>
            <a:ext cx="6808788"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sz="3200" b="0">
                <a:solidFill>
                  <a:srgbClr val="FF0000"/>
                </a:solidFill>
                <a:latin typeface="Arial" charset="0"/>
              </a:rPr>
              <a:t>(2)</a:t>
            </a:r>
            <a:r>
              <a:rPr lang="en-US" sz="3200" b="0">
                <a:solidFill>
                  <a:schemeClr val="tx1"/>
                </a:solidFill>
                <a:latin typeface="Arial" charset="0"/>
              </a:rPr>
              <a:t> write</a:t>
            </a:r>
            <a:r>
              <a:rPr lang="en-US" sz="3200" b="0" baseline="-25000">
                <a:solidFill>
                  <a:schemeClr val="tx1"/>
                </a:solidFill>
                <a:latin typeface="Arial" charset="0"/>
              </a:rPr>
              <a:t>A</a:t>
            </a:r>
            <a:r>
              <a:rPr lang="en-US" sz="3200" b="0">
                <a:solidFill>
                  <a:schemeClr val="tx1"/>
                </a:solidFill>
                <a:latin typeface="Arial" charset="0"/>
              </a:rPr>
              <a:t>(victim=A)</a:t>
            </a:r>
            <a:r>
              <a:rPr lang="en-US" sz="3200" b="0">
                <a:solidFill>
                  <a:schemeClr val="tx1"/>
                </a:solidFill>
                <a:latin typeface="Arial" charset="0"/>
                <a:sym typeface="Wingdings" charset="0"/>
              </a:rPr>
              <a:t></a:t>
            </a:r>
            <a:r>
              <a:rPr lang="en-US" sz="3200" b="0">
                <a:solidFill>
                  <a:schemeClr val="tx1"/>
                </a:solidFill>
                <a:latin typeface="Arial" charset="0"/>
              </a:rPr>
              <a:t>read</a:t>
            </a:r>
            <a:r>
              <a:rPr lang="en-US" sz="3200" b="0" baseline="-25000">
                <a:solidFill>
                  <a:schemeClr val="tx1"/>
                </a:solidFill>
                <a:latin typeface="Arial" charset="0"/>
              </a:rPr>
              <a:t>A</a:t>
            </a:r>
            <a:r>
              <a:rPr lang="en-US" sz="3200" b="0">
                <a:solidFill>
                  <a:schemeClr val="tx1"/>
                </a:solidFill>
                <a:latin typeface="Arial" charset="0"/>
              </a:rPr>
              <a:t>(flag[B])</a:t>
            </a:r>
          </a:p>
          <a:p>
            <a:pPr eaLnBrk="0" hangingPunct="0"/>
            <a:r>
              <a:rPr lang="en-US" sz="3200" b="0">
                <a:solidFill>
                  <a:schemeClr val="tx1"/>
                </a:solidFill>
                <a:latin typeface="Arial" charset="0"/>
              </a:rPr>
              <a:t>    </a:t>
            </a:r>
            <a:r>
              <a:rPr lang="en-US" sz="3200" b="0">
                <a:solidFill>
                  <a:schemeClr val="tx1"/>
                </a:solidFill>
                <a:latin typeface="Arial" charset="0"/>
                <a:sym typeface="Wingdings" charset="0"/>
              </a:rPr>
              <a:t> </a:t>
            </a:r>
            <a:r>
              <a:rPr lang="en-US" sz="3200" b="0">
                <a:solidFill>
                  <a:schemeClr val="tx1"/>
                </a:solidFill>
                <a:latin typeface="Arial" charset="0"/>
              </a:rPr>
              <a:t>read</a:t>
            </a:r>
            <a:r>
              <a:rPr lang="en-US" sz="3200" b="0" baseline="-25000">
                <a:solidFill>
                  <a:schemeClr val="tx1"/>
                </a:solidFill>
                <a:latin typeface="Arial" charset="0"/>
              </a:rPr>
              <a:t>A</a:t>
            </a:r>
            <a:r>
              <a:rPr lang="en-US" sz="3200" b="0">
                <a:solidFill>
                  <a:schemeClr val="tx1"/>
                </a:solidFill>
                <a:latin typeface="Arial" charset="0"/>
              </a:rPr>
              <a:t>(victim)</a:t>
            </a:r>
          </a:p>
        </p:txBody>
      </p:sp>
      <p:sp>
        <p:nvSpPr>
          <p:cNvPr id="165896" name="AutoShape 12"/>
          <p:cNvSpPr>
            <a:spLocks noChangeArrowheads="1"/>
          </p:cNvSpPr>
          <p:nvPr/>
        </p:nvSpPr>
        <p:spPr bwMode="auto">
          <a:xfrm>
            <a:off x="4281488" y="3527425"/>
            <a:ext cx="3338512" cy="646113"/>
          </a:xfrm>
          <a:prstGeom prst="wedgeRoundRectCallout">
            <a:avLst>
              <a:gd name="adj1" fmla="val -44477"/>
              <a:gd name="adj2" fmla="val 225009"/>
              <a:gd name="adj3" fmla="val 16667"/>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eaLnBrk="0" hangingPunct="0"/>
            <a:endParaRPr lang="en-US" sz="3200" b="0">
              <a:latin typeface="Arial" charset="0"/>
            </a:endParaRPr>
          </a:p>
        </p:txBody>
      </p:sp>
      <p:sp>
        <p:nvSpPr>
          <p:cNvPr id="165897" name="Text Box 13"/>
          <p:cNvSpPr txBox="1">
            <a:spLocks noChangeArrowheads="1"/>
          </p:cNvSpPr>
          <p:nvPr/>
        </p:nvSpPr>
        <p:spPr bwMode="auto">
          <a:xfrm>
            <a:off x="1843088" y="5321300"/>
            <a:ext cx="7300912"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2800" b="0">
                <a:solidFill>
                  <a:schemeClr val="tx1"/>
                </a:solidFill>
                <a:latin typeface="Arial" charset="0"/>
              </a:rPr>
              <a:t>A</a:t>
            </a:r>
            <a:r>
              <a:rPr lang="en-US" sz="2800" b="0">
                <a:latin typeface="Arial" charset="0"/>
              </a:rPr>
              <a:t> read </a:t>
            </a:r>
            <a:r>
              <a:rPr lang="en-US" sz="2800" b="0">
                <a:solidFill>
                  <a:schemeClr val="tx1"/>
                </a:solidFill>
                <a:latin typeface="Arial" charset="0"/>
              </a:rPr>
              <a:t>flag[B] == true </a:t>
            </a:r>
            <a:r>
              <a:rPr lang="en-US" sz="2800" b="0">
                <a:latin typeface="Arial" charset="0"/>
              </a:rPr>
              <a:t>and </a:t>
            </a:r>
            <a:r>
              <a:rPr lang="en-US" sz="2800" b="0">
                <a:solidFill>
                  <a:schemeClr val="tx1"/>
                </a:solidFill>
                <a:latin typeface="Arial" charset="0"/>
              </a:rPr>
              <a:t>victim == A</a:t>
            </a:r>
            <a:r>
              <a:rPr lang="en-US" sz="2800" b="0">
                <a:latin typeface="Arial" charset="0"/>
              </a:rPr>
              <a:t>, so it could not have entered the CS  (</a:t>
            </a:r>
            <a:r>
              <a:rPr lang="en-US" sz="2800">
                <a:latin typeface="Arial" charset="0"/>
              </a:rPr>
              <a:t>QED)</a:t>
            </a:r>
          </a:p>
        </p:txBody>
      </p:sp>
      <p:sp>
        <p:nvSpPr>
          <p:cNvPr id="165898" name="AutoShape 12"/>
          <p:cNvSpPr>
            <a:spLocks noChangeArrowheads="1"/>
          </p:cNvSpPr>
          <p:nvPr/>
        </p:nvSpPr>
        <p:spPr bwMode="auto">
          <a:xfrm>
            <a:off x="1001713" y="4056063"/>
            <a:ext cx="3251200" cy="647700"/>
          </a:xfrm>
          <a:prstGeom prst="wedgeRoundRectCallout">
            <a:avLst>
              <a:gd name="adj1" fmla="val -1662"/>
              <a:gd name="adj2" fmla="val 139472"/>
              <a:gd name="adj3" fmla="val 16667"/>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eaLnBrk="0" hangingPunct="0"/>
            <a:endParaRPr lang="en-US" sz="3200" b="0">
              <a:latin typeface="Arial" charset="0"/>
            </a:endParaRPr>
          </a:p>
        </p:txBody>
      </p:sp>
      <p:sp>
        <p:nvSpPr>
          <p:cNvPr id="165899" name="Rectangle 12"/>
          <p:cNvSpPr>
            <a:spLocks noChangeArrowheads="1"/>
          </p:cNvSpPr>
          <p:nvPr/>
        </p:nvSpPr>
        <p:spPr bwMode="auto">
          <a:xfrm>
            <a:off x="4930775" y="2233613"/>
            <a:ext cx="3390900" cy="579437"/>
          </a:xfrm>
          <a:prstGeom prst="rect">
            <a:avLst/>
          </a:prstGeom>
          <a:solidFill>
            <a:schemeClr val="bg1"/>
          </a:solidFill>
          <a:ln>
            <a:noFill/>
          </a:ln>
          <a:extLst>
            <a:ext uri="{91240B29-F687-4F45-9708-019B960494DF}">
              <a14:hiddenLine xmlns:a14="http://schemas.microsoft.com/office/drawing/2010/main" w="9525">
                <a:solidFill>
                  <a:srgbClr val="000000"/>
                </a:solidFill>
                <a:round/>
                <a:headEnd/>
                <a:tailEnd type="triangle" w="med" len="med"/>
              </a14:hiddenLine>
            </a:ext>
          </a:extLst>
        </p:spPr>
        <p:txBody>
          <a:bodyPr wrap="none" anchor="ctr"/>
          <a:lstStyle/>
          <a:p>
            <a:pPr eaLnBrk="0" hangingPunct="0"/>
            <a:endParaRPr lang="en-US" dirty="0">
              <a:latin typeface="Arial" pitchFamily="34" charset="0"/>
            </a:endParaRPr>
          </a:p>
        </p:txBody>
      </p:sp>
      <p:sp>
        <p:nvSpPr>
          <p:cNvPr id="165900" name="Rectangle 14"/>
          <p:cNvSpPr>
            <a:spLocks noChangeArrowheads="1"/>
          </p:cNvSpPr>
          <p:nvPr/>
        </p:nvSpPr>
        <p:spPr bwMode="auto">
          <a:xfrm>
            <a:off x="4411663" y="2906713"/>
            <a:ext cx="3390900" cy="579437"/>
          </a:xfrm>
          <a:prstGeom prst="rect">
            <a:avLst/>
          </a:prstGeom>
          <a:solidFill>
            <a:schemeClr val="bg1"/>
          </a:solidFill>
          <a:ln>
            <a:noFill/>
          </a:ln>
          <a:extLst>
            <a:ext uri="{91240B29-F687-4F45-9708-019B960494DF}">
              <a14:hiddenLine xmlns:a14="http://schemas.microsoft.com/office/drawing/2010/main" w="9525">
                <a:solidFill>
                  <a:srgbClr val="000000"/>
                </a:solidFill>
                <a:round/>
                <a:headEnd/>
                <a:tailEnd type="triangle" w="med" len="med"/>
              </a14:hiddenLine>
            </a:ext>
          </a:extLst>
        </p:spPr>
        <p:txBody>
          <a:bodyPr wrap="none" anchor="ctr"/>
          <a:lstStyle/>
          <a:p>
            <a:pPr eaLnBrk="0" hangingPunct="0"/>
            <a:endParaRPr lang="en-US" dirty="0">
              <a:latin typeface="Arial" pitchFamily="34" charset="0"/>
            </a:endParaRPr>
          </a:p>
        </p:txBody>
      </p:sp>
    </p:spTree>
  </p:cSld>
  <p:clrMapOvr>
    <a:masterClrMapping/>
  </p:clrMapOvr>
  <p:transition spd="slow"/>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7" name="Footer Placeholder 3"/>
          <p:cNvSpPr txBox="1">
            <a:spLocks noGrp="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ctr"/>
            <a:r>
              <a:rPr lang="en-US" sz="1400" b="0">
                <a:solidFill>
                  <a:schemeClr val="tx1"/>
                </a:solidFill>
                <a:latin typeface="Arial" charset="0"/>
              </a:rPr>
              <a:t>Art of Multiprocessor Programming</a:t>
            </a:r>
          </a:p>
        </p:txBody>
      </p:sp>
      <p:sp>
        <p:nvSpPr>
          <p:cNvPr id="167938" name="Slide Number Placeholder 4"/>
          <p:cNvSpPr txBox="1">
            <a:spLocks noGrp="1"/>
          </p:cNvSpPr>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r"/>
            <a:fld id="{CFD65E16-90B3-784E-B037-A20EB89BE7B0}" type="slidenum">
              <a:rPr lang="ar-SA" sz="1400" b="0">
                <a:solidFill>
                  <a:schemeClr val="tx1"/>
                </a:solidFill>
                <a:latin typeface="Arial" charset="0"/>
                <a:cs typeface="Arial" charset="0"/>
              </a:rPr>
              <a:pPr algn="r"/>
              <a:t>75</a:t>
            </a:fld>
            <a:endParaRPr lang="en-US" sz="1400" b="0">
              <a:solidFill>
                <a:schemeClr val="tx1"/>
              </a:solidFill>
              <a:latin typeface="Arial" charset="0"/>
              <a:cs typeface="Arial" charset="0"/>
            </a:endParaRPr>
          </a:p>
        </p:txBody>
      </p:sp>
      <p:pic>
        <p:nvPicPr>
          <p:cNvPr id="167939" name="Picture 5"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7940" name="Rectangle 2"/>
          <p:cNvSpPr>
            <a:spLocks noGrp="1" noChangeArrowheads="1"/>
          </p:cNvSpPr>
          <p:nvPr>
            <p:ph type="title" idx="4294967295"/>
          </p:nvPr>
        </p:nvSpPr>
        <p:spPr>
          <a:xfrm>
            <a:off x="655638" y="500063"/>
            <a:ext cx="7772400" cy="1143000"/>
          </a:xfrm>
        </p:spPr>
        <p:txBody>
          <a:bodyPr/>
          <a:lstStyle/>
          <a:p>
            <a:r>
              <a:rPr lang="en-US">
                <a:latin typeface="Arial" charset="0"/>
              </a:rPr>
              <a:t>Deadlock Free</a:t>
            </a:r>
          </a:p>
        </p:txBody>
      </p:sp>
      <p:sp>
        <p:nvSpPr>
          <p:cNvPr id="167941" name="Rectangle 3"/>
          <p:cNvSpPr>
            <a:spLocks noGrp="1" noChangeArrowheads="1"/>
          </p:cNvSpPr>
          <p:nvPr>
            <p:ph type="body" idx="4294967295"/>
          </p:nvPr>
        </p:nvSpPr>
        <p:spPr>
          <a:xfrm>
            <a:off x="685800" y="3103563"/>
            <a:ext cx="7772400" cy="2243137"/>
          </a:xfrm>
        </p:spPr>
        <p:txBody>
          <a:bodyPr/>
          <a:lstStyle/>
          <a:p>
            <a:pPr>
              <a:lnSpc>
                <a:spcPct val="90000"/>
              </a:lnSpc>
            </a:pPr>
            <a:r>
              <a:rPr lang="en-US" sz="2800" dirty="0">
                <a:latin typeface="Arial" charset="0"/>
              </a:rPr>
              <a:t>Thread blocked </a:t>
            </a:r>
          </a:p>
          <a:p>
            <a:pPr lvl="1">
              <a:lnSpc>
                <a:spcPct val="90000"/>
              </a:lnSpc>
            </a:pPr>
            <a:r>
              <a:rPr lang="en-US" sz="2400" dirty="0">
                <a:latin typeface="Arial" charset="0"/>
                <a:cs typeface="Arial" charset="0"/>
              </a:rPr>
              <a:t>only at </a:t>
            </a:r>
            <a:r>
              <a:rPr lang="en-US" sz="2400" b="1" dirty="0">
                <a:solidFill>
                  <a:schemeClr val="tx1"/>
                </a:solidFill>
                <a:latin typeface="Courier New" charset="0"/>
                <a:cs typeface="Arial" charset="0"/>
              </a:rPr>
              <a:t>while</a:t>
            </a:r>
            <a:r>
              <a:rPr lang="en-US" sz="2400" dirty="0">
                <a:latin typeface="Arial" charset="0"/>
                <a:cs typeface="Arial" charset="0"/>
              </a:rPr>
              <a:t> loop</a:t>
            </a:r>
          </a:p>
          <a:p>
            <a:pPr lvl="1">
              <a:lnSpc>
                <a:spcPct val="90000"/>
              </a:lnSpc>
            </a:pPr>
            <a:r>
              <a:rPr lang="en-US" sz="2400" dirty="0">
                <a:latin typeface="Arial" charset="0"/>
                <a:cs typeface="Arial" charset="0"/>
              </a:rPr>
              <a:t>only if other</a:t>
            </a:r>
            <a:r>
              <a:rPr lang="fr-FR" altLang="ja-JP" sz="2400" dirty="0">
                <a:latin typeface="Arial" charset="0"/>
                <a:cs typeface="Arial" charset="0"/>
              </a:rPr>
              <a:t>'</a:t>
            </a:r>
            <a:r>
              <a:rPr lang="en-US" altLang="ja-JP" sz="2400" dirty="0">
                <a:latin typeface="Arial" charset="0"/>
                <a:cs typeface="Arial" charset="0"/>
              </a:rPr>
              <a:t>s flag is </a:t>
            </a:r>
            <a:r>
              <a:rPr lang="en-US" altLang="ja-JP" sz="2400" dirty="0">
                <a:solidFill>
                  <a:schemeClr val="tx1"/>
                </a:solidFill>
                <a:latin typeface="Arial" charset="0"/>
                <a:cs typeface="Arial" charset="0"/>
              </a:rPr>
              <a:t>true</a:t>
            </a:r>
          </a:p>
          <a:p>
            <a:pPr lvl="1">
              <a:lnSpc>
                <a:spcPct val="90000"/>
              </a:lnSpc>
            </a:pPr>
            <a:r>
              <a:rPr lang="en-US" sz="2400" dirty="0">
                <a:latin typeface="Arial" charset="0"/>
                <a:cs typeface="Arial" charset="0"/>
              </a:rPr>
              <a:t>only if it is the </a:t>
            </a:r>
            <a:r>
              <a:rPr lang="en-US" sz="2400" dirty="0">
                <a:solidFill>
                  <a:schemeClr val="tx1"/>
                </a:solidFill>
                <a:latin typeface="Arial" charset="0"/>
                <a:cs typeface="Arial" charset="0"/>
              </a:rPr>
              <a:t>victim</a:t>
            </a:r>
          </a:p>
          <a:p>
            <a:pPr>
              <a:lnSpc>
                <a:spcPct val="90000"/>
              </a:lnSpc>
            </a:pPr>
            <a:r>
              <a:rPr lang="en-US" sz="2800" dirty="0">
                <a:latin typeface="Arial" charset="0"/>
              </a:rPr>
              <a:t>Solo: other</a:t>
            </a:r>
            <a:r>
              <a:rPr lang="fr-FR" altLang="ja-JP" sz="2800" dirty="0">
                <a:latin typeface="Arial" charset="0"/>
              </a:rPr>
              <a:t>'</a:t>
            </a:r>
            <a:r>
              <a:rPr lang="en-US" altLang="ja-JP" sz="2800" dirty="0">
                <a:latin typeface="Arial" charset="0"/>
              </a:rPr>
              <a:t>s flag is </a:t>
            </a:r>
            <a:r>
              <a:rPr lang="en-US" altLang="ja-JP" sz="2800" dirty="0">
                <a:solidFill>
                  <a:schemeClr val="tx1"/>
                </a:solidFill>
                <a:latin typeface="Arial" charset="0"/>
              </a:rPr>
              <a:t>false</a:t>
            </a:r>
            <a:endParaRPr lang="en-US" altLang="ja-JP" sz="2800" b="1" dirty="0">
              <a:solidFill>
                <a:schemeClr val="tx1"/>
              </a:solidFill>
              <a:latin typeface="Arial" charset="0"/>
            </a:endParaRPr>
          </a:p>
          <a:p>
            <a:pPr>
              <a:lnSpc>
                <a:spcPct val="90000"/>
              </a:lnSpc>
            </a:pPr>
            <a:r>
              <a:rPr lang="en-US" sz="2800" dirty="0">
                <a:latin typeface="Arial" charset="0"/>
              </a:rPr>
              <a:t>Both: one or the other not the victim</a:t>
            </a:r>
          </a:p>
        </p:txBody>
      </p:sp>
      <p:sp>
        <p:nvSpPr>
          <p:cNvPr id="167942" name="Rectangle 4"/>
          <p:cNvSpPr>
            <a:spLocks noChangeArrowheads="1"/>
          </p:cNvSpPr>
          <p:nvPr/>
        </p:nvSpPr>
        <p:spPr bwMode="auto">
          <a:xfrm>
            <a:off x="1487488" y="1800225"/>
            <a:ext cx="5930900" cy="969963"/>
          </a:xfrm>
          <a:prstGeom prst="rect">
            <a:avLst/>
          </a:prstGeom>
          <a:solidFill>
            <a:srgbClr val="FFFFCC"/>
          </a:solidFill>
          <a:ln w="9525">
            <a:solidFill>
              <a:srgbClr val="FFFF99"/>
            </a:solidFill>
            <a:miter lim="800000"/>
            <a:headEnd/>
            <a:tailEnd/>
          </a:ln>
        </p:spPr>
        <p:txBody>
          <a:bodyPr>
            <a:spAutoFit/>
          </a:bodyPr>
          <a:lstStyle/>
          <a:p>
            <a:pPr marL="231775" indent="-231775" eaLnBrk="0" hangingPunct="0">
              <a:lnSpc>
                <a:spcPct val="80000"/>
              </a:lnSpc>
              <a:spcBef>
                <a:spcPct val="20000"/>
              </a:spcBef>
            </a:pPr>
            <a:r>
              <a:rPr lang="en-US" sz="2000">
                <a:solidFill>
                  <a:schemeClr val="folHlink"/>
                </a:solidFill>
                <a:latin typeface="Courier New" charset="0"/>
                <a:cs typeface="Courier New" charset="0"/>
              </a:rPr>
              <a:t>public void lock() {</a:t>
            </a:r>
          </a:p>
          <a:p>
            <a:pPr marL="231775" indent="-231775" eaLnBrk="0" hangingPunct="0">
              <a:lnSpc>
                <a:spcPct val="80000"/>
              </a:lnSpc>
              <a:spcBef>
                <a:spcPct val="20000"/>
              </a:spcBef>
            </a:pPr>
            <a:r>
              <a:rPr lang="en-US" sz="2000">
                <a:solidFill>
                  <a:schemeClr val="bg2"/>
                </a:solidFill>
                <a:latin typeface="Courier New" charset="0"/>
                <a:cs typeface="Courier New" charset="0"/>
              </a:rPr>
              <a:t>  …</a:t>
            </a:r>
          </a:p>
          <a:p>
            <a:pPr marL="231775" indent="-231775" eaLnBrk="0" hangingPunct="0">
              <a:lnSpc>
                <a:spcPct val="80000"/>
              </a:lnSpc>
              <a:spcBef>
                <a:spcPct val="20000"/>
              </a:spcBef>
            </a:pPr>
            <a:r>
              <a:rPr lang="en-US" sz="2000">
                <a:solidFill>
                  <a:srgbClr val="000000"/>
                </a:solidFill>
                <a:latin typeface="Courier New" charset="0"/>
                <a:cs typeface="Courier New" charset="0"/>
              </a:rPr>
              <a:t>  </a:t>
            </a:r>
            <a:r>
              <a:rPr lang="en-US" sz="2000">
                <a:solidFill>
                  <a:schemeClr val="tx1"/>
                </a:solidFill>
                <a:latin typeface="Courier New" charset="0"/>
                <a:cs typeface="Courier New" charset="0"/>
              </a:rPr>
              <a:t>while</a:t>
            </a:r>
            <a:r>
              <a:rPr lang="en-US" sz="2000">
                <a:solidFill>
                  <a:srgbClr val="000000"/>
                </a:solidFill>
                <a:latin typeface="Courier New" charset="0"/>
                <a:cs typeface="Courier New" charset="0"/>
              </a:rPr>
              <a:t> </a:t>
            </a:r>
            <a:r>
              <a:rPr lang="en-US" sz="2000">
                <a:latin typeface="Courier New" charset="0"/>
                <a:cs typeface="Courier New" charset="0"/>
              </a:rPr>
              <a:t>(flag[j] &amp;&amp; victim == i) {};</a:t>
            </a:r>
          </a:p>
        </p:txBody>
      </p:sp>
    </p:spTree>
  </p:cSld>
  <p:clrMapOvr>
    <a:masterClrMapping/>
  </p:clrMapOvr>
  <p:transition spd="slow"/>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5" name="Footer Placeholder 4"/>
          <p:cNvSpPr txBox="1">
            <a:spLocks noGrp="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ctr"/>
            <a:r>
              <a:rPr lang="en-US" sz="1400" b="0">
                <a:solidFill>
                  <a:schemeClr val="tx1"/>
                </a:solidFill>
                <a:latin typeface="Arial" charset="0"/>
              </a:rPr>
              <a:t>Art of Multiprocessor Programming</a:t>
            </a:r>
          </a:p>
        </p:txBody>
      </p:sp>
      <p:sp>
        <p:nvSpPr>
          <p:cNvPr id="169986" name="Slide Number Placeholder 5"/>
          <p:cNvSpPr txBox="1">
            <a:spLocks noGrp="1"/>
          </p:cNvSpPr>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r"/>
            <a:fld id="{9AEF3773-AC08-0243-AD32-02EB918D5020}" type="slidenum">
              <a:rPr lang="ar-SA" sz="1400" b="0">
                <a:solidFill>
                  <a:schemeClr val="tx1"/>
                </a:solidFill>
                <a:latin typeface="Arial" charset="0"/>
                <a:cs typeface="Arial" charset="0"/>
              </a:rPr>
              <a:pPr algn="r"/>
              <a:t>76</a:t>
            </a:fld>
            <a:endParaRPr lang="en-US" sz="1400" b="0">
              <a:solidFill>
                <a:schemeClr val="tx1"/>
              </a:solidFill>
              <a:latin typeface="Arial" charset="0"/>
              <a:cs typeface="Arial" charset="0"/>
            </a:endParaRPr>
          </a:p>
        </p:txBody>
      </p:sp>
      <p:pic>
        <p:nvPicPr>
          <p:cNvPr id="169987" name="Picture 9"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9988" name="Rectangle 3"/>
          <p:cNvSpPr>
            <a:spLocks noGrp="1" noChangeArrowheads="1"/>
          </p:cNvSpPr>
          <p:nvPr>
            <p:ph type="title" idx="4294967295"/>
          </p:nvPr>
        </p:nvSpPr>
        <p:spPr/>
        <p:txBody>
          <a:bodyPr/>
          <a:lstStyle/>
          <a:p>
            <a:r>
              <a:rPr lang="en-US">
                <a:latin typeface="Arial" charset="0"/>
              </a:rPr>
              <a:t>Starvation Free</a:t>
            </a:r>
          </a:p>
        </p:txBody>
      </p:sp>
      <p:sp>
        <p:nvSpPr>
          <p:cNvPr id="169989" name="Rectangle 4"/>
          <p:cNvSpPr>
            <a:spLocks noGrp="1" noChangeArrowheads="1"/>
          </p:cNvSpPr>
          <p:nvPr>
            <p:ph type="body" sz="half" idx="4294967295"/>
          </p:nvPr>
        </p:nvSpPr>
        <p:spPr>
          <a:xfrm>
            <a:off x="546100" y="1941513"/>
            <a:ext cx="3810000" cy="4114800"/>
          </a:xfrm>
        </p:spPr>
        <p:txBody>
          <a:bodyPr/>
          <a:lstStyle/>
          <a:p>
            <a:pPr>
              <a:lnSpc>
                <a:spcPct val="90000"/>
              </a:lnSpc>
              <a:buFontTx/>
              <a:buNone/>
            </a:pPr>
            <a:endParaRPr lang="en-US" sz="2000" b="1">
              <a:solidFill>
                <a:schemeClr val="tx1"/>
              </a:solidFill>
              <a:latin typeface="Courier New" charset="0"/>
            </a:endParaRPr>
          </a:p>
          <a:p>
            <a:pPr>
              <a:lnSpc>
                <a:spcPct val="90000"/>
              </a:lnSpc>
            </a:pPr>
            <a:r>
              <a:rPr lang="en-US" sz="2800">
                <a:latin typeface="Arial" charset="0"/>
              </a:rPr>
              <a:t>Thread </a:t>
            </a:r>
            <a:r>
              <a:rPr lang="en-US" sz="2400" b="1">
                <a:solidFill>
                  <a:schemeClr val="tx1"/>
                </a:solidFill>
                <a:latin typeface="Courier New" charset="0"/>
              </a:rPr>
              <a:t>i</a:t>
            </a:r>
            <a:r>
              <a:rPr lang="en-US" sz="2800">
                <a:latin typeface="Arial" charset="0"/>
              </a:rPr>
              <a:t> blocked only if </a:t>
            </a:r>
            <a:r>
              <a:rPr lang="en-US" sz="2400" b="1">
                <a:solidFill>
                  <a:schemeClr val="tx1"/>
                </a:solidFill>
                <a:latin typeface="Courier New" charset="0"/>
              </a:rPr>
              <a:t>j</a:t>
            </a:r>
            <a:r>
              <a:rPr lang="en-US" sz="2800">
                <a:latin typeface="Arial" charset="0"/>
              </a:rPr>
              <a:t> repeatedly re-enters so that </a:t>
            </a:r>
            <a:r>
              <a:rPr lang="en-US" sz="2000" b="1">
                <a:solidFill>
                  <a:schemeClr val="tx1"/>
                </a:solidFill>
                <a:latin typeface="Courier New" charset="0"/>
                <a:cs typeface="Courier New" charset="0"/>
              </a:rPr>
              <a:t>flag[j] ==</a:t>
            </a:r>
            <a:r>
              <a:rPr lang="en-US" sz="2000" b="1">
                <a:solidFill>
                  <a:srgbClr val="000000"/>
                </a:solidFill>
                <a:latin typeface="Courier New" charset="0"/>
                <a:cs typeface="Courier New" charset="0"/>
              </a:rPr>
              <a:t> </a:t>
            </a:r>
            <a:r>
              <a:rPr lang="en-US" sz="2000" b="1">
                <a:solidFill>
                  <a:schemeClr val="tx1"/>
                </a:solidFill>
                <a:latin typeface="Courier New" charset="0"/>
                <a:cs typeface="Courier New" charset="0"/>
              </a:rPr>
              <a:t>true</a:t>
            </a:r>
            <a:r>
              <a:rPr lang="en-US" sz="4000">
                <a:latin typeface="Arial" charset="0"/>
              </a:rPr>
              <a:t> </a:t>
            </a:r>
            <a:r>
              <a:rPr lang="en-US" sz="2800">
                <a:solidFill>
                  <a:schemeClr val="accent2"/>
                </a:solidFill>
                <a:latin typeface="Arial" charset="0"/>
              </a:rPr>
              <a:t>and</a:t>
            </a:r>
            <a:r>
              <a:rPr lang="en-US" sz="2000">
                <a:solidFill>
                  <a:srgbClr val="FFC000"/>
                </a:solidFill>
                <a:latin typeface="Courier New" charset="0"/>
              </a:rPr>
              <a:t> </a:t>
            </a:r>
            <a:r>
              <a:rPr lang="en-US" sz="2000" b="1">
                <a:solidFill>
                  <a:schemeClr val="tx1"/>
                </a:solidFill>
                <a:latin typeface="Courier New" charset="0"/>
              </a:rPr>
              <a:t>victim == i</a:t>
            </a:r>
          </a:p>
          <a:p>
            <a:pPr>
              <a:lnSpc>
                <a:spcPct val="90000"/>
              </a:lnSpc>
            </a:pPr>
            <a:r>
              <a:rPr lang="en-US" sz="2800">
                <a:latin typeface="Arial" charset="0"/>
              </a:rPr>
              <a:t>When </a:t>
            </a:r>
            <a:r>
              <a:rPr lang="en-US" sz="2000" b="1">
                <a:solidFill>
                  <a:schemeClr val="tx1"/>
                </a:solidFill>
                <a:latin typeface="Courier New" charset="0"/>
              </a:rPr>
              <a:t>j</a:t>
            </a:r>
            <a:r>
              <a:rPr lang="en-US" sz="2800">
                <a:latin typeface="Arial" charset="0"/>
              </a:rPr>
              <a:t> re-enters</a:t>
            </a:r>
          </a:p>
          <a:p>
            <a:pPr lvl="1">
              <a:lnSpc>
                <a:spcPct val="90000"/>
              </a:lnSpc>
            </a:pPr>
            <a:r>
              <a:rPr lang="en-US" sz="2400">
                <a:latin typeface="Arial" charset="0"/>
                <a:cs typeface="Arial" charset="0"/>
              </a:rPr>
              <a:t>it sets </a:t>
            </a:r>
            <a:r>
              <a:rPr lang="en-US" sz="2000" b="1">
                <a:solidFill>
                  <a:schemeClr val="tx1"/>
                </a:solidFill>
                <a:latin typeface="Courier New" charset="0"/>
                <a:cs typeface="Arial" charset="0"/>
              </a:rPr>
              <a:t>victim</a:t>
            </a:r>
            <a:r>
              <a:rPr lang="en-US" sz="2400">
                <a:latin typeface="Arial" charset="0"/>
                <a:cs typeface="Arial" charset="0"/>
              </a:rPr>
              <a:t> to </a:t>
            </a:r>
            <a:r>
              <a:rPr lang="en-US" sz="2400" b="1">
                <a:solidFill>
                  <a:schemeClr val="tx1"/>
                </a:solidFill>
                <a:latin typeface="Courier New" charset="0"/>
                <a:cs typeface="Arial" charset="0"/>
              </a:rPr>
              <a:t>j</a:t>
            </a:r>
            <a:r>
              <a:rPr lang="en-US" sz="2400">
                <a:latin typeface="Arial" charset="0"/>
                <a:cs typeface="Arial" charset="0"/>
              </a:rPr>
              <a:t>.</a:t>
            </a:r>
          </a:p>
          <a:p>
            <a:pPr lvl="1">
              <a:lnSpc>
                <a:spcPct val="90000"/>
              </a:lnSpc>
            </a:pPr>
            <a:r>
              <a:rPr lang="en-US" sz="2400">
                <a:latin typeface="Arial" charset="0"/>
                <a:cs typeface="Arial" charset="0"/>
              </a:rPr>
              <a:t>So </a:t>
            </a:r>
            <a:r>
              <a:rPr lang="en-US" sz="2400" b="1">
                <a:solidFill>
                  <a:schemeClr val="tx1"/>
                </a:solidFill>
                <a:latin typeface="Courier New" charset="0"/>
                <a:cs typeface="Arial" charset="0"/>
              </a:rPr>
              <a:t>i</a:t>
            </a:r>
            <a:r>
              <a:rPr lang="en-US" sz="2400">
                <a:latin typeface="Arial" charset="0"/>
                <a:cs typeface="Arial" charset="0"/>
              </a:rPr>
              <a:t> gets in</a:t>
            </a:r>
          </a:p>
        </p:txBody>
      </p:sp>
      <p:sp>
        <p:nvSpPr>
          <p:cNvPr id="169990" name="Rectangle 8"/>
          <p:cNvSpPr>
            <a:spLocks noChangeArrowheads="1"/>
          </p:cNvSpPr>
          <p:nvPr/>
        </p:nvSpPr>
        <p:spPr bwMode="auto">
          <a:xfrm>
            <a:off x="4287838" y="2778125"/>
            <a:ext cx="4598987" cy="2243138"/>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31775" indent="-231775" eaLnBrk="0" hangingPunct="0">
              <a:lnSpc>
                <a:spcPct val="80000"/>
              </a:lnSpc>
              <a:spcBef>
                <a:spcPct val="20000"/>
              </a:spcBef>
            </a:pPr>
            <a:r>
              <a:rPr lang="en-US" sz="1600">
                <a:solidFill>
                  <a:schemeClr val="tx1"/>
                </a:solidFill>
                <a:latin typeface="Courier New" charset="0"/>
                <a:cs typeface="Courier New" charset="0"/>
              </a:rPr>
              <a:t>public void</a:t>
            </a:r>
            <a:r>
              <a:rPr lang="en-US" sz="1600">
                <a:solidFill>
                  <a:srgbClr val="000000"/>
                </a:solidFill>
                <a:latin typeface="Courier New" charset="0"/>
                <a:cs typeface="Courier New" charset="0"/>
              </a:rPr>
              <a:t> lock(</a:t>
            </a:r>
            <a:r>
              <a:rPr lang="en-US" sz="1600">
                <a:solidFill>
                  <a:schemeClr val="accent2"/>
                </a:solidFill>
                <a:latin typeface="Courier New" charset="0"/>
                <a:cs typeface="Courier New" charset="0"/>
              </a:rPr>
              <a:t>) {</a:t>
            </a:r>
          </a:p>
          <a:p>
            <a:pPr marL="231775" indent="-231775" eaLnBrk="0" hangingPunct="0">
              <a:lnSpc>
                <a:spcPct val="80000"/>
              </a:lnSpc>
              <a:spcBef>
                <a:spcPct val="20000"/>
              </a:spcBef>
            </a:pPr>
            <a:r>
              <a:rPr lang="en-US" sz="1600">
                <a:solidFill>
                  <a:schemeClr val="accent2"/>
                </a:solidFill>
                <a:latin typeface="Courier New" charset="0"/>
                <a:cs typeface="Courier New" charset="0"/>
              </a:rPr>
              <a:t>  flag[i] =</a:t>
            </a:r>
            <a:r>
              <a:rPr lang="en-US" sz="1600">
                <a:solidFill>
                  <a:srgbClr val="000000"/>
                </a:solidFill>
                <a:latin typeface="Courier New" charset="0"/>
                <a:cs typeface="Courier New" charset="0"/>
              </a:rPr>
              <a:t> </a:t>
            </a:r>
            <a:r>
              <a:rPr lang="en-US" sz="1600">
                <a:solidFill>
                  <a:schemeClr val="tx1"/>
                </a:solidFill>
                <a:latin typeface="Courier New" charset="0"/>
                <a:cs typeface="Courier New" charset="0"/>
              </a:rPr>
              <a:t>true</a:t>
            </a:r>
            <a:r>
              <a:rPr lang="en-US" sz="1600">
                <a:solidFill>
                  <a:srgbClr val="000000"/>
                </a:solidFill>
                <a:latin typeface="Courier New" charset="0"/>
                <a:cs typeface="Courier New" charset="0"/>
              </a:rPr>
              <a:t>; </a:t>
            </a:r>
            <a:endParaRPr lang="en-US" sz="1600">
              <a:solidFill>
                <a:srgbClr val="FF0000"/>
              </a:solidFill>
              <a:latin typeface="Courier New" charset="0"/>
              <a:cs typeface="Courier New" charset="0"/>
            </a:endParaRPr>
          </a:p>
          <a:p>
            <a:pPr marL="231775" indent="-231775" eaLnBrk="0" hangingPunct="0">
              <a:lnSpc>
                <a:spcPct val="80000"/>
              </a:lnSpc>
              <a:spcBef>
                <a:spcPct val="20000"/>
              </a:spcBef>
            </a:pPr>
            <a:r>
              <a:rPr lang="en-US" sz="1600">
                <a:solidFill>
                  <a:srgbClr val="000000"/>
                </a:solidFill>
                <a:latin typeface="Courier New" charset="0"/>
                <a:cs typeface="Courier New" charset="0"/>
              </a:rPr>
              <a:t>  </a:t>
            </a:r>
            <a:r>
              <a:rPr lang="en-US" sz="1600">
                <a:solidFill>
                  <a:schemeClr val="accent2"/>
                </a:solidFill>
                <a:latin typeface="Courier New" charset="0"/>
                <a:cs typeface="Courier New" charset="0"/>
              </a:rPr>
              <a:t>victim    = i;</a:t>
            </a:r>
            <a:endParaRPr lang="en-US" sz="1600">
              <a:solidFill>
                <a:srgbClr val="FF0000"/>
              </a:solidFill>
              <a:latin typeface="Courier New" charset="0"/>
              <a:cs typeface="Courier New" charset="0"/>
            </a:endParaRPr>
          </a:p>
          <a:p>
            <a:pPr marL="231775" indent="-231775" eaLnBrk="0" hangingPunct="0">
              <a:lnSpc>
                <a:spcPct val="80000"/>
              </a:lnSpc>
              <a:spcBef>
                <a:spcPct val="20000"/>
              </a:spcBef>
            </a:pPr>
            <a:r>
              <a:rPr lang="en-US" sz="1600">
                <a:solidFill>
                  <a:srgbClr val="000000"/>
                </a:solidFill>
                <a:latin typeface="Courier New" charset="0"/>
                <a:cs typeface="Courier New" charset="0"/>
              </a:rPr>
              <a:t>  </a:t>
            </a:r>
            <a:r>
              <a:rPr lang="en-US" sz="1600">
                <a:solidFill>
                  <a:schemeClr val="tx1"/>
                </a:solidFill>
                <a:latin typeface="Courier New" charset="0"/>
                <a:cs typeface="Courier New" charset="0"/>
              </a:rPr>
              <a:t>while</a:t>
            </a:r>
            <a:r>
              <a:rPr lang="en-US" sz="1600">
                <a:solidFill>
                  <a:srgbClr val="000000"/>
                </a:solidFill>
                <a:latin typeface="Courier New" charset="0"/>
                <a:cs typeface="Courier New" charset="0"/>
              </a:rPr>
              <a:t> </a:t>
            </a:r>
            <a:r>
              <a:rPr lang="en-US" sz="1600">
                <a:solidFill>
                  <a:schemeClr val="accent2"/>
                </a:solidFill>
                <a:latin typeface="Courier New" charset="0"/>
                <a:cs typeface="Courier New" charset="0"/>
              </a:rPr>
              <a:t>(flag[j] &amp;&amp; victim == i) {};</a:t>
            </a:r>
          </a:p>
          <a:p>
            <a:pPr marL="231775" indent="-231775" eaLnBrk="0" hangingPunct="0">
              <a:lnSpc>
                <a:spcPct val="80000"/>
              </a:lnSpc>
              <a:spcBef>
                <a:spcPct val="20000"/>
              </a:spcBef>
            </a:pPr>
            <a:r>
              <a:rPr lang="en-US" sz="1600">
                <a:solidFill>
                  <a:srgbClr val="000000"/>
                </a:solidFill>
                <a:latin typeface="Courier New" charset="0"/>
                <a:cs typeface="Courier New" charset="0"/>
              </a:rPr>
              <a:t>}</a:t>
            </a:r>
          </a:p>
          <a:p>
            <a:pPr marL="231775" indent="-231775" eaLnBrk="0" hangingPunct="0">
              <a:lnSpc>
                <a:spcPct val="80000"/>
              </a:lnSpc>
              <a:spcBef>
                <a:spcPct val="20000"/>
              </a:spcBef>
            </a:pPr>
            <a:endParaRPr lang="en-US" sz="1600">
              <a:solidFill>
                <a:srgbClr val="000000"/>
              </a:solidFill>
              <a:latin typeface="Courier New" charset="0"/>
              <a:cs typeface="Courier New" charset="0"/>
            </a:endParaRPr>
          </a:p>
          <a:p>
            <a:pPr marL="231775" indent="-231775" eaLnBrk="0" hangingPunct="0">
              <a:lnSpc>
                <a:spcPct val="80000"/>
              </a:lnSpc>
              <a:spcBef>
                <a:spcPct val="20000"/>
              </a:spcBef>
            </a:pPr>
            <a:r>
              <a:rPr lang="en-US" sz="1600">
                <a:solidFill>
                  <a:schemeClr val="tx1"/>
                </a:solidFill>
                <a:latin typeface="Courier New" charset="0"/>
                <a:cs typeface="Courier New" charset="0"/>
              </a:rPr>
              <a:t>public void</a:t>
            </a:r>
            <a:r>
              <a:rPr lang="en-US" sz="1600">
                <a:solidFill>
                  <a:srgbClr val="000000"/>
                </a:solidFill>
                <a:latin typeface="Courier New" charset="0"/>
                <a:cs typeface="Courier New" charset="0"/>
              </a:rPr>
              <a:t> </a:t>
            </a:r>
            <a:r>
              <a:rPr lang="en-US" sz="1600">
                <a:solidFill>
                  <a:schemeClr val="accent2"/>
                </a:solidFill>
                <a:latin typeface="Courier New" charset="0"/>
                <a:cs typeface="Courier New" charset="0"/>
              </a:rPr>
              <a:t>unlock() {</a:t>
            </a:r>
          </a:p>
          <a:p>
            <a:pPr marL="231775" indent="-231775" eaLnBrk="0" hangingPunct="0">
              <a:lnSpc>
                <a:spcPct val="80000"/>
              </a:lnSpc>
              <a:spcBef>
                <a:spcPct val="20000"/>
              </a:spcBef>
            </a:pPr>
            <a:r>
              <a:rPr lang="en-US" sz="1600">
                <a:solidFill>
                  <a:srgbClr val="000000"/>
                </a:solidFill>
                <a:latin typeface="Courier New" charset="0"/>
                <a:cs typeface="Courier New" charset="0"/>
              </a:rPr>
              <a:t>  </a:t>
            </a:r>
            <a:r>
              <a:rPr lang="en-US" sz="1600">
                <a:solidFill>
                  <a:schemeClr val="accent2"/>
                </a:solidFill>
                <a:latin typeface="Courier New" charset="0"/>
                <a:cs typeface="Courier New" charset="0"/>
              </a:rPr>
              <a:t>flag[i] =</a:t>
            </a:r>
            <a:r>
              <a:rPr lang="en-US" sz="1600">
                <a:solidFill>
                  <a:srgbClr val="000000"/>
                </a:solidFill>
                <a:latin typeface="Courier New" charset="0"/>
                <a:cs typeface="Courier New" charset="0"/>
              </a:rPr>
              <a:t> </a:t>
            </a:r>
            <a:r>
              <a:rPr lang="en-US" sz="1600">
                <a:solidFill>
                  <a:schemeClr val="tx1"/>
                </a:solidFill>
                <a:latin typeface="Courier New" charset="0"/>
                <a:cs typeface="Courier New" charset="0"/>
              </a:rPr>
              <a:t>false</a:t>
            </a:r>
            <a:r>
              <a:rPr lang="en-US" sz="1600">
                <a:solidFill>
                  <a:srgbClr val="000000"/>
                </a:solidFill>
                <a:latin typeface="Courier New" charset="0"/>
                <a:cs typeface="Courier New" charset="0"/>
              </a:rPr>
              <a:t>;  </a:t>
            </a:r>
            <a:endParaRPr lang="en-US" sz="1600">
              <a:solidFill>
                <a:srgbClr val="FF0000"/>
              </a:solidFill>
              <a:latin typeface="Courier New" charset="0"/>
              <a:cs typeface="Courier New" charset="0"/>
            </a:endParaRPr>
          </a:p>
          <a:p>
            <a:pPr marL="231775" indent="-231775" eaLnBrk="0" hangingPunct="0">
              <a:lnSpc>
                <a:spcPct val="80000"/>
              </a:lnSpc>
              <a:spcBef>
                <a:spcPct val="20000"/>
              </a:spcBef>
            </a:pPr>
            <a:r>
              <a:rPr lang="en-US" sz="1600">
                <a:solidFill>
                  <a:schemeClr val="tx1"/>
                </a:solidFill>
                <a:latin typeface="Courier New" charset="0"/>
                <a:cs typeface="Courier New" charset="0"/>
              </a:rPr>
              <a:t>}</a:t>
            </a:r>
          </a:p>
        </p:txBody>
      </p:sp>
    </p:spTree>
  </p:cSld>
  <p:clrMapOvr>
    <a:masterClrMapping/>
  </p:clrMapOvr>
  <p:transition spd="slow"/>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7" name="Footer Placeholder 3"/>
          <p:cNvSpPr txBox="1">
            <a:spLocks noGrp="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ctr"/>
            <a:r>
              <a:rPr lang="en-US" sz="1400" b="0">
                <a:solidFill>
                  <a:schemeClr val="tx1"/>
                </a:solidFill>
                <a:latin typeface="Arial" charset="0"/>
              </a:rPr>
              <a:t>Art of Multiprocessor Programming</a:t>
            </a:r>
          </a:p>
        </p:txBody>
      </p:sp>
      <p:sp>
        <p:nvSpPr>
          <p:cNvPr id="208898" name="Slide Number Placeholder 4"/>
          <p:cNvSpPr txBox="1">
            <a:spLocks noGrp="1"/>
          </p:cNvSpPr>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r"/>
            <a:fld id="{9CBD99BE-B288-934F-A689-320D66B94962}" type="slidenum">
              <a:rPr lang="ar-SA" sz="1400" b="0">
                <a:solidFill>
                  <a:schemeClr val="tx1"/>
                </a:solidFill>
                <a:latin typeface="Arial" charset="0"/>
                <a:cs typeface="Arial" charset="0"/>
              </a:rPr>
              <a:pPr algn="r"/>
              <a:t>77</a:t>
            </a:fld>
            <a:endParaRPr lang="en-US" sz="1400" b="0">
              <a:solidFill>
                <a:schemeClr val="tx1"/>
              </a:solidFill>
              <a:latin typeface="Arial" charset="0"/>
              <a:cs typeface="Arial" charset="0"/>
            </a:endParaRPr>
          </a:p>
        </p:txBody>
      </p:sp>
      <p:pic>
        <p:nvPicPr>
          <p:cNvPr id="208899" name="Picture 4"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8900" name="Rectangle 2"/>
          <p:cNvSpPr>
            <a:spLocks noGrp="1" noChangeArrowheads="1"/>
          </p:cNvSpPr>
          <p:nvPr>
            <p:ph type="title" idx="4294967295"/>
          </p:nvPr>
        </p:nvSpPr>
        <p:spPr/>
        <p:txBody>
          <a:bodyPr/>
          <a:lstStyle/>
          <a:p>
            <a:r>
              <a:rPr lang="en-US">
                <a:latin typeface="Arial" charset="0"/>
              </a:rPr>
              <a:t>Bounded Waiting</a:t>
            </a:r>
          </a:p>
        </p:txBody>
      </p:sp>
      <p:sp>
        <p:nvSpPr>
          <p:cNvPr id="208901" name="Rectangle 3"/>
          <p:cNvSpPr>
            <a:spLocks noGrp="1" noChangeArrowheads="1"/>
          </p:cNvSpPr>
          <p:nvPr>
            <p:ph type="body" idx="4294967295"/>
          </p:nvPr>
        </p:nvSpPr>
        <p:spPr/>
        <p:txBody>
          <a:bodyPr/>
          <a:lstStyle/>
          <a:p>
            <a:r>
              <a:rPr lang="en-US">
                <a:latin typeface="Arial" charset="0"/>
              </a:rPr>
              <a:t>Want stronger fairness guarantees</a:t>
            </a:r>
          </a:p>
          <a:p>
            <a:r>
              <a:rPr lang="en-US">
                <a:latin typeface="Arial" charset="0"/>
              </a:rPr>
              <a:t>Thread not </a:t>
            </a:r>
            <a:r>
              <a:rPr lang="ja-JP" altLang="en-US">
                <a:latin typeface="Arial" charset="0"/>
              </a:rPr>
              <a:t>“</a:t>
            </a:r>
            <a:r>
              <a:rPr lang="en-US" altLang="ja-JP">
                <a:latin typeface="Arial" charset="0"/>
              </a:rPr>
              <a:t>overtaken</a:t>
            </a:r>
            <a:r>
              <a:rPr lang="ja-JP" altLang="en-US">
                <a:latin typeface="Arial" charset="0"/>
              </a:rPr>
              <a:t>”</a:t>
            </a:r>
            <a:r>
              <a:rPr lang="en-US" altLang="ja-JP">
                <a:latin typeface="Arial" charset="0"/>
              </a:rPr>
              <a:t> too much</a:t>
            </a:r>
          </a:p>
          <a:p>
            <a:r>
              <a:rPr lang="en-US">
                <a:latin typeface="Arial" charset="0"/>
              </a:rPr>
              <a:t>If </a:t>
            </a:r>
            <a:r>
              <a:rPr lang="en-US">
                <a:solidFill>
                  <a:schemeClr val="tx1"/>
                </a:solidFill>
                <a:latin typeface="Arial" charset="0"/>
              </a:rPr>
              <a:t>A</a:t>
            </a:r>
            <a:r>
              <a:rPr lang="en-US">
                <a:latin typeface="Arial" charset="0"/>
              </a:rPr>
              <a:t> starts before </a:t>
            </a:r>
            <a:r>
              <a:rPr lang="en-US">
                <a:solidFill>
                  <a:schemeClr val="tx1"/>
                </a:solidFill>
                <a:latin typeface="Arial" charset="0"/>
              </a:rPr>
              <a:t>B,</a:t>
            </a:r>
            <a:r>
              <a:rPr lang="en-US">
                <a:latin typeface="Arial" charset="0"/>
              </a:rPr>
              <a:t> then </a:t>
            </a:r>
            <a:r>
              <a:rPr lang="en-US">
                <a:solidFill>
                  <a:schemeClr val="tx1"/>
                </a:solidFill>
                <a:latin typeface="Arial" charset="0"/>
              </a:rPr>
              <a:t>A</a:t>
            </a:r>
            <a:r>
              <a:rPr lang="en-US">
                <a:latin typeface="Arial" charset="0"/>
              </a:rPr>
              <a:t> enters before </a:t>
            </a:r>
            <a:r>
              <a:rPr lang="en-US">
                <a:solidFill>
                  <a:schemeClr val="tx1"/>
                </a:solidFill>
                <a:latin typeface="Arial" charset="0"/>
              </a:rPr>
              <a:t>B?</a:t>
            </a:r>
          </a:p>
          <a:p>
            <a:r>
              <a:rPr lang="en-US">
                <a:latin typeface="Arial" charset="0"/>
              </a:rPr>
              <a:t>But what does </a:t>
            </a:r>
            <a:r>
              <a:rPr lang="ja-JP" altLang="en-US">
                <a:latin typeface="Arial" charset="0"/>
              </a:rPr>
              <a:t>“</a:t>
            </a:r>
            <a:r>
              <a:rPr lang="en-US" altLang="ja-JP">
                <a:latin typeface="Arial" charset="0"/>
              </a:rPr>
              <a:t>start</a:t>
            </a:r>
            <a:r>
              <a:rPr lang="ja-JP" altLang="en-US">
                <a:latin typeface="Arial" charset="0"/>
              </a:rPr>
              <a:t>”</a:t>
            </a:r>
            <a:r>
              <a:rPr lang="en-US" altLang="ja-JP">
                <a:latin typeface="Arial" charset="0"/>
              </a:rPr>
              <a:t> mean?</a:t>
            </a:r>
          </a:p>
          <a:p>
            <a:r>
              <a:rPr lang="en-US">
                <a:latin typeface="Arial" charset="0"/>
              </a:rPr>
              <a:t>Need to adjust definitions ….</a:t>
            </a:r>
          </a:p>
        </p:txBody>
      </p:sp>
    </p:spTree>
  </p:cSld>
  <p:clrMapOvr>
    <a:masterClrMapping/>
  </p:clrMapOvr>
  <p:transition spd="slow"/>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5"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210946"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2A8984A4-44FA-1D40-BD69-4743E2A3672A}" type="slidenum">
              <a:rPr lang="ar-SA" sz="1400" b="0">
                <a:solidFill>
                  <a:schemeClr val="tx1"/>
                </a:solidFill>
                <a:latin typeface="Arial" charset="0"/>
                <a:cs typeface="Arial" charset="0"/>
              </a:rPr>
              <a:pPr/>
              <a:t>78</a:t>
            </a:fld>
            <a:endParaRPr lang="en-US" sz="1400" b="0">
              <a:solidFill>
                <a:schemeClr val="tx1"/>
              </a:solidFill>
              <a:latin typeface="Arial" charset="0"/>
              <a:cs typeface="Arial" charset="0"/>
            </a:endParaRPr>
          </a:p>
        </p:txBody>
      </p:sp>
      <p:pic>
        <p:nvPicPr>
          <p:cNvPr id="210947" name="Picture 4"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0948" name="Rectangle 2"/>
          <p:cNvSpPr>
            <a:spLocks noGrp="1" noChangeArrowheads="1"/>
          </p:cNvSpPr>
          <p:nvPr>
            <p:ph type="title"/>
          </p:nvPr>
        </p:nvSpPr>
        <p:spPr/>
        <p:txBody>
          <a:bodyPr/>
          <a:lstStyle/>
          <a:p>
            <a:r>
              <a:rPr lang="en-US">
                <a:latin typeface="Arial" charset="0"/>
              </a:rPr>
              <a:t>Bounded Waiting</a:t>
            </a:r>
          </a:p>
        </p:txBody>
      </p:sp>
      <p:sp>
        <p:nvSpPr>
          <p:cNvPr id="210949" name="Rectangle 3"/>
          <p:cNvSpPr>
            <a:spLocks noGrp="1" noChangeArrowheads="1"/>
          </p:cNvSpPr>
          <p:nvPr>
            <p:ph type="body" idx="1"/>
          </p:nvPr>
        </p:nvSpPr>
        <p:spPr/>
        <p:txBody>
          <a:bodyPr/>
          <a:lstStyle/>
          <a:p>
            <a:r>
              <a:rPr lang="en-US">
                <a:latin typeface="Arial" charset="0"/>
              </a:rPr>
              <a:t>Divide </a:t>
            </a:r>
            <a:r>
              <a:rPr lang="en-US" b="1">
                <a:solidFill>
                  <a:schemeClr val="tx1"/>
                </a:solidFill>
                <a:latin typeface="Courier New" charset="0"/>
              </a:rPr>
              <a:t>lock()</a:t>
            </a:r>
            <a:r>
              <a:rPr lang="en-US">
                <a:latin typeface="Arial" charset="0"/>
              </a:rPr>
              <a:t> method into 2 parts:</a:t>
            </a:r>
          </a:p>
          <a:p>
            <a:pPr lvl="1"/>
            <a:r>
              <a:rPr lang="en-US">
                <a:latin typeface="Arial" charset="0"/>
                <a:cs typeface="Arial" charset="0"/>
              </a:rPr>
              <a:t>Doorway interval:</a:t>
            </a:r>
          </a:p>
          <a:p>
            <a:pPr lvl="2"/>
            <a:r>
              <a:rPr lang="en-US">
                <a:latin typeface="Arial" charset="0"/>
                <a:cs typeface="Arial" charset="0"/>
              </a:rPr>
              <a:t>Written </a:t>
            </a:r>
            <a:r>
              <a:rPr lang="en-US" b="1">
                <a:solidFill>
                  <a:schemeClr val="tx1"/>
                </a:solidFill>
                <a:latin typeface="Arial" charset="0"/>
                <a:cs typeface="Arial" charset="0"/>
              </a:rPr>
              <a:t>D</a:t>
            </a:r>
            <a:r>
              <a:rPr lang="en-US" b="1" baseline="-25000">
                <a:solidFill>
                  <a:schemeClr val="tx1"/>
                </a:solidFill>
                <a:latin typeface="Arial" charset="0"/>
                <a:cs typeface="Arial" charset="0"/>
              </a:rPr>
              <a:t>A</a:t>
            </a:r>
          </a:p>
          <a:p>
            <a:pPr lvl="2"/>
            <a:r>
              <a:rPr lang="en-US">
                <a:latin typeface="Arial" charset="0"/>
                <a:cs typeface="Arial" charset="0"/>
              </a:rPr>
              <a:t>always finishes in finite steps</a:t>
            </a:r>
          </a:p>
          <a:p>
            <a:pPr lvl="1"/>
            <a:r>
              <a:rPr lang="en-US">
                <a:latin typeface="Arial" charset="0"/>
                <a:cs typeface="Arial" charset="0"/>
              </a:rPr>
              <a:t>Waiting interval:</a:t>
            </a:r>
          </a:p>
          <a:p>
            <a:pPr lvl="2"/>
            <a:r>
              <a:rPr lang="en-US">
                <a:latin typeface="Arial" charset="0"/>
                <a:cs typeface="Arial" charset="0"/>
              </a:rPr>
              <a:t>Written </a:t>
            </a:r>
            <a:r>
              <a:rPr lang="en-US" b="1">
                <a:solidFill>
                  <a:schemeClr val="tx1"/>
                </a:solidFill>
                <a:latin typeface="Arial" charset="0"/>
                <a:cs typeface="Arial" charset="0"/>
              </a:rPr>
              <a:t>W</a:t>
            </a:r>
            <a:r>
              <a:rPr lang="en-US" b="1" baseline="-25000">
                <a:solidFill>
                  <a:schemeClr val="tx1"/>
                </a:solidFill>
                <a:latin typeface="Arial" charset="0"/>
                <a:cs typeface="Arial" charset="0"/>
              </a:rPr>
              <a:t>A</a:t>
            </a:r>
          </a:p>
          <a:p>
            <a:pPr lvl="2"/>
            <a:r>
              <a:rPr lang="en-US">
                <a:latin typeface="Arial" charset="0"/>
                <a:cs typeface="Arial" charset="0"/>
              </a:rPr>
              <a:t>may take unbounded steps</a:t>
            </a:r>
          </a:p>
        </p:txBody>
      </p:sp>
    </p:spTree>
  </p:cSld>
  <p:clrMapOvr>
    <a:masterClrMapping/>
  </p:clrMapOvr>
  <p:transition spd="slow"/>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3"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212994"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BD37DEAB-8CF3-1D49-B7C1-CACD9524FD79}" type="slidenum">
              <a:rPr lang="ar-SA" sz="1400" b="0">
                <a:solidFill>
                  <a:schemeClr val="tx1"/>
                </a:solidFill>
                <a:latin typeface="Arial" charset="0"/>
                <a:cs typeface="Arial" charset="0"/>
              </a:rPr>
              <a:pPr/>
              <a:t>79</a:t>
            </a:fld>
            <a:endParaRPr lang="en-US" sz="1400" b="0">
              <a:solidFill>
                <a:schemeClr val="tx1"/>
              </a:solidFill>
              <a:latin typeface="Arial" charset="0"/>
              <a:cs typeface="Arial" charset="0"/>
            </a:endParaRPr>
          </a:p>
        </p:txBody>
      </p:sp>
      <p:pic>
        <p:nvPicPr>
          <p:cNvPr id="212995" name="Picture 4"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2996" name="Rectangle 2"/>
          <p:cNvSpPr>
            <a:spLocks noGrp="1" noChangeArrowheads="1"/>
          </p:cNvSpPr>
          <p:nvPr>
            <p:ph type="body" idx="1"/>
          </p:nvPr>
        </p:nvSpPr>
        <p:spPr/>
        <p:txBody>
          <a:bodyPr/>
          <a:lstStyle/>
          <a:p>
            <a:r>
              <a:rPr lang="en-US" dirty="0">
                <a:latin typeface="Arial" charset="0"/>
              </a:rPr>
              <a:t>For threads </a:t>
            </a:r>
            <a:r>
              <a:rPr lang="en-US" dirty="0">
                <a:solidFill>
                  <a:schemeClr val="tx1"/>
                </a:solidFill>
                <a:latin typeface="Arial" charset="0"/>
              </a:rPr>
              <a:t>A</a:t>
            </a:r>
            <a:r>
              <a:rPr lang="en-US" dirty="0">
                <a:latin typeface="Arial" charset="0"/>
              </a:rPr>
              <a:t> and </a:t>
            </a:r>
            <a:r>
              <a:rPr lang="en-US" dirty="0">
                <a:solidFill>
                  <a:schemeClr val="tx1"/>
                </a:solidFill>
                <a:latin typeface="Arial" charset="0"/>
              </a:rPr>
              <a:t>B</a:t>
            </a:r>
            <a:r>
              <a:rPr lang="en-US" dirty="0">
                <a:latin typeface="Arial" charset="0"/>
              </a:rPr>
              <a:t>:</a:t>
            </a:r>
          </a:p>
          <a:p>
            <a:pPr lvl="1"/>
            <a:r>
              <a:rPr lang="en-US" dirty="0">
                <a:latin typeface="Arial" charset="0"/>
                <a:cs typeface="Arial" charset="0"/>
              </a:rPr>
              <a:t>If </a:t>
            </a:r>
            <a:r>
              <a:rPr lang="en-US" b="1" dirty="0" err="1">
                <a:solidFill>
                  <a:schemeClr val="tx1"/>
                </a:solidFill>
                <a:latin typeface="Arial" charset="0"/>
                <a:cs typeface="Arial" charset="0"/>
              </a:rPr>
              <a:t>D</a:t>
            </a:r>
            <a:r>
              <a:rPr lang="en-US" b="1" baseline="-25000" dirty="0" err="1">
                <a:solidFill>
                  <a:schemeClr val="tx1"/>
                </a:solidFill>
                <a:latin typeface="Arial" charset="0"/>
                <a:cs typeface="Arial" charset="0"/>
              </a:rPr>
              <a:t>A</a:t>
            </a:r>
            <a:r>
              <a:rPr lang="en-US" b="1" baseline="30000" dirty="0" err="1">
                <a:solidFill>
                  <a:schemeClr val="tx1"/>
                </a:solidFill>
                <a:latin typeface="Arial" charset="0"/>
                <a:cs typeface="Arial" charset="0"/>
              </a:rPr>
              <a:t>k</a:t>
            </a:r>
            <a:r>
              <a:rPr lang="en-US" b="1" baseline="30000" dirty="0">
                <a:solidFill>
                  <a:schemeClr val="tx1"/>
                </a:solidFill>
                <a:latin typeface="Arial" charset="0"/>
                <a:cs typeface="Arial" charset="0"/>
              </a:rPr>
              <a:t> </a:t>
            </a:r>
            <a:r>
              <a:rPr lang="en-US" sz="2000" b="1" dirty="0">
                <a:solidFill>
                  <a:schemeClr val="tx1"/>
                </a:solidFill>
                <a:latin typeface="Arial" charset="0"/>
                <a:cs typeface="Arial" charset="0"/>
                <a:sym typeface="Wingdings" charset="0"/>
              </a:rPr>
              <a:t></a:t>
            </a:r>
            <a:r>
              <a:rPr lang="en-US" b="1" dirty="0">
                <a:solidFill>
                  <a:schemeClr val="tx1"/>
                </a:solidFill>
                <a:latin typeface="Arial" charset="0"/>
                <a:cs typeface="Arial" charset="0"/>
              </a:rPr>
              <a:t> D</a:t>
            </a:r>
            <a:r>
              <a:rPr lang="en-US" b="1" baseline="-25000" dirty="0">
                <a:solidFill>
                  <a:schemeClr val="tx1"/>
                </a:solidFill>
                <a:latin typeface="Arial" charset="0"/>
                <a:cs typeface="Arial" charset="0"/>
              </a:rPr>
              <a:t>B </a:t>
            </a:r>
            <a:r>
              <a:rPr lang="en-US" b="1" baseline="30000" dirty="0">
                <a:solidFill>
                  <a:schemeClr val="tx1"/>
                </a:solidFill>
                <a:latin typeface="Arial" charset="0"/>
                <a:cs typeface="Arial" charset="0"/>
              </a:rPr>
              <a:t>j</a:t>
            </a:r>
            <a:endParaRPr lang="en-US" b="1" dirty="0">
              <a:solidFill>
                <a:schemeClr val="tx1"/>
              </a:solidFill>
              <a:latin typeface="Arial" charset="0"/>
              <a:cs typeface="Arial" charset="0"/>
            </a:endParaRPr>
          </a:p>
          <a:p>
            <a:pPr lvl="2"/>
            <a:r>
              <a:rPr lang="en-US" dirty="0">
                <a:solidFill>
                  <a:schemeClr val="tx1"/>
                </a:solidFill>
                <a:latin typeface="Arial" charset="0"/>
                <a:cs typeface="Arial" charset="0"/>
              </a:rPr>
              <a:t>A</a:t>
            </a:r>
            <a:r>
              <a:rPr lang="fr-FR" altLang="ja-JP" dirty="0">
                <a:latin typeface="Arial" charset="0"/>
                <a:cs typeface="Arial" charset="0"/>
              </a:rPr>
              <a:t>'</a:t>
            </a:r>
            <a:r>
              <a:rPr lang="en-US" altLang="ja-JP" dirty="0">
                <a:latin typeface="Arial" charset="0"/>
                <a:cs typeface="Arial" charset="0"/>
              </a:rPr>
              <a:t>s </a:t>
            </a:r>
            <a:r>
              <a:rPr lang="en-US" altLang="ja-JP" dirty="0">
                <a:solidFill>
                  <a:schemeClr val="tx1"/>
                </a:solidFill>
                <a:latin typeface="Arial" charset="0"/>
                <a:cs typeface="Arial" charset="0"/>
              </a:rPr>
              <a:t>k</a:t>
            </a:r>
            <a:r>
              <a:rPr lang="en-US" altLang="ja-JP" dirty="0">
                <a:latin typeface="Arial" charset="0"/>
                <a:cs typeface="Arial" charset="0"/>
              </a:rPr>
              <a:t>-</a:t>
            </a:r>
            <a:r>
              <a:rPr lang="en-US" altLang="ja-JP" dirty="0" err="1">
                <a:latin typeface="Arial" charset="0"/>
                <a:cs typeface="Arial" charset="0"/>
              </a:rPr>
              <a:t>th</a:t>
            </a:r>
            <a:r>
              <a:rPr lang="en-US" altLang="ja-JP" dirty="0">
                <a:latin typeface="Arial" charset="0"/>
                <a:cs typeface="Arial" charset="0"/>
              </a:rPr>
              <a:t> doorway precedes </a:t>
            </a:r>
            <a:r>
              <a:rPr lang="en-US" altLang="ja-JP" dirty="0">
                <a:solidFill>
                  <a:schemeClr val="tx1"/>
                </a:solidFill>
                <a:latin typeface="Arial" charset="0"/>
                <a:cs typeface="Arial" charset="0"/>
              </a:rPr>
              <a:t>B</a:t>
            </a:r>
            <a:r>
              <a:rPr lang="fr-FR" altLang="ja-JP" dirty="0">
                <a:latin typeface="Arial" charset="0"/>
                <a:cs typeface="Arial" charset="0"/>
              </a:rPr>
              <a:t>'</a:t>
            </a:r>
            <a:r>
              <a:rPr lang="en-US" altLang="ja-JP" dirty="0">
                <a:latin typeface="Arial" charset="0"/>
                <a:cs typeface="Arial" charset="0"/>
              </a:rPr>
              <a:t>s </a:t>
            </a:r>
            <a:r>
              <a:rPr lang="en-US" altLang="ja-JP" dirty="0">
                <a:solidFill>
                  <a:schemeClr val="tx1"/>
                </a:solidFill>
                <a:latin typeface="Arial" charset="0"/>
                <a:cs typeface="Arial" charset="0"/>
              </a:rPr>
              <a:t>j</a:t>
            </a:r>
            <a:r>
              <a:rPr lang="en-US" altLang="ja-JP" dirty="0">
                <a:latin typeface="Arial" charset="0"/>
                <a:cs typeface="Arial" charset="0"/>
              </a:rPr>
              <a:t>-</a:t>
            </a:r>
            <a:r>
              <a:rPr lang="en-US" altLang="ja-JP" dirty="0" err="1">
                <a:latin typeface="Arial" charset="0"/>
                <a:cs typeface="Arial" charset="0"/>
              </a:rPr>
              <a:t>th</a:t>
            </a:r>
            <a:r>
              <a:rPr lang="en-US" altLang="ja-JP" dirty="0">
                <a:latin typeface="Arial" charset="0"/>
                <a:cs typeface="Arial" charset="0"/>
              </a:rPr>
              <a:t> doorway</a:t>
            </a:r>
          </a:p>
          <a:p>
            <a:pPr lvl="1"/>
            <a:r>
              <a:rPr lang="en-US" dirty="0">
                <a:latin typeface="Arial" charset="0"/>
                <a:cs typeface="Arial" charset="0"/>
              </a:rPr>
              <a:t>Then </a:t>
            </a:r>
            <a:r>
              <a:rPr lang="en-US" b="1" dirty="0" err="1">
                <a:solidFill>
                  <a:schemeClr val="tx1"/>
                </a:solidFill>
                <a:latin typeface="Arial" charset="0"/>
                <a:cs typeface="Arial" charset="0"/>
              </a:rPr>
              <a:t>CS</a:t>
            </a:r>
            <a:r>
              <a:rPr lang="en-US" b="1" baseline="-25000" dirty="0" err="1">
                <a:solidFill>
                  <a:schemeClr val="tx1"/>
                </a:solidFill>
                <a:latin typeface="Arial" charset="0"/>
                <a:cs typeface="Arial" charset="0"/>
              </a:rPr>
              <a:t>A</a:t>
            </a:r>
            <a:r>
              <a:rPr lang="en-US" b="1" baseline="30000" dirty="0" err="1">
                <a:solidFill>
                  <a:schemeClr val="tx1"/>
                </a:solidFill>
                <a:latin typeface="Arial" charset="0"/>
                <a:cs typeface="Arial" charset="0"/>
              </a:rPr>
              <a:t>k</a:t>
            </a:r>
            <a:r>
              <a:rPr lang="en-US" b="1" baseline="30000" dirty="0">
                <a:solidFill>
                  <a:schemeClr val="tx1"/>
                </a:solidFill>
                <a:latin typeface="Arial" charset="0"/>
                <a:cs typeface="Arial" charset="0"/>
              </a:rPr>
              <a:t> </a:t>
            </a:r>
            <a:r>
              <a:rPr lang="en-US" sz="2000" b="1" dirty="0">
                <a:solidFill>
                  <a:schemeClr val="tx1"/>
                </a:solidFill>
                <a:latin typeface="Arial" charset="0"/>
                <a:cs typeface="Arial" charset="0"/>
                <a:sym typeface="Wingdings" charset="0"/>
              </a:rPr>
              <a:t></a:t>
            </a:r>
            <a:r>
              <a:rPr lang="en-US" b="1" dirty="0">
                <a:solidFill>
                  <a:schemeClr val="tx1"/>
                </a:solidFill>
                <a:latin typeface="Arial" charset="0"/>
                <a:cs typeface="Arial" charset="0"/>
              </a:rPr>
              <a:t> </a:t>
            </a:r>
            <a:r>
              <a:rPr lang="en-US" b="1" dirty="0" err="1">
                <a:solidFill>
                  <a:schemeClr val="tx1"/>
                </a:solidFill>
                <a:latin typeface="Arial" charset="0"/>
                <a:cs typeface="Arial" charset="0"/>
              </a:rPr>
              <a:t>CS</a:t>
            </a:r>
            <a:r>
              <a:rPr lang="en-US" b="1" baseline="-25000" dirty="0" err="1">
                <a:solidFill>
                  <a:schemeClr val="tx1"/>
                </a:solidFill>
                <a:latin typeface="Arial" charset="0"/>
                <a:cs typeface="Arial" charset="0"/>
              </a:rPr>
              <a:t>B</a:t>
            </a:r>
            <a:r>
              <a:rPr lang="en-US" b="1" baseline="30000" dirty="0" err="1">
                <a:solidFill>
                  <a:schemeClr val="tx1"/>
                </a:solidFill>
                <a:latin typeface="Arial" charset="0"/>
                <a:cs typeface="Arial" charset="0"/>
              </a:rPr>
              <a:t>j+r</a:t>
            </a:r>
            <a:endParaRPr lang="en-US" b="1" dirty="0">
              <a:solidFill>
                <a:srgbClr val="FF5050"/>
              </a:solidFill>
              <a:latin typeface="Arial" charset="0"/>
              <a:cs typeface="Arial" charset="0"/>
            </a:endParaRPr>
          </a:p>
          <a:p>
            <a:pPr lvl="2"/>
            <a:r>
              <a:rPr lang="en-US" dirty="0">
                <a:solidFill>
                  <a:schemeClr val="tx1"/>
                </a:solidFill>
                <a:latin typeface="Arial" charset="0"/>
                <a:cs typeface="Arial" charset="0"/>
              </a:rPr>
              <a:t>A</a:t>
            </a:r>
            <a:r>
              <a:rPr lang="fr-FR" altLang="ja-JP" dirty="0">
                <a:latin typeface="Arial" charset="0"/>
                <a:cs typeface="Arial" charset="0"/>
              </a:rPr>
              <a:t>'</a:t>
            </a:r>
            <a:r>
              <a:rPr lang="en-US" altLang="ja-JP" dirty="0">
                <a:latin typeface="Arial" charset="0"/>
                <a:cs typeface="Arial" charset="0"/>
              </a:rPr>
              <a:t>s </a:t>
            </a:r>
            <a:r>
              <a:rPr lang="en-US" altLang="ja-JP" dirty="0">
                <a:solidFill>
                  <a:schemeClr val="tx1"/>
                </a:solidFill>
                <a:latin typeface="Arial" charset="0"/>
                <a:cs typeface="Arial" charset="0"/>
              </a:rPr>
              <a:t>k</a:t>
            </a:r>
            <a:r>
              <a:rPr lang="en-US" altLang="ja-JP" dirty="0">
                <a:latin typeface="Arial" charset="0"/>
                <a:cs typeface="Arial" charset="0"/>
              </a:rPr>
              <a:t>-</a:t>
            </a:r>
            <a:r>
              <a:rPr lang="en-US" altLang="ja-JP" dirty="0" err="1">
                <a:latin typeface="Arial" charset="0"/>
                <a:cs typeface="Arial" charset="0"/>
              </a:rPr>
              <a:t>th</a:t>
            </a:r>
            <a:r>
              <a:rPr lang="en-US" altLang="ja-JP" dirty="0">
                <a:latin typeface="Arial" charset="0"/>
                <a:cs typeface="Arial" charset="0"/>
              </a:rPr>
              <a:t> critical section precedes </a:t>
            </a:r>
            <a:r>
              <a:rPr lang="en-US" altLang="ja-JP" dirty="0">
                <a:solidFill>
                  <a:schemeClr val="tx1"/>
                </a:solidFill>
                <a:latin typeface="Arial" charset="0"/>
                <a:cs typeface="Arial" charset="0"/>
              </a:rPr>
              <a:t>B</a:t>
            </a:r>
            <a:r>
              <a:rPr lang="fr-FR" altLang="ja-JP" dirty="0">
                <a:latin typeface="Arial" charset="0"/>
                <a:cs typeface="Arial" charset="0"/>
              </a:rPr>
              <a:t>'</a:t>
            </a:r>
            <a:r>
              <a:rPr lang="en-US" altLang="ja-JP" dirty="0">
                <a:latin typeface="Arial" charset="0"/>
                <a:cs typeface="Arial" charset="0"/>
              </a:rPr>
              <a:t>s </a:t>
            </a:r>
            <a:r>
              <a:rPr lang="en-US" altLang="ja-JP" dirty="0" err="1">
                <a:solidFill>
                  <a:schemeClr val="tx1"/>
                </a:solidFill>
                <a:latin typeface="Arial" charset="0"/>
                <a:cs typeface="Arial" charset="0"/>
              </a:rPr>
              <a:t>j+r</a:t>
            </a:r>
            <a:r>
              <a:rPr lang="en-US" altLang="ja-JP" dirty="0" err="1">
                <a:latin typeface="Arial" charset="0"/>
                <a:cs typeface="Arial" charset="0"/>
              </a:rPr>
              <a:t>-th</a:t>
            </a:r>
            <a:r>
              <a:rPr lang="en-US" altLang="ja-JP" dirty="0">
                <a:latin typeface="Arial" charset="0"/>
                <a:cs typeface="Arial" charset="0"/>
              </a:rPr>
              <a:t> critical section</a:t>
            </a:r>
          </a:p>
          <a:p>
            <a:pPr lvl="2"/>
            <a:r>
              <a:rPr lang="en-US" dirty="0">
                <a:solidFill>
                  <a:schemeClr val="tx1"/>
                </a:solidFill>
                <a:latin typeface="Arial" charset="0"/>
                <a:cs typeface="Arial" charset="0"/>
              </a:rPr>
              <a:t>B</a:t>
            </a:r>
            <a:r>
              <a:rPr lang="en-US" dirty="0">
                <a:latin typeface="Arial" charset="0"/>
                <a:cs typeface="Arial" charset="0"/>
              </a:rPr>
              <a:t> cannot overtake </a:t>
            </a:r>
            <a:r>
              <a:rPr lang="en-US" dirty="0">
                <a:solidFill>
                  <a:schemeClr val="tx1"/>
                </a:solidFill>
                <a:latin typeface="Arial" charset="0"/>
                <a:cs typeface="Arial" charset="0"/>
              </a:rPr>
              <a:t>A</a:t>
            </a:r>
            <a:r>
              <a:rPr lang="en-US" dirty="0">
                <a:latin typeface="Arial" charset="0"/>
                <a:cs typeface="Arial" charset="0"/>
              </a:rPr>
              <a:t> more than </a:t>
            </a:r>
            <a:r>
              <a:rPr lang="en-US" dirty="0">
                <a:solidFill>
                  <a:srgbClr val="000000"/>
                </a:solidFill>
                <a:latin typeface="Arial" charset="0"/>
                <a:cs typeface="Arial" charset="0"/>
              </a:rPr>
              <a:t>r</a:t>
            </a:r>
            <a:r>
              <a:rPr lang="en-US" dirty="0">
                <a:latin typeface="Arial" charset="0"/>
                <a:cs typeface="Arial" charset="0"/>
              </a:rPr>
              <a:t> times</a:t>
            </a:r>
          </a:p>
          <a:p>
            <a:r>
              <a:rPr lang="en-US" dirty="0">
                <a:latin typeface="Arial" charset="0"/>
                <a:cs typeface="Arial" charset="0"/>
              </a:rPr>
              <a:t>First-come-first-served </a:t>
            </a:r>
            <a:r>
              <a:rPr lang="en-US" dirty="0">
                <a:latin typeface="Arial" charset="0"/>
                <a:cs typeface="Arial" charset="0"/>
                <a:sym typeface="Wingdings"/>
              </a:rPr>
              <a:t> </a:t>
            </a:r>
            <a:r>
              <a:rPr lang="en-US" dirty="0">
                <a:solidFill>
                  <a:srgbClr val="000000"/>
                </a:solidFill>
                <a:latin typeface="Arial" charset="0"/>
                <a:cs typeface="Arial" charset="0"/>
                <a:sym typeface="Wingdings"/>
              </a:rPr>
              <a:t>r = 0</a:t>
            </a:r>
            <a:endParaRPr lang="en-US" dirty="0">
              <a:solidFill>
                <a:srgbClr val="000000"/>
              </a:solidFill>
              <a:latin typeface="Arial" charset="0"/>
              <a:cs typeface="Arial" charset="0"/>
            </a:endParaRPr>
          </a:p>
        </p:txBody>
      </p:sp>
      <p:sp>
        <p:nvSpPr>
          <p:cNvPr id="212997" name="Rectangle 3"/>
          <p:cNvSpPr>
            <a:spLocks noGrp="1" noChangeArrowheads="1"/>
          </p:cNvSpPr>
          <p:nvPr>
            <p:ph type="title"/>
          </p:nvPr>
        </p:nvSpPr>
        <p:spPr/>
        <p:txBody>
          <a:bodyPr/>
          <a:lstStyle/>
          <a:p>
            <a:r>
              <a:rPr lang="en-US" dirty="0">
                <a:latin typeface="Arial" charset="0"/>
              </a:rPr>
              <a:t>r-Bounded Waiting</a:t>
            </a:r>
          </a:p>
        </p:txBody>
      </p:sp>
    </p:spTree>
  </p:cSld>
  <p:clrMapOvr>
    <a:masterClrMapping/>
  </p:clrMapOvr>
  <p:transition spd="slow"/>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9"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145410"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DAB110AD-747A-1D4B-A8AD-677E3B5E61C0}" type="slidenum">
              <a:rPr lang="ar-SA" sz="1400" b="0">
                <a:solidFill>
                  <a:schemeClr val="tx1"/>
                </a:solidFill>
                <a:latin typeface="Arial" charset="0"/>
                <a:cs typeface="Arial" charset="0"/>
              </a:rPr>
              <a:pPr/>
              <a:t>80</a:t>
            </a:fld>
            <a:endParaRPr lang="en-US" sz="1400" b="0">
              <a:solidFill>
                <a:schemeClr val="tx1"/>
              </a:solidFill>
              <a:latin typeface="Arial" charset="0"/>
              <a:cs typeface="Arial" charset="0"/>
            </a:endParaRPr>
          </a:p>
        </p:txBody>
      </p:sp>
      <p:pic>
        <p:nvPicPr>
          <p:cNvPr id="145411" name="Picture 8"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5412" name="Rectangle 2"/>
          <p:cNvSpPr>
            <a:spLocks noGrp="1" noChangeArrowheads="1"/>
          </p:cNvSpPr>
          <p:nvPr>
            <p:ph type="title"/>
          </p:nvPr>
        </p:nvSpPr>
        <p:spPr/>
        <p:txBody>
          <a:bodyPr/>
          <a:lstStyle/>
          <a:p>
            <a:r>
              <a:rPr lang="en-US" sz="4000" dirty="0">
                <a:latin typeface="Arial" charset="0"/>
              </a:rPr>
              <a:t>What is “r” for Peterson</a:t>
            </a:r>
            <a:r>
              <a:rPr lang="fr-FR" altLang="ja-JP" sz="4000" dirty="0">
                <a:latin typeface="Arial" charset="0"/>
              </a:rPr>
              <a:t>'</a:t>
            </a:r>
            <a:r>
              <a:rPr lang="en-US" altLang="ja-JP" sz="4000" dirty="0">
                <a:latin typeface="Arial" charset="0"/>
              </a:rPr>
              <a:t>s Algorithm?</a:t>
            </a:r>
            <a:endParaRPr lang="en-US" sz="4000" dirty="0">
              <a:latin typeface="Arial" charset="0"/>
            </a:endParaRPr>
          </a:p>
        </p:txBody>
      </p:sp>
      <p:sp>
        <p:nvSpPr>
          <p:cNvPr id="145413" name="Rectangle 4"/>
          <p:cNvSpPr>
            <a:spLocks noChangeArrowheads="1"/>
          </p:cNvSpPr>
          <p:nvPr/>
        </p:nvSpPr>
        <p:spPr bwMode="auto">
          <a:xfrm>
            <a:off x="1066800" y="2514600"/>
            <a:ext cx="6781800" cy="2971800"/>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231775" indent="-231775" eaLnBrk="0" hangingPunct="0">
              <a:lnSpc>
                <a:spcPct val="80000"/>
              </a:lnSpc>
              <a:spcBef>
                <a:spcPct val="20000"/>
              </a:spcBef>
            </a:pPr>
            <a:r>
              <a:rPr lang="en-US" sz="2400">
                <a:solidFill>
                  <a:schemeClr val="tx1"/>
                </a:solidFill>
                <a:latin typeface="Courier New" charset="0"/>
                <a:cs typeface="Courier New" charset="0"/>
              </a:rPr>
              <a:t>public</a:t>
            </a:r>
            <a:r>
              <a:rPr lang="en-US" sz="2400">
                <a:solidFill>
                  <a:schemeClr val="folHlink"/>
                </a:solidFill>
                <a:latin typeface="Courier New" charset="0"/>
                <a:cs typeface="Courier New" charset="0"/>
              </a:rPr>
              <a:t> </a:t>
            </a:r>
            <a:r>
              <a:rPr lang="en-US" sz="2400">
                <a:solidFill>
                  <a:schemeClr val="tx1"/>
                </a:solidFill>
                <a:latin typeface="Courier New" charset="0"/>
                <a:cs typeface="Courier New" charset="0"/>
              </a:rPr>
              <a:t>void</a:t>
            </a:r>
            <a:r>
              <a:rPr lang="en-US" sz="2400">
                <a:solidFill>
                  <a:schemeClr val="folHlink"/>
                </a:solidFill>
                <a:latin typeface="Courier New" charset="0"/>
                <a:cs typeface="Courier New" charset="0"/>
              </a:rPr>
              <a:t> </a:t>
            </a:r>
            <a:r>
              <a:rPr lang="en-US" sz="2400">
                <a:solidFill>
                  <a:schemeClr val="accent2"/>
                </a:solidFill>
                <a:latin typeface="Courier New" charset="0"/>
                <a:cs typeface="Courier New" charset="0"/>
              </a:rPr>
              <a:t>lock() {</a:t>
            </a:r>
          </a:p>
          <a:p>
            <a:pPr marL="231775" indent="-231775" eaLnBrk="0" hangingPunct="0">
              <a:lnSpc>
                <a:spcPct val="80000"/>
              </a:lnSpc>
              <a:spcBef>
                <a:spcPct val="20000"/>
              </a:spcBef>
            </a:pPr>
            <a:r>
              <a:rPr lang="en-US" sz="2400">
                <a:solidFill>
                  <a:schemeClr val="accent2"/>
                </a:solidFill>
                <a:latin typeface="Courier New" charset="0"/>
                <a:cs typeface="Courier New" charset="0"/>
              </a:rPr>
              <a:t> flag[i] =</a:t>
            </a:r>
            <a:r>
              <a:rPr lang="en-US" sz="2400">
                <a:solidFill>
                  <a:srgbClr val="000000"/>
                </a:solidFill>
                <a:latin typeface="Courier New" charset="0"/>
                <a:cs typeface="Courier New" charset="0"/>
              </a:rPr>
              <a:t> </a:t>
            </a:r>
            <a:r>
              <a:rPr lang="en-US" sz="2400">
                <a:solidFill>
                  <a:schemeClr val="tx1"/>
                </a:solidFill>
                <a:latin typeface="Courier New" charset="0"/>
                <a:cs typeface="Courier New" charset="0"/>
              </a:rPr>
              <a:t>true</a:t>
            </a:r>
            <a:r>
              <a:rPr lang="en-US" sz="2400">
                <a:solidFill>
                  <a:srgbClr val="000000"/>
                </a:solidFill>
                <a:latin typeface="Courier New" charset="0"/>
                <a:cs typeface="Courier New" charset="0"/>
              </a:rPr>
              <a:t>; </a:t>
            </a:r>
            <a:endParaRPr lang="en-US" sz="2400">
              <a:solidFill>
                <a:srgbClr val="FF0000"/>
              </a:solidFill>
              <a:latin typeface="Courier New" charset="0"/>
              <a:cs typeface="Courier New" charset="0"/>
            </a:endParaRPr>
          </a:p>
          <a:p>
            <a:pPr marL="231775" indent="-231775" eaLnBrk="0" hangingPunct="0">
              <a:lnSpc>
                <a:spcPct val="80000"/>
              </a:lnSpc>
              <a:spcBef>
                <a:spcPct val="20000"/>
              </a:spcBef>
            </a:pPr>
            <a:r>
              <a:rPr lang="en-US" sz="2400">
                <a:solidFill>
                  <a:srgbClr val="000000"/>
                </a:solidFill>
                <a:latin typeface="Courier New" charset="0"/>
                <a:cs typeface="Courier New" charset="0"/>
              </a:rPr>
              <a:t> </a:t>
            </a:r>
            <a:r>
              <a:rPr lang="en-US" sz="2400">
                <a:solidFill>
                  <a:schemeClr val="accent2"/>
                </a:solidFill>
                <a:latin typeface="Courier New" charset="0"/>
                <a:cs typeface="Courier New" charset="0"/>
              </a:rPr>
              <a:t>victim  = i;</a:t>
            </a:r>
            <a:r>
              <a:rPr lang="en-US" sz="2400">
                <a:solidFill>
                  <a:schemeClr val="folHlink"/>
                </a:solidFill>
                <a:latin typeface="Courier New" charset="0"/>
                <a:cs typeface="Courier New" charset="0"/>
              </a:rPr>
              <a:t> </a:t>
            </a:r>
          </a:p>
          <a:p>
            <a:pPr marL="231775" indent="-231775" eaLnBrk="0" hangingPunct="0">
              <a:lnSpc>
                <a:spcPct val="80000"/>
              </a:lnSpc>
              <a:spcBef>
                <a:spcPct val="20000"/>
              </a:spcBef>
            </a:pPr>
            <a:r>
              <a:rPr lang="en-US" sz="2400">
                <a:solidFill>
                  <a:schemeClr val="folHlink"/>
                </a:solidFill>
                <a:latin typeface="Courier New" charset="0"/>
                <a:cs typeface="Courier New" charset="0"/>
              </a:rPr>
              <a:t> </a:t>
            </a:r>
            <a:r>
              <a:rPr lang="en-US" sz="2400">
                <a:solidFill>
                  <a:schemeClr val="tx1"/>
                </a:solidFill>
                <a:latin typeface="Courier New" charset="0"/>
                <a:cs typeface="Courier New" charset="0"/>
              </a:rPr>
              <a:t>while</a:t>
            </a:r>
            <a:r>
              <a:rPr lang="en-US" sz="2400">
                <a:solidFill>
                  <a:schemeClr val="folHlink"/>
                </a:solidFill>
                <a:latin typeface="Courier New" charset="0"/>
                <a:cs typeface="Courier New" charset="0"/>
              </a:rPr>
              <a:t> </a:t>
            </a:r>
            <a:r>
              <a:rPr lang="en-US" sz="2400">
                <a:solidFill>
                  <a:schemeClr val="accent2"/>
                </a:solidFill>
                <a:latin typeface="Courier New" charset="0"/>
                <a:cs typeface="Courier New" charset="0"/>
              </a:rPr>
              <a:t>(flag[j] &amp;&amp; victim == i) {};</a:t>
            </a:r>
          </a:p>
          <a:p>
            <a:pPr marL="231775" indent="-231775" eaLnBrk="0" hangingPunct="0">
              <a:lnSpc>
                <a:spcPct val="80000"/>
              </a:lnSpc>
              <a:spcBef>
                <a:spcPct val="20000"/>
              </a:spcBef>
            </a:pPr>
            <a:r>
              <a:rPr lang="en-US" sz="2400">
                <a:solidFill>
                  <a:schemeClr val="accent2"/>
                </a:solidFill>
                <a:latin typeface="Courier New" charset="0"/>
                <a:cs typeface="Courier New" charset="0"/>
              </a:rPr>
              <a:t>}</a:t>
            </a:r>
          </a:p>
          <a:p>
            <a:pPr marL="231775" indent="-231775" eaLnBrk="0" hangingPunct="0">
              <a:lnSpc>
                <a:spcPct val="80000"/>
              </a:lnSpc>
              <a:spcBef>
                <a:spcPct val="20000"/>
              </a:spcBef>
            </a:pPr>
            <a:r>
              <a:rPr lang="en-US" sz="2400">
                <a:solidFill>
                  <a:schemeClr val="tx1"/>
                </a:solidFill>
                <a:latin typeface="Courier New" charset="0"/>
                <a:cs typeface="Courier New" charset="0"/>
              </a:rPr>
              <a:t>public void</a:t>
            </a:r>
            <a:r>
              <a:rPr lang="en-US" sz="2400">
                <a:solidFill>
                  <a:schemeClr val="folHlink"/>
                </a:solidFill>
                <a:latin typeface="Courier New" charset="0"/>
                <a:cs typeface="Courier New" charset="0"/>
              </a:rPr>
              <a:t> </a:t>
            </a:r>
            <a:r>
              <a:rPr lang="en-US" sz="2400">
                <a:solidFill>
                  <a:schemeClr val="accent2"/>
                </a:solidFill>
                <a:latin typeface="Courier New" charset="0"/>
                <a:cs typeface="Courier New" charset="0"/>
              </a:rPr>
              <a:t>unlock() {</a:t>
            </a:r>
          </a:p>
          <a:p>
            <a:pPr marL="231775" indent="-231775" eaLnBrk="0" hangingPunct="0">
              <a:lnSpc>
                <a:spcPct val="80000"/>
              </a:lnSpc>
              <a:spcBef>
                <a:spcPct val="20000"/>
              </a:spcBef>
            </a:pPr>
            <a:r>
              <a:rPr lang="en-US" sz="2400">
                <a:solidFill>
                  <a:schemeClr val="accent2"/>
                </a:solidFill>
                <a:latin typeface="Courier New" charset="0"/>
                <a:cs typeface="Courier New" charset="0"/>
              </a:rPr>
              <a:t> flag[i] =</a:t>
            </a:r>
            <a:r>
              <a:rPr lang="en-US" sz="2400">
                <a:solidFill>
                  <a:schemeClr val="folHlink"/>
                </a:solidFill>
                <a:latin typeface="Courier New" charset="0"/>
                <a:cs typeface="Courier New" charset="0"/>
              </a:rPr>
              <a:t> </a:t>
            </a:r>
            <a:r>
              <a:rPr lang="en-US" sz="2400">
                <a:solidFill>
                  <a:schemeClr val="tx1"/>
                </a:solidFill>
                <a:latin typeface="Courier New" charset="0"/>
                <a:cs typeface="Courier New" charset="0"/>
              </a:rPr>
              <a:t>false</a:t>
            </a:r>
            <a:r>
              <a:rPr lang="en-US" sz="2400">
                <a:solidFill>
                  <a:schemeClr val="accent2"/>
                </a:solidFill>
                <a:latin typeface="Courier New" charset="0"/>
                <a:cs typeface="Courier New" charset="0"/>
              </a:rPr>
              <a:t>;</a:t>
            </a:r>
          </a:p>
          <a:p>
            <a:pPr marL="231775" indent="-231775" eaLnBrk="0" hangingPunct="0">
              <a:lnSpc>
                <a:spcPct val="80000"/>
              </a:lnSpc>
              <a:spcBef>
                <a:spcPct val="20000"/>
              </a:spcBef>
            </a:pPr>
            <a:r>
              <a:rPr lang="en-US" sz="2400">
                <a:solidFill>
                  <a:schemeClr val="accent2"/>
                </a:solidFill>
                <a:latin typeface="Courier New" charset="0"/>
                <a:cs typeface="Courier New" charset="0"/>
              </a:rPr>
              <a:t>}</a:t>
            </a:r>
          </a:p>
        </p:txBody>
      </p:sp>
      <p:sp>
        <p:nvSpPr>
          <p:cNvPr id="9" name="Text Box 16"/>
          <p:cNvSpPr txBox="1">
            <a:spLocks noChangeArrowheads="1"/>
          </p:cNvSpPr>
          <p:nvPr/>
        </p:nvSpPr>
        <p:spPr bwMode="auto">
          <a:xfrm>
            <a:off x="3013592" y="5363692"/>
            <a:ext cx="2773315" cy="584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3200" dirty="0">
                <a:solidFill>
                  <a:srgbClr val="FF0000"/>
                </a:solidFill>
                <a:latin typeface="Arial" charset="0"/>
              </a:rPr>
              <a:t>Answer: r = 0</a:t>
            </a:r>
          </a:p>
        </p:txBody>
      </p:sp>
    </p:spTree>
    <p:extLst>
      <p:ext uri="{BB962C8B-B14F-4D97-AF65-F5344CB8AC3E}">
        <p14:creationId xmlns:p14="http://schemas.microsoft.com/office/powerpoint/2010/main" val="346642494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3"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212994"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BD37DEAB-8CF3-1D49-B7C1-CACD9524FD79}" type="slidenum">
              <a:rPr lang="ar-SA" sz="1400" b="0">
                <a:solidFill>
                  <a:schemeClr val="tx1"/>
                </a:solidFill>
                <a:latin typeface="Arial" charset="0"/>
                <a:cs typeface="Arial" charset="0"/>
              </a:rPr>
              <a:pPr/>
              <a:t>81</a:t>
            </a:fld>
            <a:endParaRPr lang="en-US" sz="1400" b="0">
              <a:solidFill>
                <a:schemeClr val="tx1"/>
              </a:solidFill>
              <a:latin typeface="Arial" charset="0"/>
              <a:cs typeface="Arial" charset="0"/>
            </a:endParaRPr>
          </a:p>
        </p:txBody>
      </p:sp>
      <p:pic>
        <p:nvPicPr>
          <p:cNvPr id="212995" name="Picture 4"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2996" name="Rectangle 2"/>
          <p:cNvSpPr>
            <a:spLocks noGrp="1" noChangeArrowheads="1"/>
          </p:cNvSpPr>
          <p:nvPr>
            <p:ph type="body" idx="1"/>
          </p:nvPr>
        </p:nvSpPr>
        <p:spPr/>
        <p:txBody>
          <a:bodyPr/>
          <a:lstStyle/>
          <a:p>
            <a:r>
              <a:rPr lang="en-US" dirty="0">
                <a:latin typeface="Arial" charset="0"/>
              </a:rPr>
              <a:t>For threads </a:t>
            </a:r>
            <a:r>
              <a:rPr lang="en-US" dirty="0">
                <a:solidFill>
                  <a:schemeClr val="tx1"/>
                </a:solidFill>
                <a:latin typeface="Arial" charset="0"/>
              </a:rPr>
              <a:t>A</a:t>
            </a:r>
            <a:r>
              <a:rPr lang="en-US" dirty="0">
                <a:latin typeface="Arial" charset="0"/>
              </a:rPr>
              <a:t> and </a:t>
            </a:r>
            <a:r>
              <a:rPr lang="en-US" dirty="0">
                <a:solidFill>
                  <a:schemeClr val="tx1"/>
                </a:solidFill>
                <a:latin typeface="Arial" charset="0"/>
              </a:rPr>
              <a:t>B</a:t>
            </a:r>
            <a:r>
              <a:rPr lang="en-US" dirty="0">
                <a:latin typeface="Arial" charset="0"/>
              </a:rPr>
              <a:t>:</a:t>
            </a:r>
          </a:p>
          <a:p>
            <a:pPr lvl="1"/>
            <a:r>
              <a:rPr lang="en-US" dirty="0">
                <a:latin typeface="Arial" charset="0"/>
                <a:cs typeface="Arial" charset="0"/>
              </a:rPr>
              <a:t>If </a:t>
            </a:r>
            <a:r>
              <a:rPr lang="en-US" b="1" dirty="0" err="1">
                <a:solidFill>
                  <a:schemeClr val="tx1"/>
                </a:solidFill>
                <a:latin typeface="Arial" charset="0"/>
                <a:cs typeface="Arial" charset="0"/>
              </a:rPr>
              <a:t>D</a:t>
            </a:r>
            <a:r>
              <a:rPr lang="en-US" b="1" baseline="-25000" dirty="0" err="1">
                <a:solidFill>
                  <a:schemeClr val="tx1"/>
                </a:solidFill>
                <a:latin typeface="Arial" charset="0"/>
                <a:cs typeface="Arial" charset="0"/>
              </a:rPr>
              <a:t>A</a:t>
            </a:r>
            <a:r>
              <a:rPr lang="en-US" b="1" baseline="30000" dirty="0" err="1">
                <a:solidFill>
                  <a:schemeClr val="tx1"/>
                </a:solidFill>
                <a:latin typeface="Arial" charset="0"/>
                <a:cs typeface="Arial" charset="0"/>
              </a:rPr>
              <a:t>k</a:t>
            </a:r>
            <a:r>
              <a:rPr lang="en-US" b="1" baseline="30000" dirty="0">
                <a:solidFill>
                  <a:schemeClr val="tx1"/>
                </a:solidFill>
                <a:latin typeface="Arial" charset="0"/>
                <a:cs typeface="Arial" charset="0"/>
              </a:rPr>
              <a:t> </a:t>
            </a:r>
            <a:r>
              <a:rPr lang="en-US" sz="2000" b="1" dirty="0">
                <a:solidFill>
                  <a:schemeClr val="tx1"/>
                </a:solidFill>
                <a:latin typeface="Arial" charset="0"/>
                <a:cs typeface="Arial" charset="0"/>
                <a:sym typeface="Wingdings" charset="0"/>
              </a:rPr>
              <a:t></a:t>
            </a:r>
            <a:r>
              <a:rPr lang="en-US" b="1" dirty="0">
                <a:solidFill>
                  <a:schemeClr val="tx1"/>
                </a:solidFill>
                <a:latin typeface="Arial" charset="0"/>
                <a:cs typeface="Arial" charset="0"/>
              </a:rPr>
              <a:t> D</a:t>
            </a:r>
            <a:r>
              <a:rPr lang="en-US" b="1" baseline="-25000" dirty="0">
                <a:solidFill>
                  <a:schemeClr val="tx1"/>
                </a:solidFill>
                <a:latin typeface="Arial" charset="0"/>
                <a:cs typeface="Arial" charset="0"/>
              </a:rPr>
              <a:t>B </a:t>
            </a:r>
            <a:r>
              <a:rPr lang="en-US" b="1" baseline="30000" dirty="0">
                <a:solidFill>
                  <a:schemeClr val="tx1"/>
                </a:solidFill>
                <a:latin typeface="Arial" charset="0"/>
                <a:cs typeface="Arial" charset="0"/>
              </a:rPr>
              <a:t>j</a:t>
            </a:r>
            <a:endParaRPr lang="en-US" b="1" dirty="0">
              <a:solidFill>
                <a:schemeClr val="tx1"/>
              </a:solidFill>
              <a:latin typeface="Arial" charset="0"/>
              <a:cs typeface="Arial" charset="0"/>
            </a:endParaRPr>
          </a:p>
          <a:p>
            <a:pPr lvl="2"/>
            <a:r>
              <a:rPr lang="en-US" dirty="0">
                <a:solidFill>
                  <a:schemeClr val="tx1"/>
                </a:solidFill>
                <a:latin typeface="Arial" charset="0"/>
                <a:cs typeface="Arial" charset="0"/>
              </a:rPr>
              <a:t>A</a:t>
            </a:r>
            <a:r>
              <a:rPr lang="fr-FR" altLang="ja-JP" dirty="0">
                <a:latin typeface="Arial" charset="0"/>
                <a:cs typeface="Arial" charset="0"/>
              </a:rPr>
              <a:t>'</a:t>
            </a:r>
            <a:r>
              <a:rPr lang="en-US" altLang="ja-JP" dirty="0">
                <a:latin typeface="Arial" charset="0"/>
                <a:cs typeface="Arial" charset="0"/>
              </a:rPr>
              <a:t>s </a:t>
            </a:r>
            <a:r>
              <a:rPr lang="en-US" altLang="ja-JP" dirty="0">
                <a:solidFill>
                  <a:schemeClr val="tx1"/>
                </a:solidFill>
                <a:latin typeface="Arial" charset="0"/>
                <a:cs typeface="Arial" charset="0"/>
              </a:rPr>
              <a:t>k</a:t>
            </a:r>
            <a:r>
              <a:rPr lang="en-US" altLang="ja-JP" dirty="0">
                <a:latin typeface="Arial" charset="0"/>
                <a:cs typeface="Arial" charset="0"/>
              </a:rPr>
              <a:t>-</a:t>
            </a:r>
            <a:r>
              <a:rPr lang="en-US" altLang="ja-JP" dirty="0" err="1">
                <a:latin typeface="Arial" charset="0"/>
                <a:cs typeface="Arial" charset="0"/>
              </a:rPr>
              <a:t>th</a:t>
            </a:r>
            <a:r>
              <a:rPr lang="en-US" altLang="ja-JP" dirty="0">
                <a:latin typeface="Arial" charset="0"/>
                <a:cs typeface="Arial" charset="0"/>
              </a:rPr>
              <a:t> doorway precedes </a:t>
            </a:r>
            <a:r>
              <a:rPr lang="en-US" altLang="ja-JP" dirty="0">
                <a:solidFill>
                  <a:schemeClr val="tx1"/>
                </a:solidFill>
                <a:latin typeface="Arial" charset="0"/>
                <a:cs typeface="Arial" charset="0"/>
              </a:rPr>
              <a:t>B</a:t>
            </a:r>
            <a:r>
              <a:rPr lang="fr-FR" altLang="ja-JP" dirty="0">
                <a:latin typeface="Arial" charset="0"/>
                <a:cs typeface="Arial" charset="0"/>
              </a:rPr>
              <a:t>'</a:t>
            </a:r>
            <a:r>
              <a:rPr lang="en-US" altLang="ja-JP" dirty="0">
                <a:latin typeface="Arial" charset="0"/>
                <a:cs typeface="Arial" charset="0"/>
              </a:rPr>
              <a:t>s </a:t>
            </a:r>
            <a:r>
              <a:rPr lang="en-US" altLang="ja-JP" dirty="0">
                <a:solidFill>
                  <a:schemeClr val="tx1"/>
                </a:solidFill>
                <a:latin typeface="Arial" charset="0"/>
                <a:cs typeface="Arial" charset="0"/>
              </a:rPr>
              <a:t>j</a:t>
            </a:r>
            <a:r>
              <a:rPr lang="en-US" altLang="ja-JP" dirty="0">
                <a:latin typeface="Arial" charset="0"/>
                <a:cs typeface="Arial" charset="0"/>
              </a:rPr>
              <a:t>-</a:t>
            </a:r>
            <a:r>
              <a:rPr lang="en-US" altLang="ja-JP" dirty="0" err="1">
                <a:latin typeface="Arial" charset="0"/>
                <a:cs typeface="Arial" charset="0"/>
              </a:rPr>
              <a:t>th</a:t>
            </a:r>
            <a:r>
              <a:rPr lang="en-US" altLang="ja-JP" dirty="0">
                <a:latin typeface="Arial" charset="0"/>
                <a:cs typeface="Arial" charset="0"/>
              </a:rPr>
              <a:t> doorway</a:t>
            </a:r>
          </a:p>
          <a:p>
            <a:pPr lvl="1"/>
            <a:r>
              <a:rPr lang="en-US" dirty="0">
                <a:latin typeface="Arial" charset="0"/>
                <a:cs typeface="Arial" charset="0"/>
              </a:rPr>
              <a:t>Then </a:t>
            </a:r>
            <a:r>
              <a:rPr lang="en-US" b="1" dirty="0" err="1">
                <a:solidFill>
                  <a:schemeClr val="tx1"/>
                </a:solidFill>
                <a:latin typeface="Arial" charset="0"/>
                <a:cs typeface="Arial" charset="0"/>
              </a:rPr>
              <a:t>CS</a:t>
            </a:r>
            <a:r>
              <a:rPr lang="en-US" b="1" baseline="-25000" dirty="0" err="1">
                <a:solidFill>
                  <a:schemeClr val="tx1"/>
                </a:solidFill>
                <a:latin typeface="Arial" charset="0"/>
                <a:cs typeface="Arial" charset="0"/>
              </a:rPr>
              <a:t>A</a:t>
            </a:r>
            <a:r>
              <a:rPr lang="en-US" b="1" baseline="30000" dirty="0" err="1">
                <a:solidFill>
                  <a:schemeClr val="tx1"/>
                </a:solidFill>
                <a:latin typeface="Arial" charset="0"/>
                <a:cs typeface="Arial" charset="0"/>
              </a:rPr>
              <a:t>k</a:t>
            </a:r>
            <a:r>
              <a:rPr lang="en-US" b="1" baseline="30000" dirty="0">
                <a:solidFill>
                  <a:schemeClr val="tx1"/>
                </a:solidFill>
                <a:latin typeface="Arial" charset="0"/>
                <a:cs typeface="Arial" charset="0"/>
              </a:rPr>
              <a:t> </a:t>
            </a:r>
            <a:r>
              <a:rPr lang="en-US" sz="2000" b="1" dirty="0">
                <a:solidFill>
                  <a:schemeClr val="tx1"/>
                </a:solidFill>
                <a:latin typeface="Arial" charset="0"/>
                <a:cs typeface="Arial" charset="0"/>
                <a:sym typeface="Wingdings" charset="0"/>
              </a:rPr>
              <a:t></a:t>
            </a:r>
            <a:r>
              <a:rPr lang="en-US" b="1" dirty="0">
                <a:solidFill>
                  <a:schemeClr val="tx1"/>
                </a:solidFill>
                <a:latin typeface="Arial" charset="0"/>
                <a:cs typeface="Arial" charset="0"/>
              </a:rPr>
              <a:t> </a:t>
            </a:r>
            <a:r>
              <a:rPr lang="en-US" b="1" dirty="0" err="1">
                <a:solidFill>
                  <a:schemeClr val="tx1"/>
                </a:solidFill>
                <a:latin typeface="Arial" charset="0"/>
                <a:cs typeface="Arial" charset="0"/>
              </a:rPr>
              <a:t>CS</a:t>
            </a:r>
            <a:r>
              <a:rPr lang="en-US" b="1" baseline="-25000" dirty="0" err="1">
                <a:solidFill>
                  <a:schemeClr val="tx1"/>
                </a:solidFill>
                <a:latin typeface="Arial" charset="0"/>
                <a:cs typeface="Arial" charset="0"/>
              </a:rPr>
              <a:t>B</a:t>
            </a:r>
            <a:r>
              <a:rPr lang="en-US" b="1" baseline="30000" dirty="0" err="1">
                <a:solidFill>
                  <a:schemeClr val="tx1"/>
                </a:solidFill>
                <a:latin typeface="Arial" charset="0"/>
                <a:cs typeface="Arial" charset="0"/>
              </a:rPr>
              <a:t>j</a:t>
            </a:r>
            <a:endParaRPr lang="en-US" b="1" dirty="0">
              <a:solidFill>
                <a:srgbClr val="FF5050"/>
              </a:solidFill>
              <a:latin typeface="Arial" charset="0"/>
              <a:cs typeface="Arial" charset="0"/>
            </a:endParaRPr>
          </a:p>
          <a:p>
            <a:pPr lvl="2"/>
            <a:r>
              <a:rPr lang="en-US" dirty="0">
                <a:solidFill>
                  <a:schemeClr val="tx1"/>
                </a:solidFill>
                <a:latin typeface="Arial" charset="0"/>
                <a:cs typeface="Arial" charset="0"/>
              </a:rPr>
              <a:t>A</a:t>
            </a:r>
            <a:r>
              <a:rPr lang="fr-FR" altLang="ja-JP" dirty="0">
                <a:latin typeface="Arial" charset="0"/>
                <a:cs typeface="Arial" charset="0"/>
              </a:rPr>
              <a:t>'</a:t>
            </a:r>
            <a:r>
              <a:rPr lang="en-US" altLang="ja-JP" dirty="0">
                <a:latin typeface="Arial" charset="0"/>
                <a:cs typeface="Arial" charset="0"/>
              </a:rPr>
              <a:t>s </a:t>
            </a:r>
            <a:r>
              <a:rPr lang="en-US" altLang="ja-JP" dirty="0">
                <a:solidFill>
                  <a:schemeClr val="tx1"/>
                </a:solidFill>
                <a:latin typeface="Arial" charset="0"/>
                <a:cs typeface="Arial" charset="0"/>
              </a:rPr>
              <a:t>k</a:t>
            </a:r>
            <a:r>
              <a:rPr lang="en-US" altLang="ja-JP" dirty="0">
                <a:latin typeface="Arial" charset="0"/>
                <a:cs typeface="Arial" charset="0"/>
              </a:rPr>
              <a:t>-</a:t>
            </a:r>
            <a:r>
              <a:rPr lang="en-US" altLang="ja-JP" dirty="0" err="1">
                <a:latin typeface="Arial" charset="0"/>
                <a:cs typeface="Arial" charset="0"/>
              </a:rPr>
              <a:t>th</a:t>
            </a:r>
            <a:r>
              <a:rPr lang="en-US" altLang="ja-JP" dirty="0">
                <a:latin typeface="Arial" charset="0"/>
                <a:cs typeface="Arial" charset="0"/>
              </a:rPr>
              <a:t> critical section precedes </a:t>
            </a:r>
            <a:r>
              <a:rPr lang="en-US" altLang="ja-JP" dirty="0">
                <a:solidFill>
                  <a:schemeClr val="tx1"/>
                </a:solidFill>
                <a:latin typeface="Arial" charset="0"/>
                <a:cs typeface="Arial" charset="0"/>
              </a:rPr>
              <a:t>B</a:t>
            </a:r>
            <a:r>
              <a:rPr lang="fr-FR" altLang="ja-JP" dirty="0">
                <a:latin typeface="Arial" charset="0"/>
                <a:cs typeface="Arial" charset="0"/>
              </a:rPr>
              <a:t>'</a:t>
            </a:r>
            <a:r>
              <a:rPr lang="en-US" altLang="ja-JP" dirty="0">
                <a:latin typeface="Arial" charset="0"/>
                <a:cs typeface="Arial" charset="0"/>
              </a:rPr>
              <a:t>s </a:t>
            </a:r>
            <a:r>
              <a:rPr lang="en-US" altLang="ja-JP" dirty="0">
                <a:solidFill>
                  <a:schemeClr val="tx1"/>
                </a:solidFill>
                <a:latin typeface="Arial" charset="0"/>
                <a:cs typeface="Arial" charset="0"/>
              </a:rPr>
              <a:t>j</a:t>
            </a:r>
            <a:r>
              <a:rPr lang="en-US" altLang="ja-JP" dirty="0">
                <a:latin typeface="Arial" charset="0"/>
                <a:cs typeface="Arial" charset="0"/>
              </a:rPr>
              <a:t>-</a:t>
            </a:r>
            <a:r>
              <a:rPr lang="en-US" altLang="ja-JP" dirty="0" err="1">
                <a:latin typeface="Arial" charset="0"/>
                <a:cs typeface="Arial" charset="0"/>
              </a:rPr>
              <a:t>th</a:t>
            </a:r>
            <a:r>
              <a:rPr lang="en-US" altLang="ja-JP" dirty="0">
                <a:latin typeface="Arial" charset="0"/>
                <a:cs typeface="Arial" charset="0"/>
              </a:rPr>
              <a:t> critical section</a:t>
            </a:r>
          </a:p>
          <a:p>
            <a:pPr lvl="2"/>
            <a:r>
              <a:rPr lang="en-US" dirty="0">
                <a:solidFill>
                  <a:schemeClr val="tx1"/>
                </a:solidFill>
                <a:latin typeface="Arial" charset="0"/>
                <a:cs typeface="Arial" charset="0"/>
              </a:rPr>
              <a:t>B</a:t>
            </a:r>
            <a:r>
              <a:rPr lang="en-US" dirty="0">
                <a:latin typeface="Arial" charset="0"/>
                <a:cs typeface="Arial" charset="0"/>
              </a:rPr>
              <a:t> cannot overtake </a:t>
            </a:r>
            <a:r>
              <a:rPr lang="en-US" dirty="0">
                <a:solidFill>
                  <a:schemeClr val="tx1"/>
                </a:solidFill>
                <a:latin typeface="Arial" charset="0"/>
                <a:cs typeface="Arial" charset="0"/>
              </a:rPr>
              <a:t>A</a:t>
            </a:r>
            <a:endParaRPr lang="en-US" dirty="0">
              <a:latin typeface="Arial" charset="0"/>
              <a:cs typeface="Arial" charset="0"/>
            </a:endParaRPr>
          </a:p>
        </p:txBody>
      </p:sp>
      <p:sp>
        <p:nvSpPr>
          <p:cNvPr id="212997" name="Rectangle 3"/>
          <p:cNvSpPr>
            <a:spLocks noGrp="1" noChangeArrowheads="1"/>
          </p:cNvSpPr>
          <p:nvPr>
            <p:ph type="title"/>
          </p:nvPr>
        </p:nvSpPr>
        <p:spPr/>
        <p:txBody>
          <a:bodyPr/>
          <a:lstStyle/>
          <a:p>
            <a:r>
              <a:rPr lang="en-US">
                <a:latin typeface="Arial" charset="0"/>
              </a:rPr>
              <a:t>First-Come-First-Served</a:t>
            </a:r>
          </a:p>
        </p:txBody>
      </p:sp>
    </p:spTree>
    <p:extLst>
      <p:ext uri="{BB962C8B-B14F-4D97-AF65-F5344CB8AC3E}">
        <p14:creationId xmlns:p14="http://schemas.microsoft.com/office/powerpoint/2010/main" val="648077501"/>
      </p:ext>
    </p:extLst>
  </p:cSld>
  <p:clrMapOvr>
    <a:masterClrMapping/>
  </p:clrMapOvr>
  <p:transition spd="slow"/>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89"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217090"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F96C39E2-C079-6C41-A72B-AFE74B6839FC}" type="slidenum">
              <a:rPr lang="ar-SA" sz="1400" b="0">
                <a:solidFill>
                  <a:schemeClr val="tx1"/>
                </a:solidFill>
                <a:latin typeface="Arial" charset="0"/>
                <a:cs typeface="Arial" charset="0"/>
              </a:rPr>
              <a:pPr/>
              <a:t>82</a:t>
            </a:fld>
            <a:endParaRPr lang="en-US" sz="1400" b="0">
              <a:solidFill>
                <a:schemeClr val="tx1"/>
              </a:solidFill>
              <a:latin typeface="Arial" charset="0"/>
              <a:cs typeface="Arial" charset="0"/>
            </a:endParaRPr>
          </a:p>
        </p:txBody>
      </p:sp>
      <p:pic>
        <p:nvPicPr>
          <p:cNvPr id="217091" name="Picture 2"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7092" name="Rectangle 3"/>
          <p:cNvSpPr>
            <a:spLocks noGrp="1" noChangeArrowheads="1"/>
          </p:cNvSpPr>
          <p:nvPr>
            <p:ph type="title"/>
          </p:nvPr>
        </p:nvSpPr>
        <p:spPr/>
        <p:txBody>
          <a:bodyPr/>
          <a:lstStyle/>
          <a:p>
            <a:r>
              <a:rPr lang="en-US">
                <a:latin typeface="Arial" charset="0"/>
              </a:rPr>
              <a:t>Bakery Algorithm</a:t>
            </a:r>
          </a:p>
        </p:txBody>
      </p:sp>
      <p:sp>
        <p:nvSpPr>
          <p:cNvPr id="217093" name="Rectangle 4"/>
          <p:cNvSpPr>
            <a:spLocks noGrp="1" noChangeArrowheads="1"/>
          </p:cNvSpPr>
          <p:nvPr>
            <p:ph type="body" idx="1"/>
          </p:nvPr>
        </p:nvSpPr>
        <p:spPr/>
        <p:txBody>
          <a:bodyPr/>
          <a:lstStyle/>
          <a:p>
            <a:pPr>
              <a:lnSpc>
                <a:spcPct val="90000"/>
              </a:lnSpc>
            </a:pPr>
            <a:r>
              <a:rPr lang="en-US" dirty="0">
                <a:latin typeface="Arial" charset="0"/>
              </a:rPr>
              <a:t>Provides First-Come-First-Served for </a:t>
            </a:r>
            <a:r>
              <a:rPr lang="en-US" i="1" dirty="0">
                <a:solidFill>
                  <a:schemeClr val="tx1"/>
                </a:solidFill>
                <a:latin typeface="Arial" charset="0"/>
              </a:rPr>
              <a:t>n</a:t>
            </a:r>
            <a:r>
              <a:rPr lang="en-US" dirty="0">
                <a:latin typeface="Arial" charset="0"/>
              </a:rPr>
              <a:t> threads</a:t>
            </a:r>
          </a:p>
          <a:p>
            <a:pPr>
              <a:lnSpc>
                <a:spcPct val="90000"/>
              </a:lnSpc>
            </a:pPr>
            <a:r>
              <a:rPr lang="en-US" dirty="0">
                <a:latin typeface="Arial" charset="0"/>
              </a:rPr>
              <a:t>How?</a:t>
            </a:r>
          </a:p>
          <a:p>
            <a:pPr lvl="1">
              <a:lnSpc>
                <a:spcPct val="90000"/>
              </a:lnSpc>
            </a:pPr>
            <a:r>
              <a:rPr lang="en-US" dirty="0">
                <a:latin typeface="Arial" charset="0"/>
                <a:cs typeface="Arial" charset="0"/>
              </a:rPr>
              <a:t>Take a </a:t>
            </a:r>
            <a:r>
              <a:rPr lang="ja-JP" altLang="en-US" dirty="0">
                <a:latin typeface="Arial" charset="0"/>
                <a:cs typeface="Arial" charset="0"/>
              </a:rPr>
              <a:t>“</a:t>
            </a:r>
            <a:r>
              <a:rPr lang="en-US" altLang="ja-JP" dirty="0">
                <a:latin typeface="Arial" charset="0"/>
                <a:cs typeface="Arial" charset="0"/>
              </a:rPr>
              <a:t>number</a:t>
            </a:r>
            <a:r>
              <a:rPr lang="ja-JP" altLang="en-US" dirty="0">
                <a:latin typeface="Arial" charset="0"/>
                <a:cs typeface="Arial" charset="0"/>
              </a:rPr>
              <a:t>”</a:t>
            </a:r>
            <a:endParaRPr lang="en-US" altLang="ja-JP" dirty="0">
              <a:latin typeface="Arial" charset="0"/>
              <a:cs typeface="Arial" charset="0"/>
            </a:endParaRPr>
          </a:p>
          <a:p>
            <a:pPr lvl="1">
              <a:lnSpc>
                <a:spcPct val="90000"/>
              </a:lnSpc>
            </a:pPr>
            <a:r>
              <a:rPr lang="en-US" dirty="0">
                <a:latin typeface="Arial" charset="0"/>
                <a:cs typeface="Arial" charset="0"/>
              </a:rPr>
              <a:t>Wait until lower numbers have been served</a:t>
            </a:r>
          </a:p>
          <a:p>
            <a:pPr>
              <a:lnSpc>
                <a:spcPct val="90000"/>
              </a:lnSpc>
            </a:pPr>
            <a:r>
              <a:rPr lang="en-US" dirty="0">
                <a:latin typeface="Arial" charset="0"/>
              </a:rPr>
              <a:t>Lexicographic order</a:t>
            </a:r>
          </a:p>
          <a:p>
            <a:pPr lvl="1">
              <a:lnSpc>
                <a:spcPct val="90000"/>
              </a:lnSpc>
            </a:pPr>
            <a:r>
              <a:rPr lang="en-US" dirty="0">
                <a:solidFill>
                  <a:schemeClr val="tx1"/>
                </a:solidFill>
                <a:latin typeface="Arial" charset="0"/>
                <a:cs typeface="Arial" charset="0"/>
              </a:rPr>
              <a:t>(</a:t>
            </a:r>
            <a:r>
              <a:rPr lang="en-US" dirty="0" err="1">
                <a:solidFill>
                  <a:schemeClr val="tx1"/>
                </a:solidFill>
                <a:latin typeface="Arial" charset="0"/>
                <a:cs typeface="Arial" charset="0"/>
              </a:rPr>
              <a:t>a,i</a:t>
            </a:r>
            <a:r>
              <a:rPr lang="en-US" dirty="0">
                <a:solidFill>
                  <a:schemeClr val="tx1"/>
                </a:solidFill>
                <a:latin typeface="Arial" charset="0"/>
                <a:cs typeface="Arial" charset="0"/>
              </a:rPr>
              <a:t>) &gt; (</a:t>
            </a:r>
            <a:r>
              <a:rPr lang="en-US" dirty="0" err="1">
                <a:solidFill>
                  <a:schemeClr val="tx1"/>
                </a:solidFill>
                <a:latin typeface="Arial" charset="0"/>
                <a:cs typeface="Arial" charset="0"/>
              </a:rPr>
              <a:t>b,j</a:t>
            </a:r>
            <a:r>
              <a:rPr lang="en-US" dirty="0">
                <a:solidFill>
                  <a:schemeClr val="tx1"/>
                </a:solidFill>
                <a:latin typeface="Arial" charset="0"/>
                <a:cs typeface="Arial" charset="0"/>
              </a:rPr>
              <a:t>)</a:t>
            </a:r>
          </a:p>
          <a:p>
            <a:pPr lvl="2">
              <a:lnSpc>
                <a:spcPct val="90000"/>
              </a:lnSpc>
            </a:pPr>
            <a:r>
              <a:rPr lang="en-US" dirty="0">
                <a:latin typeface="Arial" charset="0"/>
                <a:cs typeface="Arial" charset="0"/>
              </a:rPr>
              <a:t>If </a:t>
            </a:r>
            <a:r>
              <a:rPr lang="en-US" dirty="0">
                <a:solidFill>
                  <a:schemeClr val="tx1"/>
                </a:solidFill>
                <a:latin typeface="Arial" charset="0"/>
                <a:cs typeface="Arial" charset="0"/>
              </a:rPr>
              <a:t>a &gt; b</a:t>
            </a:r>
            <a:r>
              <a:rPr lang="en-US" dirty="0">
                <a:latin typeface="Arial" charset="0"/>
                <a:cs typeface="Arial" charset="0"/>
              </a:rPr>
              <a:t>, or </a:t>
            </a:r>
            <a:r>
              <a:rPr lang="en-US" dirty="0">
                <a:solidFill>
                  <a:schemeClr val="tx1"/>
                </a:solidFill>
                <a:latin typeface="Arial" charset="0"/>
                <a:cs typeface="Arial" charset="0"/>
              </a:rPr>
              <a:t>a = b</a:t>
            </a:r>
            <a:r>
              <a:rPr lang="en-US" dirty="0">
                <a:latin typeface="Arial" charset="0"/>
                <a:cs typeface="Arial" charset="0"/>
              </a:rPr>
              <a:t> and </a:t>
            </a:r>
            <a:r>
              <a:rPr lang="en-US" dirty="0" err="1">
                <a:solidFill>
                  <a:schemeClr val="tx1"/>
                </a:solidFill>
                <a:latin typeface="Arial" charset="0"/>
                <a:cs typeface="Arial" charset="0"/>
              </a:rPr>
              <a:t>i</a:t>
            </a:r>
            <a:r>
              <a:rPr lang="en-US" dirty="0">
                <a:solidFill>
                  <a:schemeClr val="tx1"/>
                </a:solidFill>
                <a:latin typeface="Arial" charset="0"/>
                <a:cs typeface="Arial" charset="0"/>
              </a:rPr>
              <a:t> &gt; j</a:t>
            </a:r>
          </a:p>
        </p:txBody>
      </p:sp>
    </p:spTree>
  </p:cSld>
  <p:clrMapOvr>
    <a:masterClrMapping/>
  </p:clrMapOvr>
  <p:transition spd="slow"/>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7"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219138"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698DC4E0-7FE3-0A46-A565-54C8B3D977A6}" type="slidenum">
              <a:rPr lang="ar-SA" sz="1400" b="0">
                <a:solidFill>
                  <a:schemeClr val="tx1"/>
                </a:solidFill>
                <a:latin typeface="Arial" charset="0"/>
                <a:cs typeface="Arial" charset="0"/>
              </a:rPr>
              <a:pPr/>
              <a:t>83</a:t>
            </a:fld>
            <a:endParaRPr lang="en-US" sz="1400" b="0">
              <a:solidFill>
                <a:schemeClr val="tx1"/>
              </a:solidFill>
              <a:latin typeface="Arial" charset="0"/>
              <a:cs typeface="Arial" charset="0"/>
            </a:endParaRPr>
          </a:p>
        </p:txBody>
      </p:sp>
      <p:pic>
        <p:nvPicPr>
          <p:cNvPr id="219139" name="Picture 2"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9140" name="Rectangle 3"/>
          <p:cNvSpPr>
            <a:spLocks noGrp="1" noChangeArrowheads="1"/>
          </p:cNvSpPr>
          <p:nvPr>
            <p:ph type="title"/>
          </p:nvPr>
        </p:nvSpPr>
        <p:spPr>
          <a:xfrm>
            <a:off x="700088" y="363538"/>
            <a:ext cx="7772400" cy="1143000"/>
          </a:xfrm>
        </p:spPr>
        <p:txBody>
          <a:bodyPr/>
          <a:lstStyle/>
          <a:p>
            <a:r>
              <a:rPr lang="en-US">
                <a:latin typeface="Arial" charset="0"/>
              </a:rPr>
              <a:t>Bakery Algorithm</a:t>
            </a:r>
          </a:p>
        </p:txBody>
      </p:sp>
      <p:sp>
        <p:nvSpPr>
          <p:cNvPr id="219141" name="Rectangle 4"/>
          <p:cNvSpPr>
            <a:spLocks noChangeArrowheads="1"/>
          </p:cNvSpPr>
          <p:nvPr/>
        </p:nvSpPr>
        <p:spPr bwMode="auto">
          <a:xfrm>
            <a:off x="1249363" y="1690688"/>
            <a:ext cx="6783387" cy="4305300"/>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231775" indent="-231775" eaLnBrk="0" hangingPunct="0">
              <a:lnSpc>
                <a:spcPct val="80000"/>
              </a:lnSpc>
              <a:spcBef>
                <a:spcPct val="20000"/>
              </a:spcBef>
            </a:pPr>
            <a:r>
              <a:rPr lang="en-US" sz="2000">
                <a:solidFill>
                  <a:schemeClr val="tx1"/>
                </a:solidFill>
                <a:latin typeface="Courier New" charset="0"/>
                <a:cs typeface="Courier New" charset="0"/>
              </a:rPr>
              <a:t>class </a:t>
            </a:r>
            <a:r>
              <a:rPr lang="en-US" sz="2000">
                <a:solidFill>
                  <a:schemeClr val="accent2"/>
                </a:solidFill>
                <a:latin typeface="Courier New" charset="0"/>
                <a:cs typeface="Courier New" charset="0"/>
              </a:rPr>
              <a:t>Bakery</a:t>
            </a:r>
            <a:r>
              <a:rPr lang="en-US" sz="2000">
                <a:solidFill>
                  <a:schemeClr val="tx1"/>
                </a:solidFill>
                <a:latin typeface="Courier New" charset="0"/>
                <a:cs typeface="Courier New" charset="0"/>
              </a:rPr>
              <a:t> implements </a:t>
            </a:r>
            <a:r>
              <a:rPr lang="en-US" sz="2000">
                <a:solidFill>
                  <a:schemeClr val="accent2"/>
                </a:solidFill>
                <a:latin typeface="Courier New" charset="0"/>
                <a:cs typeface="Courier New" charset="0"/>
              </a:rPr>
              <a:t>Lock {</a:t>
            </a:r>
            <a:endParaRPr lang="en-US" sz="2000">
              <a:latin typeface="Courier New" charset="0"/>
            </a:endParaRPr>
          </a:p>
          <a:p>
            <a:pPr marL="231775" indent="-231775" eaLnBrk="0" hangingPunct="0">
              <a:spcBef>
                <a:spcPct val="20000"/>
              </a:spcBef>
            </a:pPr>
            <a:r>
              <a:rPr lang="en-US" sz="2000">
                <a:latin typeface="Courier New" charset="0"/>
              </a:rPr>
              <a:t>  </a:t>
            </a:r>
            <a:r>
              <a:rPr lang="en-US" sz="2000">
                <a:solidFill>
                  <a:schemeClr val="tx1"/>
                </a:solidFill>
                <a:latin typeface="Courier New" charset="0"/>
              </a:rPr>
              <a:t> boolean[]</a:t>
            </a:r>
            <a:r>
              <a:rPr lang="en-US" sz="2000">
                <a:latin typeface="Courier New" charset="0"/>
              </a:rPr>
              <a:t> </a:t>
            </a:r>
            <a:r>
              <a:rPr lang="en-US" sz="2000">
                <a:solidFill>
                  <a:schemeClr val="accent2"/>
                </a:solidFill>
                <a:latin typeface="Courier New" charset="0"/>
              </a:rPr>
              <a:t>flag;</a:t>
            </a:r>
          </a:p>
          <a:p>
            <a:pPr marL="231775" indent="-231775" eaLnBrk="0" hangingPunct="0">
              <a:spcBef>
                <a:spcPct val="20000"/>
              </a:spcBef>
            </a:pPr>
            <a:r>
              <a:rPr lang="en-US" sz="2000">
                <a:latin typeface="Courier New" charset="0"/>
              </a:rPr>
              <a:t>   </a:t>
            </a:r>
            <a:r>
              <a:rPr lang="en-US" sz="2000">
                <a:solidFill>
                  <a:schemeClr val="accent2"/>
                </a:solidFill>
                <a:latin typeface="Courier New" charset="0"/>
              </a:rPr>
              <a:t>Label[] label;</a:t>
            </a:r>
          </a:p>
          <a:p>
            <a:pPr marL="231775" indent="-231775" eaLnBrk="0" hangingPunct="0">
              <a:spcBef>
                <a:spcPct val="20000"/>
              </a:spcBef>
            </a:pPr>
            <a:r>
              <a:rPr lang="en-US" sz="2000">
                <a:latin typeface="Courier New" charset="0"/>
              </a:rPr>
              <a:t>  </a:t>
            </a:r>
            <a:r>
              <a:rPr lang="en-US" sz="2000">
                <a:solidFill>
                  <a:schemeClr val="tx1"/>
                </a:solidFill>
                <a:latin typeface="Courier New" charset="0"/>
              </a:rPr>
              <a:t>public</a:t>
            </a:r>
            <a:r>
              <a:rPr lang="en-US" sz="2000">
                <a:latin typeface="Courier New" charset="0"/>
              </a:rPr>
              <a:t> </a:t>
            </a:r>
            <a:r>
              <a:rPr lang="en-US" sz="2000">
                <a:solidFill>
                  <a:schemeClr val="accent2"/>
                </a:solidFill>
                <a:latin typeface="Courier New" charset="0"/>
              </a:rPr>
              <a:t>Bakery (</a:t>
            </a:r>
            <a:r>
              <a:rPr lang="en-US" sz="2000">
                <a:solidFill>
                  <a:schemeClr val="tx1"/>
                </a:solidFill>
                <a:latin typeface="Courier New" charset="0"/>
              </a:rPr>
              <a:t>int</a:t>
            </a:r>
            <a:r>
              <a:rPr lang="en-US" sz="2000">
                <a:latin typeface="Courier New" charset="0"/>
              </a:rPr>
              <a:t> </a:t>
            </a:r>
            <a:r>
              <a:rPr lang="en-US" sz="2000">
                <a:solidFill>
                  <a:schemeClr val="accent2"/>
                </a:solidFill>
                <a:latin typeface="Courier New" charset="0"/>
              </a:rPr>
              <a:t>n) {</a:t>
            </a:r>
          </a:p>
          <a:p>
            <a:pPr marL="231775" indent="-231775" eaLnBrk="0" hangingPunct="0">
              <a:spcBef>
                <a:spcPct val="20000"/>
              </a:spcBef>
            </a:pPr>
            <a:r>
              <a:rPr lang="en-US" sz="2000">
                <a:latin typeface="Courier New" charset="0"/>
              </a:rPr>
              <a:t>    </a:t>
            </a:r>
            <a:r>
              <a:rPr lang="en-US" sz="2000">
                <a:solidFill>
                  <a:schemeClr val="accent2"/>
                </a:solidFill>
                <a:latin typeface="Courier New" charset="0"/>
              </a:rPr>
              <a:t>flag  =</a:t>
            </a:r>
            <a:r>
              <a:rPr lang="en-US" sz="2000">
                <a:latin typeface="Courier New" charset="0"/>
              </a:rPr>
              <a:t> </a:t>
            </a:r>
            <a:r>
              <a:rPr lang="en-US" sz="2000">
                <a:solidFill>
                  <a:schemeClr val="tx1"/>
                </a:solidFill>
                <a:latin typeface="Courier New" charset="0"/>
              </a:rPr>
              <a:t>new</a:t>
            </a:r>
            <a:r>
              <a:rPr lang="en-US" sz="2000">
                <a:latin typeface="Courier New" charset="0"/>
              </a:rPr>
              <a:t> </a:t>
            </a:r>
            <a:r>
              <a:rPr lang="en-US" sz="2000">
                <a:solidFill>
                  <a:schemeClr val="accent2"/>
                </a:solidFill>
                <a:latin typeface="Courier New" charset="0"/>
              </a:rPr>
              <a:t>boolean[n];</a:t>
            </a:r>
          </a:p>
          <a:p>
            <a:pPr marL="231775" indent="-231775" eaLnBrk="0" hangingPunct="0">
              <a:spcBef>
                <a:spcPct val="20000"/>
              </a:spcBef>
            </a:pPr>
            <a:r>
              <a:rPr lang="en-US" sz="2000">
                <a:latin typeface="Courier New" charset="0"/>
              </a:rPr>
              <a:t>    </a:t>
            </a:r>
            <a:r>
              <a:rPr lang="en-US" sz="2000">
                <a:solidFill>
                  <a:schemeClr val="accent2"/>
                </a:solidFill>
                <a:latin typeface="Courier New" charset="0"/>
              </a:rPr>
              <a:t>label =</a:t>
            </a:r>
            <a:r>
              <a:rPr lang="en-US" sz="2000">
                <a:latin typeface="Courier New" charset="0"/>
              </a:rPr>
              <a:t> </a:t>
            </a:r>
            <a:r>
              <a:rPr lang="en-US" sz="2000">
                <a:solidFill>
                  <a:schemeClr val="tx1"/>
                </a:solidFill>
                <a:latin typeface="Courier New" charset="0"/>
              </a:rPr>
              <a:t>new</a:t>
            </a:r>
            <a:r>
              <a:rPr lang="en-US" sz="2000">
                <a:latin typeface="Courier New" charset="0"/>
              </a:rPr>
              <a:t> </a:t>
            </a:r>
            <a:r>
              <a:rPr lang="en-US" sz="2000">
                <a:solidFill>
                  <a:schemeClr val="accent2"/>
                </a:solidFill>
                <a:latin typeface="Courier New" charset="0"/>
              </a:rPr>
              <a:t>Label[n];</a:t>
            </a:r>
          </a:p>
          <a:p>
            <a:pPr marL="231775" indent="-231775" eaLnBrk="0" hangingPunct="0">
              <a:spcBef>
                <a:spcPct val="20000"/>
              </a:spcBef>
            </a:pPr>
            <a:r>
              <a:rPr lang="en-US" sz="2000">
                <a:latin typeface="Courier New" charset="0"/>
              </a:rPr>
              <a:t>    </a:t>
            </a:r>
            <a:r>
              <a:rPr lang="en-US" sz="2000">
                <a:solidFill>
                  <a:schemeClr val="tx1"/>
                </a:solidFill>
                <a:latin typeface="Courier New" charset="0"/>
              </a:rPr>
              <a:t>for</a:t>
            </a:r>
            <a:r>
              <a:rPr lang="en-US" sz="2000">
                <a:latin typeface="Courier New" charset="0"/>
              </a:rPr>
              <a:t> </a:t>
            </a:r>
            <a:r>
              <a:rPr lang="en-US" sz="2000">
                <a:solidFill>
                  <a:schemeClr val="accent2"/>
                </a:solidFill>
                <a:latin typeface="Courier New" charset="0"/>
              </a:rPr>
              <a:t>(</a:t>
            </a:r>
            <a:r>
              <a:rPr lang="en-US" sz="2000">
                <a:solidFill>
                  <a:schemeClr val="tx1"/>
                </a:solidFill>
                <a:latin typeface="Courier New" charset="0"/>
              </a:rPr>
              <a:t>int</a:t>
            </a:r>
            <a:r>
              <a:rPr lang="en-US" sz="2000">
                <a:latin typeface="Courier New" charset="0"/>
              </a:rPr>
              <a:t> </a:t>
            </a:r>
            <a:r>
              <a:rPr lang="en-US" sz="2000">
                <a:solidFill>
                  <a:schemeClr val="accent2"/>
                </a:solidFill>
                <a:latin typeface="Courier New" charset="0"/>
              </a:rPr>
              <a:t>i = 0; i &lt; n; i++) { </a:t>
            </a:r>
          </a:p>
          <a:p>
            <a:pPr marL="231775" indent="-231775" eaLnBrk="0" hangingPunct="0">
              <a:spcBef>
                <a:spcPct val="20000"/>
              </a:spcBef>
            </a:pPr>
            <a:r>
              <a:rPr lang="en-US" sz="2000">
                <a:latin typeface="Courier New" charset="0"/>
              </a:rPr>
              <a:t>       </a:t>
            </a:r>
            <a:r>
              <a:rPr lang="en-US" sz="2000">
                <a:solidFill>
                  <a:schemeClr val="accent2"/>
                </a:solidFill>
                <a:latin typeface="Courier New" charset="0"/>
              </a:rPr>
              <a:t>flag[i] =</a:t>
            </a:r>
            <a:r>
              <a:rPr lang="en-US" sz="2000">
                <a:latin typeface="Courier New" charset="0"/>
              </a:rPr>
              <a:t> </a:t>
            </a:r>
            <a:r>
              <a:rPr lang="en-US" sz="2000">
                <a:solidFill>
                  <a:schemeClr val="tx1"/>
                </a:solidFill>
                <a:latin typeface="Courier New" charset="0"/>
              </a:rPr>
              <a:t>false</a:t>
            </a:r>
            <a:r>
              <a:rPr lang="en-US" sz="2000">
                <a:solidFill>
                  <a:schemeClr val="accent2"/>
                </a:solidFill>
                <a:latin typeface="Courier New" charset="0"/>
              </a:rPr>
              <a:t>; label[i] = 0;</a:t>
            </a:r>
          </a:p>
          <a:p>
            <a:pPr marL="231775" indent="-231775" eaLnBrk="0" hangingPunct="0">
              <a:spcBef>
                <a:spcPct val="20000"/>
              </a:spcBef>
            </a:pPr>
            <a:r>
              <a:rPr lang="en-US" sz="2000">
                <a:latin typeface="Courier New" charset="0"/>
              </a:rPr>
              <a:t>    </a:t>
            </a:r>
            <a:r>
              <a:rPr lang="en-US" sz="2000">
                <a:solidFill>
                  <a:schemeClr val="accent2"/>
                </a:solidFill>
                <a:latin typeface="Courier New" charset="0"/>
              </a:rPr>
              <a:t>}</a:t>
            </a:r>
          </a:p>
          <a:p>
            <a:pPr marL="231775" indent="-231775" eaLnBrk="0" hangingPunct="0">
              <a:spcBef>
                <a:spcPct val="20000"/>
              </a:spcBef>
            </a:pPr>
            <a:r>
              <a:rPr lang="en-US" sz="2000">
                <a:solidFill>
                  <a:schemeClr val="accent2"/>
                </a:solidFill>
                <a:latin typeface="Courier New" charset="0"/>
              </a:rPr>
              <a:t>  }</a:t>
            </a:r>
            <a:endParaRPr lang="en-US" sz="1400">
              <a:solidFill>
                <a:schemeClr val="accent2"/>
              </a:solidFill>
              <a:latin typeface="Courier New" charset="0"/>
              <a:cs typeface="Courier New" charset="0"/>
            </a:endParaRPr>
          </a:p>
          <a:p>
            <a:pPr marL="231775" indent="-231775" eaLnBrk="0" hangingPunct="0">
              <a:lnSpc>
                <a:spcPct val="80000"/>
              </a:lnSpc>
              <a:spcBef>
                <a:spcPct val="20000"/>
              </a:spcBef>
            </a:pPr>
            <a:r>
              <a:rPr lang="en-US" sz="2000">
                <a:solidFill>
                  <a:schemeClr val="tx1"/>
                </a:solidFill>
                <a:latin typeface="Courier New" charset="0"/>
                <a:cs typeface="Courier New" charset="0"/>
              </a:rPr>
              <a:t> </a:t>
            </a:r>
            <a:r>
              <a:rPr lang="en-US" sz="2000">
                <a:solidFill>
                  <a:schemeClr val="accent2"/>
                </a:solidFill>
                <a:latin typeface="Courier New" charset="0"/>
                <a:cs typeface="Courier New" charset="0"/>
              </a:rPr>
              <a:t>…</a:t>
            </a:r>
          </a:p>
        </p:txBody>
      </p:sp>
    </p:spTree>
  </p:cSld>
  <p:clrMapOvr>
    <a:masterClrMapping/>
  </p:clrMapOvr>
  <p:transition spd="slow"/>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5"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221186"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FB310115-7EBC-2D4C-8FAD-5199189468EA}" type="slidenum">
              <a:rPr lang="ar-SA" sz="1400" b="0">
                <a:solidFill>
                  <a:schemeClr val="tx1"/>
                </a:solidFill>
                <a:latin typeface="Arial" charset="0"/>
                <a:cs typeface="Arial" charset="0"/>
              </a:rPr>
              <a:pPr/>
              <a:t>84</a:t>
            </a:fld>
            <a:endParaRPr lang="en-US" sz="1400" b="0">
              <a:solidFill>
                <a:schemeClr val="tx1"/>
              </a:solidFill>
              <a:latin typeface="Arial" charset="0"/>
              <a:cs typeface="Arial" charset="0"/>
            </a:endParaRPr>
          </a:p>
        </p:txBody>
      </p:sp>
      <p:pic>
        <p:nvPicPr>
          <p:cNvPr id="221187" name="Picture 2"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1188" name="Rectangle 3"/>
          <p:cNvSpPr>
            <a:spLocks noGrp="1" noChangeArrowheads="1"/>
          </p:cNvSpPr>
          <p:nvPr>
            <p:ph type="title"/>
          </p:nvPr>
        </p:nvSpPr>
        <p:spPr>
          <a:xfrm>
            <a:off x="700088" y="363538"/>
            <a:ext cx="7772400" cy="1143000"/>
          </a:xfrm>
        </p:spPr>
        <p:txBody>
          <a:bodyPr/>
          <a:lstStyle/>
          <a:p>
            <a:r>
              <a:rPr lang="en-US">
                <a:latin typeface="Arial" charset="0"/>
              </a:rPr>
              <a:t>Bakery Algorithm</a:t>
            </a:r>
          </a:p>
        </p:txBody>
      </p:sp>
      <p:sp>
        <p:nvSpPr>
          <p:cNvPr id="221189" name="Rectangle 4"/>
          <p:cNvSpPr>
            <a:spLocks noChangeArrowheads="1"/>
          </p:cNvSpPr>
          <p:nvPr/>
        </p:nvSpPr>
        <p:spPr bwMode="auto">
          <a:xfrm>
            <a:off x="1249363" y="1690688"/>
            <a:ext cx="6783387" cy="4305300"/>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231775" indent="-231775" eaLnBrk="0" hangingPunct="0">
              <a:lnSpc>
                <a:spcPct val="80000"/>
              </a:lnSpc>
              <a:spcBef>
                <a:spcPct val="20000"/>
              </a:spcBef>
            </a:pPr>
            <a:r>
              <a:rPr lang="en-US" sz="2000">
                <a:solidFill>
                  <a:schemeClr val="folHlink"/>
                </a:solidFill>
                <a:latin typeface="Courier New" charset="0"/>
                <a:cs typeface="Courier New" charset="0"/>
              </a:rPr>
              <a:t>class Bakery implements Lock {</a:t>
            </a:r>
            <a:endParaRPr lang="en-US" sz="2000">
              <a:solidFill>
                <a:schemeClr val="folHlink"/>
              </a:solidFill>
              <a:latin typeface="Courier New" charset="0"/>
            </a:endParaRPr>
          </a:p>
          <a:p>
            <a:pPr marL="231775" indent="-231775" eaLnBrk="0" hangingPunct="0">
              <a:spcBef>
                <a:spcPct val="20000"/>
              </a:spcBef>
            </a:pPr>
            <a:r>
              <a:rPr lang="en-US" sz="2000">
                <a:latin typeface="Courier New" charset="0"/>
              </a:rPr>
              <a:t>  </a:t>
            </a:r>
            <a:r>
              <a:rPr lang="en-US" sz="2000">
                <a:solidFill>
                  <a:schemeClr val="tx1"/>
                </a:solidFill>
                <a:latin typeface="Courier New" charset="0"/>
              </a:rPr>
              <a:t> boolean[]</a:t>
            </a:r>
            <a:r>
              <a:rPr lang="en-US" sz="2000">
                <a:latin typeface="Courier New" charset="0"/>
              </a:rPr>
              <a:t> </a:t>
            </a:r>
            <a:r>
              <a:rPr lang="en-US" sz="2000">
                <a:solidFill>
                  <a:schemeClr val="accent2"/>
                </a:solidFill>
                <a:latin typeface="Courier New" charset="0"/>
              </a:rPr>
              <a:t>flag;</a:t>
            </a:r>
          </a:p>
          <a:p>
            <a:pPr marL="231775" indent="-231775" eaLnBrk="0" hangingPunct="0">
              <a:spcBef>
                <a:spcPct val="20000"/>
              </a:spcBef>
            </a:pPr>
            <a:r>
              <a:rPr lang="en-US" sz="2000">
                <a:latin typeface="Courier New" charset="0"/>
              </a:rPr>
              <a:t>   </a:t>
            </a:r>
            <a:r>
              <a:rPr lang="en-US" sz="2000">
                <a:solidFill>
                  <a:schemeClr val="accent2"/>
                </a:solidFill>
                <a:latin typeface="Courier New" charset="0"/>
              </a:rPr>
              <a:t>Label[] label;</a:t>
            </a:r>
          </a:p>
          <a:p>
            <a:pPr marL="231775" indent="-231775" eaLnBrk="0" hangingPunct="0">
              <a:spcBef>
                <a:spcPct val="20000"/>
              </a:spcBef>
            </a:pPr>
            <a:r>
              <a:rPr lang="en-US" sz="2000">
                <a:latin typeface="Courier New" charset="0"/>
              </a:rPr>
              <a:t>  </a:t>
            </a:r>
            <a:r>
              <a:rPr lang="en-US" sz="2000">
                <a:solidFill>
                  <a:schemeClr val="folHlink"/>
                </a:solidFill>
                <a:latin typeface="Courier New" charset="0"/>
              </a:rPr>
              <a:t>public Bakery (int n) {</a:t>
            </a:r>
          </a:p>
          <a:p>
            <a:pPr marL="231775" indent="-231775" eaLnBrk="0" hangingPunct="0">
              <a:spcBef>
                <a:spcPct val="20000"/>
              </a:spcBef>
            </a:pPr>
            <a:r>
              <a:rPr lang="en-US" sz="2000">
                <a:solidFill>
                  <a:schemeClr val="folHlink"/>
                </a:solidFill>
                <a:latin typeface="Courier New" charset="0"/>
              </a:rPr>
              <a:t>    flag  = new boolean[n];</a:t>
            </a:r>
          </a:p>
          <a:p>
            <a:pPr marL="231775" indent="-231775" eaLnBrk="0" hangingPunct="0">
              <a:spcBef>
                <a:spcPct val="20000"/>
              </a:spcBef>
            </a:pPr>
            <a:r>
              <a:rPr lang="en-US" sz="2000">
                <a:solidFill>
                  <a:schemeClr val="folHlink"/>
                </a:solidFill>
                <a:latin typeface="Courier New" charset="0"/>
              </a:rPr>
              <a:t>    label = new Label[n];</a:t>
            </a:r>
          </a:p>
          <a:p>
            <a:pPr marL="231775" indent="-231775" eaLnBrk="0" hangingPunct="0">
              <a:spcBef>
                <a:spcPct val="20000"/>
              </a:spcBef>
            </a:pPr>
            <a:r>
              <a:rPr lang="en-US" sz="2000">
                <a:solidFill>
                  <a:schemeClr val="folHlink"/>
                </a:solidFill>
                <a:latin typeface="Courier New" charset="0"/>
              </a:rPr>
              <a:t>    for (int i = 0; i &lt; n; i++) { </a:t>
            </a:r>
          </a:p>
          <a:p>
            <a:pPr marL="231775" indent="-231775" eaLnBrk="0" hangingPunct="0">
              <a:spcBef>
                <a:spcPct val="20000"/>
              </a:spcBef>
            </a:pPr>
            <a:r>
              <a:rPr lang="en-US" sz="2000">
                <a:solidFill>
                  <a:schemeClr val="folHlink"/>
                </a:solidFill>
                <a:latin typeface="Courier New" charset="0"/>
              </a:rPr>
              <a:t>       flag[i] = false; label[i] = 0;</a:t>
            </a:r>
          </a:p>
          <a:p>
            <a:pPr marL="231775" indent="-231775" eaLnBrk="0" hangingPunct="0">
              <a:spcBef>
                <a:spcPct val="20000"/>
              </a:spcBef>
            </a:pPr>
            <a:r>
              <a:rPr lang="en-US" sz="2000">
                <a:solidFill>
                  <a:schemeClr val="folHlink"/>
                </a:solidFill>
                <a:latin typeface="Courier New" charset="0"/>
              </a:rPr>
              <a:t>    }</a:t>
            </a:r>
          </a:p>
          <a:p>
            <a:pPr marL="231775" indent="-231775" eaLnBrk="0" hangingPunct="0">
              <a:spcBef>
                <a:spcPct val="20000"/>
              </a:spcBef>
            </a:pPr>
            <a:r>
              <a:rPr lang="en-US" sz="2000">
                <a:solidFill>
                  <a:schemeClr val="folHlink"/>
                </a:solidFill>
                <a:latin typeface="Courier New" charset="0"/>
              </a:rPr>
              <a:t>  }</a:t>
            </a:r>
            <a:endParaRPr lang="en-US" sz="1400">
              <a:solidFill>
                <a:schemeClr val="folHlink"/>
              </a:solidFill>
              <a:latin typeface="Courier New" charset="0"/>
              <a:cs typeface="Courier New" charset="0"/>
            </a:endParaRPr>
          </a:p>
          <a:p>
            <a:pPr marL="231775" indent="-231775" eaLnBrk="0" hangingPunct="0">
              <a:lnSpc>
                <a:spcPct val="80000"/>
              </a:lnSpc>
              <a:spcBef>
                <a:spcPct val="20000"/>
              </a:spcBef>
            </a:pPr>
            <a:r>
              <a:rPr lang="en-US" sz="2000">
                <a:solidFill>
                  <a:schemeClr val="folHlink"/>
                </a:solidFill>
                <a:latin typeface="Courier New" charset="0"/>
                <a:cs typeface="Courier New" charset="0"/>
              </a:rPr>
              <a:t> …</a:t>
            </a:r>
          </a:p>
        </p:txBody>
      </p:sp>
      <p:grpSp>
        <p:nvGrpSpPr>
          <p:cNvPr id="221190" name="Group 5"/>
          <p:cNvGrpSpPr>
            <a:grpSpLocks/>
          </p:cNvGrpSpPr>
          <p:nvPr/>
        </p:nvGrpSpPr>
        <p:grpSpPr bwMode="auto">
          <a:xfrm>
            <a:off x="5557838" y="2325688"/>
            <a:ext cx="2974975" cy="3532187"/>
            <a:chOff x="3501" y="1465"/>
            <a:chExt cx="1874" cy="2225"/>
          </a:xfrm>
        </p:grpSpPr>
        <p:sp>
          <p:nvSpPr>
            <p:cNvPr id="221192" name="Text Box 6"/>
            <p:cNvSpPr txBox="1">
              <a:spLocks noChangeArrowheads="1"/>
            </p:cNvSpPr>
            <p:nvPr/>
          </p:nvSpPr>
          <p:spPr bwMode="auto">
            <a:xfrm>
              <a:off x="5011" y="1585"/>
              <a:ext cx="36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2400">
                  <a:solidFill>
                    <a:schemeClr val="tx1"/>
                  </a:solidFill>
                  <a:latin typeface="Arial" charset="0"/>
                </a:rPr>
                <a:t>n</a:t>
              </a:r>
              <a:r>
                <a:rPr lang="en-US" sz="1800">
                  <a:solidFill>
                    <a:schemeClr val="tx1"/>
                  </a:solidFill>
                  <a:latin typeface="Arial" charset="0"/>
                </a:rPr>
                <a:t>-1</a:t>
              </a:r>
              <a:endParaRPr lang="en-US" sz="1400">
                <a:solidFill>
                  <a:schemeClr val="tx1"/>
                </a:solidFill>
                <a:latin typeface="Arial" charset="0"/>
              </a:endParaRPr>
            </a:p>
          </p:txBody>
        </p:sp>
        <p:grpSp>
          <p:nvGrpSpPr>
            <p:cNvPr id="221193" name="Group 7"/>
            <p:cNvGrpSpPr>
              <a:grpSpLocks/>
            </p:cNvGrpSpPr>
            <p:nvPr/>
          </p:nvGrpSpPr>
          <p:grpSpPr bwMode="auto">
            <a:xfrm rot="-5400000">
              <a:off x="4265" y="1148"/>
              <a:ext cx="242" cy="1719"/>
              <a:chOff x="4576" y="2046"/>
              <a:chExt cx="242" cy="1719"/>
            </a:xfrm>
          </p:grpSpPr>
          <p:sp>
            <p:nvSpPr>
              <p:cNvPr id="221247" name="Rectangle 8"/>
              <p:cNvSpPr>
                <a:spLocks noChangeArrowheads="1"/>
              </p:cNvSpPr>
              <p:nvPr/>
            </p:nvSpPr>
            <p:spPr bwMode="auto">
              <a:xfrm>
                <a:off x="4582" y="2046"/>
                <a:ext cx="224" cy="1719"/>
              </a:xfrm>
              <a:prstGeom prst="rect">
                <a:avLst/>
              </a:prstGeom>
              <a:solidFill>
                <a:srgbClr val="FF9900"/>
              </a:solidFill>
              <a:ln w="38100">
                <a:solidFill>
                  <a:schemeClr val="tx1"/>
                </a:solidFill>
                <a:miter lim="800000"/>
                <a:headEnd/>
                <a:tailEnd/>
              </a:ln>
            </p:spPr>
            <p:txBody>
              <a:bodyPr wrap="none" anchor="ctr"/>
              <a:lstStyle/>
              <a:p>
                <a:pPr eaLnBrk="0" hangingPunct="0"/>
                <a:endParaRPr lang="en-US">
                  <a:latin typeface="Arial" charset="0"/>
                </a:endParaRPr>
              </a:p>
            </p:txBody>
          </p:sp>
          <p:sp>
            <p:nvSpPr>
              <p:cNvPr id="221248" name="Line 9"/>
              <p:cNvSpPr>
                <a:spLocks noChangeShapeType="1"/>
              </p:cNvSpPr>
              <p:nvPr/>
            </p:nvSpPr>
            <p:spPr bwMode="auto">
              <a:xfrm>
                <a:off x="4582" y="2270"/>
                <a:ext cx="22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221249" name="Line 10"/>
              <p:cNvSpPr>
                <a:spLocks noChangeShapeType="1"/>
              </p:cNvSpPr>
              <p:nvPr/>
            </p:nvSpPr>
            <p:spPr bwMode="auto">
              <a:xfrm>
                <a:off x="4579" y="2492"/>
                <a:ext cx="22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221250" name="Line 11"/>
              <p:cNvSpPr>
                <a:spLocks noChangeShapeType="1"/>
              </p:cNvSpPr>
              <p:nvPr/>
            </p:nvSpPr>
            <p:spPr bwMode="auto">
              <a:xfrm>
                <a:off x="4576" y="2705"/>
                <a:ext cx="22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221251" name="Line 12"/>
              <p:cNvSpPr>
                <a:spLocks noChangeShapeType="1"/>
              </p:cNvSpPr>
              <p:nvPr/>
            </p:nvSpPr>
            <p:spPr bwMode="auto">
              <a:xfrm>
                <a:off x="4581" y="2923"/>
                <a:ext cx="22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221252" name="Line 13"/>
              <p:cNvSpPr>
                <a:spLocks noChangeShapeType="1"/>
              </p:cNvSpPr>
              <p:nvPr/>
            </p:nvSpPr>
            <p:spPr bwMode="auto">
              <a:xfrm>
                <a:off x="4579" y="3138"/>
                <a:ext cx="22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221253" name="Line 14"/>
              <p:cNvSpPr>
                <a:spLocks noChangeShapeType="1"/>
              </p:cNvSpPr>
              <p:nvPr/>
            </p:nvSpPr>
            <p:spPr bwMode="auto">
              <a:xfrm>
                <a:off x="4579" y="3345"/>
                <a:ext cx="22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221254" name="Line 15"/>
              <p:cNvSpPr>
                <a:spLocks noChangeShapeType="1"/>
              </p:cNvSpPr>
              <p:nvPr/>
            </p:nvSpPr>
            <p:spPr bwMode="auto">
              <a:xfrm>
                <a:off x="4594" y="3558"/>
                <a:ext cx="22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grpSp>
        <p:sp>
          <p:nvSpPr>
            <p:cNvPr id="221194" name="Text Box 16"/>
            <p:cNvSpPr txBox="1">
              <a:spLocks noChangeArrowheads="1"/>
            </p:cNvSpPr>
            <p:nvPr/>
          </p:nvSpPr>
          <p:spPr bwMode="auto">
            <a:xfrm>
              <a:off x="3501" y="1615"/>
              <a:ext cx="2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2000">
                  <a:solidFill>
                    <a:schemeClr val="tx1"/>
                  </a:solidFill>
                  <a:latin typeface="Arial" charset="0"/>
                </a:rPr>
                <a:t>0</a:t>
              </a:r>
              <a:endParaRPr lang="en-US" sz="1200">
                <a:solidFill>
                  <a:schemeClr val="tx1"/>
                </a:solidFill>
                <a:latin typeface="Arial" charset="0"/>
              </a:endParaRPr>
            </a:p>
          </p:txBody>
        </p:sp>
        <p:sp>
          <p:nvSpPr>
            <p:cNvPr id="221195" name="Text Box 17"/>
            <p:cNvSpPr txBox="1">
              <a:spLocks noChangeArrowheads="1"/>
            </p:cNvSpPr>
            <p:nvPr/>
          </p:nvSpPr>
          <p:spPr bwMode="auto">
            <a:xfrm>
              <a:off x="3537" y="1883"/>
              <a:ext cx="17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2000">
                  <a:solidFill>
                    <a:schemeClr val="tx1"/>
                  </a:solidFill>
                  <a:latin typeface="Arial" charset="0"/>
                </a:rPr>
                <a:t>f</a:t>
              </a:r>
              <a:endParaRPr lang="en-US" sz="1200">
                <a:solidFill>
                  <a:schemeClr val="tx1"/>
                </a:solidFill>
                <a:latin typeface="Arial" charset="0"/>
              </a:endParaRPr>
            </a:p>
          </p:txBody>
        </p:sp>
        <p:sp>
          <p:nvSpPr>
            <p:cNvPr id="221196" name="Text Box 18"/>
            <p:cNvSpPr txBox="1">
              <a:spLocks noChangeArrowheads="1"/>
            </p:cNvSpPr>
            <p:nvPr/>
          </p:nvSpPr>
          <p:spPr bwMode="auto">
            <a:xfrm>
              <a:off x="3736" y="1883"/>
              <a:ext cx="17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2000">
                  <a:solidFill>
                    <a:schemeClr val="tx1"/>
                  </a:solidFill>
                  <a:latin typeface="Arial" charset="0"/>
                </a:rPr>
                <a:t>f</a:t>
              </a:r>
              <a:endParaRPr lang="en-US" sz="1200">
                <a:solidFill>
                  <a:schemeClr val="tx1"/>
                </a:solidFill>
                <a:latin typeface="Arial" charset="0"/>
              </a:endParaRPr>
            </a:p>
          </p:txBody>
        </p:sp>
        <p:sp>
          <p:nvSpPr>
            <p:cNvPr id="221197" name="Text Box 19"/>
            <p:cNvSpPr txBox="1">
              <a:spLocks noChangeArrowheads="1"/>
            </p:cNvSpPr>
            <p:nvPr/>
          </p:nvSpPr>
          <p:spPr bwMode="auto">
            <a:xfrm>
              <a:off x="4184" y="1883"/>
              <a:ext cx="17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2000">
                  <a:solidFill>
                    <a:schemeClr val="tx1"/>
                  </a:solidFill>
                  <a:latin typeface="Arial" charset="0"/>
                </a:rPr>
                <a:t>f</a:t>
              </a:r>
              <a:endParaRPr lang="en-US" sz="1200">
                <a:solidFill>
                  <a:schemeClr val="tx1"/>
                </a:solidFill>
                <a:latin typeface="Arial" charset="0"/>
              </a:endParaRPr>
            </a:p>
          </p:txBody>
        </p:sp>
        <p:sp>
          <p:nvSpPr>
            <p:cNvPr id="221198" name="Text Box 20"/>
            <p:cNvSpPr txBox="1">
              <a:spLocks noChangeArrowheads="1"/>
            </p:cNvSpPr>
            <p:nvPr/>
          </p:nvSpPr>
          <p:spPr bwMode="auto">
            <a:xfrm>
              <a:off x="4380" y="1883"/>
              <a:ext cx="17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2000">
                  <a:solidFill>
                    <a:schemeClr val="tx1"/>
                  </a:solidFill>
                  <a:latin typeface="Arial" charset="0"/>
                </a:rPr>
                <a:t>f</a:t>
              </a:r>
              <a:endParaRPr lang="en-US" sz="1200">
                <a:solidFill>
                  <a:schemeClr val="tx1"/>
                </a:solidFill>
                <a:latin typeface="Arial" charset="0"/>
              </a:endParaRPr>
            </a:p>
          </p:txBody>
        </p:sp>
        <p:sp>
          <p:nvSpPr>
            <p:cNvPr id="221199" name="Text Box 21"/>
            <p:cNvSpPr txBox="1">
              <a:spLocks noChangeArrowheads="1"/>
            </p:cNvSpPr>
            <p:nvPr/>
          </p:nvSpPr>
          <p:spPr bwMode="auto">
            <a:xfrm>
              <a:off x="4606" y="1883"/>
              <a:ext cx="17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2000">
                  <a:solidFill>
                    <a:schemeClr val="tx1"/>
                  </a:solidFill>
                  <a:latin typeface="Arial" charset="0"/>
                </a:rPr>
                <a:t>t</a:t>
              </a:r>
              <a:endParaRPr lang="en-US" sz="1200">
                <a:solidFill>
                  <a:schemeClr val="tx1"/>
                </a:solidFill>
                <a:latin typeface="Arial" charset="0"/>
              </a:endParaRPr>
            </a:p>
          </p:txBody>
        </p:sp>
        <p:sp>
          <p:nvSpPr>
            <p:cNvPr id="221200" name="Text Box 22"/>
            <p:cNvSpPr txBox="1">
              <a:spLocks noChangeArrowheads="1"/>
            </p:cNvSpPr>
            <p:nvPr/>
          </p:nvSpPr>
          <p:spPr bwMode="auto">
            <a:xfrm>
              <a:off x="5027" y="1883"/>
              <a:ext cx="17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2000">
                  <a:solidFill>
                    <a:schemeClr val="tx1"/>
                  </a:solidFill>
                  <a:latin typeface="Arial" charset="0"/>
                </a:rPr>
                <a:t>f</a:t>
              </a:r>
              <a:endParaRPr lang="en-US" sz="1200">
                <a:solidFill>
                  <a:schemeClr val="tx1"/>
                </a:solidFill>
                <a:latin typeface="Arial" charset="0"/>
              </a:endParaRPr>
            </a:p>
          </p:txBody>
        </p:sp>
        <p:sp>
          <p:nvSpPr>
            <p:cNvPr id="221201" name="Text Box 23"/>
            <p:cNvSpPr txBox="1">
              <a:spLocks noChangeArrowheads="1"/>
            </p:cNvSpPr>
            <p:nvPr/>
          </p:nvSpPr>
          <p:spPr bwMode="auto">
            <a:xfrm>
              <a:off x="3969" y="1883"/>
              <a:ext cx="17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2000">
                  <a:solidFill>
                    <a:schemeClr val="tx1"/>
                  </a:solidFill>
                  <a:latin typeface="Arial" charset="0"/>
                </a:rPr>
                <a:t>t</a:t>
              </a:r>
              <a:endParaRPr lang="en-US" sz="1200">
                <a:solidFill>
                  <a:schemeClr val="tx1"/>
                </a:solidFill>
                <a:latin typeface="Arial" charset="0"/>
              </a:endParaRPr>
            </a:p>
          </p:txBody>
        </p:sp>
        <p:grpSp>
          <p:nvGrpSpPr>
            <p:cNvPr id="221202" name="Group 24"/>
            <p:cNvGrpSpPr>
              <a:grpSpLocks/>
            </p:cNvGrpSpPr>
            <p:nvPr/>
          </p:nvGrpSpPr>
          <p:grpSpPr bwMode="auto">
            <a:xfrm>
              <a:off x="3916" y="1478"/>
              <a:ext cx="301" cy="354"/>
              <a:chOff x="1043" y="2525"/>
              <a:chExt cx="869" cy="740"/>
            </a:xfrm>
          </p:grpSpPr>
          <p:sp>
            <p:nvSpPr>
              <p:cNvPr id="221237" name="Freeform 25"/>
              <p:cNvSpPr>
                <a:spLocks/>
              </p:cNvSpPr>
              <p:nvPr/>
            </p:nvSpPr>
            <p:spPr bwMode="auto">
              <a:xfrm>
                <a:off x="1769" y="2983"/>
                <a:ext cx="143" cy="278"/>
              </a:xfrm>
              <a:custGeom>
                <a:avLst/>
                <a:gdLst>
                  <a:gd name="T0" fmla="*/ 0 w 143"/>
                  <a:gd name="T1" fmla="*/ 0 h 278"/>
                  <a:gd name="T2" fmla="*/ 143 w 143"/>
                  <a:gd name="T3" fmla="*/ 42 h 278"/>
                  <a:gd name="T4" fmla="*/ 143 w 143"/>
                  <a:gd name="T5" fmla="*/ 242 h 278"/>
                  <a:gd name="T6" fmla="*/ 100 w 143"/>
                  <a:gd name="T7" fmla="*/ 278 h 278"/>
                  <a:gd name="T8" fmla="*/ 93 w 143"/>
                  <a:gd name="T9" fmla="*/ 100 h 278"/>
                  <a:gd name="T10" fmla="*/ 7 w 143"/>
                  <a:gd name="T11" fmla="*/ 5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endParaRPr lang="en-US" dirty="0">
                  <a:latin typeface="Arial" pitchFamily="34" charset="0"/>
                </a:endParaRPr>
              </a:p>
            </p:txBody>
          </p:sp>
          <p:sp>
            <p:nvSpPr>
              <p:cNvPr id="221238" name="Freeform 26"/>
              <p:cNvSpPr>
                <a:spLocks/>
              </p:cNvSpPr>
              <p:nvPr/>
            </p:nvSpPr>
            <p:spPr bwMode="auto">
              <a:xfrm>
                <a:off x="1737" y="2793"/>
                <a:ext cx="86" cy="221"/>
              </a:xfrm>
              <a:custGeom>
                <a:avLst/>
                <a:gdLst>
                  <a:gd name="T0" fmla="*/ 0 w 143"/>
                  <a:gd name="T1" fmla="*/ 0 h 278"/>
                  <a:gd name="T2" fmla="*/ 1 w 143"/>
                  <a:gd name="T3" fmla="*/ 2 h 278"/>
                  <a:gd name="T4" fmla="*/ 1 w 143"/>
                  <a:gd name="T5" fmla="*/ 10 h 278"/>
                  <a:gd name="T6" fmla="*/ 1 w 143"/>
                  <a:gd name="T7" fmla="*/ 11 h 278"/>
                  <a:gd name="T8" fmla="*/ 1 w 143"/>
                  <a:gd name="T9" fmla="*/ 4 h 278"/>
                  <a:gd name="T10" fmla="*/ 1 w 143"/>
                  <a:gd name="T11" fmla="*/ 2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endParaRPr lang="en-US" dirty="0">
                  <a:latin typeface="Arial" pitchFamily="34" charset="0"/>
                </a:endParaRPr>
              </a:p>
            </p:txBody>
          </p:sp>
          <p:sp>
            <p:nvSpPr>
              <p:cNvPr id="221239" name="Freeform 27"/>
              <p:cNvSpPr>
                <a:spLocks/>
              </p:cNvSpPr>
              <p:nvPr/>
            </p:nvSpPr>
            <p:spPr bwMode="auto">
              <a:xfrm>
                <a:off x="1705" y="2639"/>
                <a:ext cx="51" cy="178"/>
              </a:xfrm>
              <a:custGeom>
                <a:avLst/>
                <a:gdLst>
                  <a:gd name="T0" fmla="*/ 0 w 143"/>
                  <a:gd name="T1" fmla="*/ 0 h 278"/>
                  <a:gd name="T2" fmla="*/ 0 w 143"/>
                  <a:gd name="T3" fmla="*/ 1 h 278"/>
                  <a:gd name="T4" fmla="*/ 0 w 143"/>
                  <a:gd name="T5" fmla="*/ 1 h 278"/>
                  <a:gd name="T6" fmla="*/ 0 w 143"/>
                  <a:gd name="T7" fmla="*/ 1 h 278"/>
                  <a:gd name="T8" fmla="*/ 0 w 143"/>
                  <a:gd name="T9" fmla="*/ 1 h 278"/>
                  <a:gd name="T10" fmla="*/ 0 w 143"/>
                  <a:gd name="T11" fmla="*/ 1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endParaRPr lang="en-US" dirty="0">
                  <a:latin typeface="Arial" pitchFamily="34" charset="0"/>
                </a:endParaRPr>
              </a:p>
            </p:txBody>
          </p:sp>
          <p:sp>
            <p:nvSpPr>
              <p:cNvPr id="221240" name="Freeform 28"/>
              <p:cNvSpPr>
                <a:spLocks/>
              </p:cNvSpPr>
              <p:nvPr/>
            </p:nvSpPr>
            <p:spPr bwMode="auto">
              <a:xfrm>
                <a:off x="1673" y="2551"/>
                <a:ext cx="47" cy="156"/>
              </a:xfrm>
              <a:custGeom>
                <a:avLst/>
                <a:gdLst>
                  <a:gd name="T0" fmla="*/ 0 w 143"/>
                  <a:gd name="T1" fmla="*/ 0 h 278"/>
                  <a:gd name="T2" fmla="*/ 0 w 143"/>
                  <a:gd name="T3" fmla="*/ 1 h 278"/>
                  <a:gd name="T4" fmla="*/ 0 w 143"/>
                  <a:gd name="T5" fmla="*/ 1 h 278"/>
                  <a:gd name="T6" fmla="*/ 0 w 143"/>
                  <a:gd name="T7" fmla="*/ 1 h 278"/>
                  <a:gd name="T8" fmla="*/ 0 w 143"/>
                  <a:gd name="T9" fmla="*/ 1 h 278"/>
                  <a:gd name="T10" fmla="*/ 0 w 143"/>
                  <a:gd name="T11" fmla="*/ 1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endParaRPr lang="en-US" dirty="0">
                  <a:latin typeface="Arial" pitchFamily="34" charset="0"/>
                </a:endParaRPr>
              </a:p>
            </p:txBody>
          </p:sp>
          <p:sp>
            <p:nvSpPr>
              <p:cNvPr id="221241" name="Freeform 29"/>
              <p:cNvSpPr>
                <a:spLocks/>
              </p:cNvSpPr>
              <p:nvPr/>
            </p:nvSpPr>
            <p:spPr bwMode="auto">
              <a:xfrm flipH="1">
                <a:off x="1043" y="2987"/>
                <a:ext cx="143" cy="278"/>
              </a:xfrm>
              <a:custGeom>
                <a:avLst/>
                <a:gdLst>
                  <a:gd name="T0" fmla="*/ 0 w 143"/>
                  <a:gd name="T1" fmla="*/ 0 h 278"/>
                  <a:gd name="T2" fmla="*/ 143 w 143"/>
                  <a:gd name="T3" fmla="*/ 42 h 278"/>
                  <a:gd name="T4" fmla="*/ 143 w 143"/>
                  <a:gd name="T5" fmla="*/ 242 h 278"/>
                  <a:gd name="T6" fmla="*/ 100 w 143"/>
                  <a:gd name="T7" fmla="*/ 278 h 278"/>
                  <a:gd name="T8" fmla="*/ 93 w 143"/>
                  <a:gd name="T9" fmla="*/ 100 h 278"/>
                  <a:gd name="T10" fmla="*/ 7 w 143"/>
                  <a:gd name="T11" fmla="*/ 5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endParaRPr lang="en-US" dirty="0">
                  <a:latin typeface="Arial" pitchFamily="34" charset="0"/>
                </a:endParaRPr>
              </a:p>
            </p:txBody>
          </p:sp>
          <p:sp>
            <p:nvSpPr>
              <p:cNvPr id="221242" name="Freeform 30"/>
              <p:cNvSpPr>
                <a:spLocks/>
              </p:cNvSpPr>
              <p:nvPr/>
            </p:nvSpPr>
            <p:spPr bwMode="auto">
              <a:xfrm flipH="1">
                <a:off x="1133" y="2812"/>
                <a:ext cx="86" cy="221"/>
              </a:xfrm>
              <a:custGeom>
                <a:avLst/>
                <a:gdLst>
                  <a:gd name="T0" fmla="*/ 0 w 143"/>
                  <a:gd name="T1" fmla="*/ 0 h 278"/>
                  <a:gd name="T2" fmla="*/ 1 w 143"/>
                  <a:gd name="T3" fmla="*/ 2 h 278"/>
                  <a:gd name="T4" fmla="*/ 1 w 143"/>
                  <a:gd name="T5" fmla="*/ 10 h 278"/>
                  <a:gd name="T6" fmla="*/ 1 w 143"/>
                  <a:gd name="T7" fmla="*/ 11 h 278"/>
                  <a:gd name="T8" fmla="*/ 1 w 143"/>
                  <a:gd name="T9" fmla="*/ 4 h 278"/>
                  <a:gd name="T10" fmla="*/ 1 w 143"/>
                  <a:gd name="T11" fmla="*/ 2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endParaRPr lang="en-US" dirty="0">
                  <a:latin typeface="Arial" pitchFamily="34" charset="0"/>
                </a:endParaRPr>
              </a:p>
            </p:txBody>
          </p:sp>
          <p:sp>
            <p:nvSpPr>
              <p:cNvPr id="221243" name="Freeform 31"/>
              <p:cNvSpPr>
                <a:spLocks/>
              </p:cNvSpPr>
              <p:nvPr/>
            </p:nvSpPr>
            <p:spPr bwMode="auto">
              <a:xfrm flipH="1">
                <a:off x="1244" y="2586"/>
                <a:ext cx="51" cy="178"/>
              </a:xfrm>
              <a:custGeom>
                <a:avLst/>
                <a:gdLst>
                  <a:gd name="T0" fmla="*/ 0 w 143"/>
                  <a:gd name="T1" fmla="*/ 0 h 278"/>
                  <a:gd name="T2" fmla="*/ 0 w 143"/>
                  <a:gd name="T3" fmla="*/ 1 h 278"/>
                  <a:gd name="T4" fmla="*/ 0 w 143"/>
                  <a:gd name="T5" fmla="*/ 1 h 278"/>
                  <a:gd name="T6" fmla="*/ 0 w 143"/>
                  <a:gd name="T7" fmla="*/ 1 h 278"/>
                  <a:gd name="T8" fmla="*/ 0 w 143"/>
                  <a:gd name="T9" fmla="*/ 1 h 278"/>
                  <a:gd name="T10" fmla="*/ 0 w 143"/>
                  <a:gd name="T11" fmla="*/ 1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endParaRPr lang="en-US" dirty="0">
                  <a:latin typeface="Arial" pitchFamily="34" charset="0"/>
                </a:endParaRPr>
              </a:p>
            </p:txBody>
          </p:sp>
          <p:sp>
            <p:nvSpPr>
              <p:cNvPr id="221244" name="Freeform 32"/>
              <p:cNvSpPr>
                <a:spLocks/>
              </p:cNvSpPr>
              <p:nvPr/>
            </p:nvSpPr>
            <p:spPr bwMode="auto">
              <a:xfrm flipH="1">
                <a:off x="1204" y="2691"/>
                <a:ext cx="47" cy="156"/>
              </a:xfrm>
              <a:custGeom>
                <a:avLst/>
                <a:gdLst>
                  <a:gd name="T0" fmla="*/ 0 w 143"/>
                  <a:gd name="T1" fmla="*/ 0 h 278"/>
                  <a:gd name="T2" fmla="*/ 0 w 143"/>
                  <a:gd name="T3" fmla="*/ 1 h 278"/>
                  <a:gd name="T4" fmla="*/ 0 w 143"/>
                  <a:gd name="T5" fmla="*/ 1 h 278"/>
                  <a:gd name="T6" fmla="*/ 0 w 143"/>
                  <a:gd name="T7" fmla="*/ 1 h 278"/>
                  <a:gd name="T8" fmla="*/ 0 w 143"/>
                  <a:gd name="T9" fmla="*/ 1 h 278"/>
                  <a:gd name="T10" fmla="*/ 0 w 143"/>
                  <a:gd name="T11" fmla="*/ 1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endParaRPr lang="en-US" dirty="0">
                  <a:latin typeface="Arial" pitchFamily="34" charset="0"/>
                </a:endParaRPr>
              </a:p>
            </p:txBody>
          </p:sp>
          <p:sp>
            <p:nvSpPr>
              <p:cNvPr id="221245" name="AutoShape 33"/>
              <p:cNvSpPr>
                <a:spLocks noChangeArrowheads="1"/>
              </p:cNvSpPr>
              <p:nvPr/>
            </p:nvSpPr>
            <p:spPr bwMode="auto">
              <a:xfrm flipV="1">
                <a:off x="1163" y="2525"/>
                <a:ext cx="657" cy="55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4 w 21600"/>
                  <a:gd name="T13" fmla="*/ 4498 h 21600"/>
                  <a:gd name="T14" fmla="*/ 17096 w 21600"/>
                  <a:gd name="T15" fmla="*/ 17102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0000"/>
              </a:solidFill>
              <a:ln w="38100">
                <a:solidFill>
                  <a:schemeClr val="tx1"/>
                </a:solidFill>
                <a:miter lim="800000"/>
                <a:headEnd/>
                <a:tailEnd/>
              </a:ln>
            </p:spPr>
            <p:txBody>
              <a:bodyPr wrap="none" anchor="ctr"/>
              <a:lstStyle/>
              <a:p>
                <a:endParaRPr lang="en-US" dirty="0">
                  <a:latin typeface="Arial" pitchFamily="34" charset="0"/>
                </a:endParaRPr>
              </a:p>
            </p:txBody>
          </p:sp>
          <p:sp>
            <p:nvSpPr>
              <p:cNvPr id="221246" name="Rectangle 34"/>
              <p:cNvSpPr>
                <a:spLocks noChangeArrowheads="1"/>
              </p:cNvSpPr>
              <p:nvPr/>
            </p:nvSpPr>
            <p:spPr bwMode="auto">
              <a:xfrm>
                <a:off x="1163" y="3089"/>
                <a:ext cx="657" cy="157"/>
              </a:xfrm>
              <a:prstGeom prst="rect">
                <a:avLst/>
              </a:prstGeom>
              <a:solidFill>
                <a:srgbClr val="FF0000"/>
              </a:solidFill>
              <a:ln w="38100">
                <a:solidFill>
                  <a:schemeClr val="tx1"/>
                </a:solidFill>
                <a:miter lim="800000"/>
                <a:headEnd/>
                <a:tailEnd/>
              </a:ln>
            </p:spPr>
            <p:txBody>
              <a:bodyPr wrap="none" anchor="ctr"/>
              <a:lstStyle/>
              <a:p>
                <a:pPr eaLnBrk="0" hangingPunct="0"/>
                <a:endParaRPr lang="en-US">
                  <a:latin typeface="Arial" charset="0"/>
                </a:endParaRPr>
              </a:p>
            </p:txBody>
          </p:sp>
        </p:grpSp>
        <p:sp>
          <p:nvSpPr>
            <p:cNvPr id="221203" name="Text Box 35"/>
            <p:cNvSpPr txBox="1">
              <a:spLocks noChangeArrowheads="1"/>
            </p:cNvSpPr>
            <p:nvPr/>
          </p:nvSpPr>
          <p:spPr bwMode="auto">
            <a:xfrm>
              <a:off x="3960" y="1489"/>
              <a:ext cx="2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2000">
                  <a:solidFill>
                    <a:schemeClr val="tx1"/>
                  </a:solidFill>
                  <a:latin typeface="Arial" charset="0"/>
                </a:rPr>
                <a:t>2</a:t>
              </a:r>
              <a:endParaRPr lang="en-US" sz="1200">
                <a:solidFill>
                  <a:schemeClr val="tx1"/>
                </a:solidFill>
                <a:latin typeface="Arial" charset="0"/>
              </a:endParaRPr>
            </a:p>
          </p:txBody>
        </p:sp>
        <p:sp>
          <p:nvSpPr>
            <p:cNvPr id="221204" name="Text Box 36"/>
            <p:cNvSpPr txBox="1">
              <a:spLocks noChangeArrowheads="1"/>
            </p:cNvSpPr>
            <p:nvPr/>
          </p:nvSpPr>
          <p:spPr bwMode="auto">
            <a:xfrm>
              <a:off x="4812" y="1887"/>
              <a:ext cx="17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2000">
                  <a:solidFill>
                    <a:schemeClr val="tx1"/>
                  </a:solidFill>
                  <a:latin typeface="Arial" charset="0"/>
                </a:rPr>
                <a:t>f</a:t>
              </a:r>
              <a:endParaRPr lang="en-US" sz="1200">
                <a:solidFill>
                  <a:schemeClr val="tx1"/>
                </a:solidFill>
                <a:latin typeface="Arial" charset="0"/>
              </a:endParaRPr>
            </a:p>
          </p:txBody>
        </p:sp>
        <p:grpSp>
          <p:nvGrpSpPr>
            <p:cNvPr id="221205" name="Group 37"/>
            <p:cNvGrpSpPr>
              <a:grpSpLocks/>
            </p:cNvGrpSpPr>
            <p:nvPr/>
          </p:nvGrpSpPr>
          <p:grpSpPr bwMode="auto">
            <a:xfrm rot="-5400000">
              <a:off x="4262" y="1451"/>
              <a:ext cx="242" cy="1719"/>
              <a:chOff x="4576" y="2046"/>
              <a:chExt cx="242" cy="1719"/>
            </a:xfrm>
          </p:grpSpPr>
          <p:sp>
            <p:nvSpPr>
              <p:cNvPr id="221229" name="Rectangle 38"/>
              <p:cNvSpPr>
                <a:spLocks noChangeArrowheads="1"/>
              </p:cNvSpPr>
              <p:nvPr/>
            </p:nvSpPr>
            <p:spPr bwMode="auto">
              <a:xfrm>
                <a:off x="4582" y="2046"/>
                <a:ext cx="224" cy="1719"/>
              </a:xfrm>
              <a:prstGeom prst="rect">
                <a:avLst/>
              </a:prstGeom>
              <a:solidFill>
                <a:srgbClr val="FF9900"/>
              </a:solidFill>
              <a:ln w="38100">
                <a:solidFill>
                  <a:schemeClr val="tx1"/>
                </a:solidFill>
                <a:miter lim="800000"/>
                <a:headEnd/>
                <a:tailEnd/>
              </a:ln>
            </p:spPr>
            <p:txBody>
              <a:bodyPr wrap="none" anchor="ctr"/>
              <a:lstStyle/>
              <a:p>
                <a:pPr eaLnBrk="0" hangingPunct="0"/>
                <a:endParaRPr lang="en-US">
                  <a:latin typeface="Arial" charset="0"/>
                </a:endParaRPr>
              </a:p>
            </p:txBody>
          </p:sp>
          <p:sp>
            <p:nvSpPr>
              <p:cNvPr id="221230" name="Line 39"/>
              <p:cNvSpPr>
                <a:spLocks noChangeShapeType="1"/>
              </p:cNvSpPr>
              <p:nvPr/>
            </p:nvSpPr>
            <p:spPr bwMode="auto">
              <a:xfrm>
                <a:off x="4582" y="2270"/>
                <a:ext cx="22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221231" name="Line 40"/>
              <p:cNvSpPr>
                <a:spLocks noChangeShapeType="1"/>
              </p:cNvSpPr>
              <p:nvPr/>
            </p:nvSpPr>
            <p:spPr bwMode="auto">
              <a:xfrm>
                <a:off x="4579" y="2492"/>
                <a:ext cx="22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221232" name="Line 41"/>
              <p:cNvSpPr>
                <a:spLocks noChangeShapeType="1"/>
              </p:cNvSpPr>
              <p:nvPr/>
            </p:nvSpPr>
            <p:spPr bwMode="auto">
              <a:xfrm>
                <a:off x="4576" y="2705"/>
                <a:ext cx="22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221233" name="Line 42"/>
              <p:cNvSpPr>
                <a:spLocks noChangeShapeType="1"/>
              </p:cNvSpPr>
              <p:nvPr/>
            </p:nvSpPr>
            <p:spPr bwMode="auto">
              <a:xfrm>
                <a:off x="4581" y="2923"/>
                <a:ext cx="22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221234" name="Line 43"/>
              <p:cNvSpPr>
                <a:spLocks noChangeShapeType="1"/>
              </p:cNvSpPr>
              <p:nvPr/>
            </p:nvSpPr>
            <p:spPr bwMode="auto">
              <a:xfrm>
                <a:off x="4579" y="3138"/>
                <a:ext cx="22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221235" name="Line 44"/>
              <p:cNvSpPr>
                <a:spLocks noChangeShapeType="1"/>
              </p:cNvSpPr>
              <p:nvPr/>
            </p:nvSpPr>
            <p:spPr bwMode="auto">
              <a:xfrm>
                <a:off x="4579" y="3345"/>
                <a:ext cx="22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221236" name="Line 45"/>
              <p:cNvSpPr>
                <a:spLocks noChangeShapeType="1"/>
              </p:cNvSpPr>
              <p:nvPr/>
            </p:nvSpPr>
            <p:spPr bwMode="auto">
              <a:xfrm>
                <a:off x="4594" y="3558"/>
                <a:ext cx="22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grpSp>
        <p:sp>
          <p:nvSpPr>
            <p:cNvPr id="221206" name="Text Box 46"/>
            <p:cNvSpPr txBox="1">
              <a:spLocks noChangeArrowheads="1"/>
            </p:cNvSpPr>
            <p:nvPr/>
          </p:nvSpPr>
          <p:spPr bwMode="auto">
            <a:xfrm>
              <a:off x="3534" y="2186"/>
              <a:ext cx="2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2000">
                  <a:solidFill>
                    <a:schemeClr val="tx1"/>
                  </a:solidFill>
                  <a:latin typeface="Arial" charset="0"/>
                </a:rPr>
                <a:t>0</a:t>
              </a:r>
              <a:endParaRPr lang="en-US" sz="1200">
                <a:solidFill>
                  <a:schemeClr val="tx1"/>
                </a:solidFill>
                <a:latin typeface="Arial" charset="0"/>
              </a:endParaRPr>
            </a:p>
          </p:txBody>
        </p:sp>
        <p:sp>
          <p:nvSpPr>
            <p:cNvPr id="221207" name="Text Box 47"/>
            <p:cNvSpPr txBox="1">
              <a:spLocks noChangeArrowheads="1"/>
            </p:cNvSpPr>
            <p:nvPr/>
          </p:nvSpPr>
          <p:spPr bwMode="auto">
            <a:xfrm>
              <a:off x="3733" y="2186"/>
              <a:ext cx="2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2000">
                  <a:solidFill>
                    <a:schemeClr val="tx1"/>
                  </a:solidFill>
                  <a:latin typeface="Arial" charset="0"/>
                </a:rPr>
                <a:t>0</a:t>
              </a:r>
              <a:endParaRPr lang="en-US" sz="1200">
                <a:solidFill>
                  <a:schemeClr val="tx1"/>
                </a:solidFill>
                <a:latin typeface="Arial" charset="0"/>
              </a:endParaRPr>
            </a:p>
          </p:txBody>
        </p:sp>
        <p:sp>
          <p:nvSpPr>
            <p:cNvPr id="221208" name="Text Box 48"/>
            <p:cNvSpPr txBox="1">
              <a:spLocks noChangeArrowheads="1"/>
            </p:cNvSpPr>
            <p:nvPr/>
          </p:nvSpPr>
          <p:spPr bwMode="auto">
            <a:xfrm>
              <a:off x="4181" y="2186"/>
              <a:ext cx="2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2000">
                  <a:solidFill>
                    <a:schemeClr val="tx1"/>
                  </a:solidFill>
                  <a:latin typeface="Arial" charset="0"/>
                </a:rPr>
                <a:t>0</a:t>
              </a:r>
              <a:endParaRPr lang="en-US" sz="1200">
                <a:solidFill>
                  <a:schemeClr val="tx1"/>
                </a:solidFill>
                <a:latin typeface="Arial" charset="0"/>
              </a:endParaRPr>
            </a:p>
          </p:txBody>
        </p:sp>
        <p:sp>
          <p:nvSpPr>
            <p:cNvPr id="221209" name="Text Box 49"/>
            <p:cNvSpPr txBox="1">
              <a:spLocks noChangeArrowheads="1"/>
            </p:cNvSpPr>
            <p:nvPr/>
          </p:nvSpPr>
          <p:spPr bwMode="auto">
            <a:xfrm>
              <a:off x="4377" y="2186"/>
              <a:ext cx="2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2000">
                  <a:solidFill>
                    <a:schemeClr val="tx1"/>
                  </a:solidFill>
                  <a:latin typeface="Arial" charset="0"/>
                </a:rPr>
                <a:t>0</a:t>
              </a:r>
              <a:endParaRPr lang="en-US" sz="1200">
                <a:solidFill>
                  <a:schemeClr val="tx1"/>
                </a:solidFill>
                <a:latin typeface="Arial" charset="0"/>
              </a:endParaRPr>
            </a:p>
          </p:txBody>
        </p:sp>
        <p:sp>
          <p:nvSpPr>
            <p:cNvPr id="221210" name="Text Box 50"/>
            <p:cNvSpPr txBox="1">
              <a:spLocks noChangeArrowheads="1"/>
            </p:cNvSpPr>
            <p:nvPr/>
          </p:nvSpPr>
          <p:spPr bwMode="auto">
            <a:xfrm>
              <a:off x="4603" y="2186"/>
              <a:ext cx="2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2000">
                  <a:solidFill>
                    <a:schemeClr val="tx1"/>
                  </a:solidFill>
                  <a:latin typeface="Arial" charset="0"/>
                </a:rPr>
                <a:t>5</a:t>
              </a:r>
              <a:endParaRPr lang="en-US" sz="1200">
                <a:solidFill>
                  <a:schemeClr val="tx1"/>
                </a:solidFill>
                <a:latin typeface="Arial" charset="0"/>
              </a:endParaRPr>
            </a:p>
          </p:txBody>
        </p:sp>
        <p:sp>
          <p:nvSpPr>
            <p:cNvPr id="221211" name="Text Box 51"/>
            <p:cNvSpPr txBox="1">
              <a:spLocks noChangeArrowheads="1"/>
            </p:cNvSpPr>
            <p:nvPr/>
          </p:nvSpPr>
          <p:spPr bwMode="auto">
            <a:xfrm>
              <a:off x="5024" y="2186"/>
              <a:ext cx="2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2000">
                  <a:solidFill>
                    <a:schemeClr val="tx1"/>
                  </a:solidFill>
                  <a:latin typeface="Arial" charset="0"/>
                </a:rPr>
                <a:t>0</a:t>
              </a:r>
              <a:endParaRPr lang="en-US" sz="1200">
                <a:solidFill>
                  <a:schemeClr val="tx1"/>
                </a:solidFill>
                <a:latin typeface="Arial" charset="0"/>
              </a:endParaRPr>
            </a:p>
          </p:txBody>
        </p:sp>
        <p:sp>
          <p:nvSpPr>
            <p:cNvPr id="221212" name="Text Box 52"/>
            <p:cNvSpPr txBox="1">
              <a:spLocks noChangeArrowheads="1"/>
            </p:cNvSpPr>
            <p:nvPr/>
          </p:nvSpPr>
          <p:spPr bwMode="auto">
            <a:xfrm>
              <a:off x="3966" y="2186"/>
              <a:ext cx="2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2000">
                  <a:solidFill>
                    <a:schemeClr val="tx1"/>
                  </a:solidFill>
                  <a:latin typeface="Arial" charset="0"/>
                </a:rPr>
                <a:t>4</a:t>
              </a:r>
              <a:endParaRPr lang="en-US" sz="1200">
                <a:solidFill>
                  <a:schemeClr val="tx1"/>
                </a:solidFill>
                <a:latin typeface="Arial" charset="0"/>
              </a:endParaRPr>
            </a:p>
          </p:txBody>
        </p:sp>
        <p:sp>
          <p:nvSpPr>
            <p:cNvPr id="221213" name="Text Box 53"/>
            <p:cNvSpPr txBox="1">
              <a:spLocks noChangeArrowheads="1"/>
            </p:cNvSpPr>
            <p:nvPr/>
          </p:nvSpPr>
          <p:spPr bwMode="auto">
            <a:xfrm>
              <a:off x="4809" y="2190"/>
              <a:ext cx="2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2000">
                  <a:solidFill>
                    <a:schemeClr val="tx1"/>
                  </a:solidFill>
                  <a:latin typeface="Arial" charset="0"/>
                </a:rPr>
                <a:t>0</a:t>
              </a:r>
              <a:endParaRPr lang="en-US" sz="1200">
                <a:solidFill>
                  <a:schemeClr val="tx1"/>
                </a:solidFill>
                <a:latin typeface="Arial" charset="0"/>
              </a:endParaRPr>
            </a:p>
          </p:txBody>
        </p:sp>
        <p:sp>
          <p:nvSpPr>
            <p:cNvPr id="221214" name="Line 54"/>
            <p:cNvSpPr>
              <a:spLocks noChangeShapeType="1"/>
            </p:cNvSpPr>
            <p:nvPr/>
          </p:nvSpPr>
          <p:spPr bwMode="auto">
            <a:xfrm>
              <a:off x="4078" y="2624"/>
              <a:ext cx="0" cy="594"/>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grpSp>
          <p:nvGrpSpPr>
            <p:cNvPr id="221215" name="Group 55"/>
            <p:cNvGrpSpPr>
              <a:grpSpLocks/>
            </p:cNvGrpSpPr>
            <p:nvPr/>
          </p:nvGrpSpPr>
          <p:grpSpPr bwMode="auto">
            <a:xfrm>
              <a:off x="4579" y="1465"/>
              <a:ext cx="301" cy="354"/>
              <a:chOff x="1043" y="2525"/>
              <a:chExt cx="869" cy="740"/>
            </a:xfrm>
          </p:grpSpPr>
          <p:sp>
            <p:nvSpPr>
              <p:cNvPr id="221219" name="Freeform 56"/>
              <p:cNvSpPr>
                <a:spLocks/>
              </p:cNvSpPr>
              <p:nvPr/>
            </p:nvSpPr>
            <p:spPr bwMode="auto">
              <a:xfrm>
                <a:off x="1769" y="2983"/>
                <a:ext cx="143" cy="278"/>
              </a:xfrm>
              <a:custGeom>
                <a:avLst/>
                <a:gdLst>
                  <a:gd name="T0" fmla="*/ 0 w 143"/>
                  <a:gd name="T1" fmla="*/ 0 h 278"/>
                  <a:gd name="T2" fmla="*/ 143 w 143"/>
                  <a:gd name="T3" fmla="*/ 42 h 278"/>
                  <a:gd name="T4" fmla="*/ 143 w 143"/>
                  <a:gd name="T5" fmla="*/ 242 h 278"/>
                  <a:gd name="T6" fmla="*/ 100 w 143"/>
                  <a:gd name="T7" fmla="*/ 278 h 278"/>
                  <a:gd name="T8" fmla="*/ 93 w 143"/>
                  <a:gd name="T9" fmla="*/ 100 h 278"/>
                  <a:gd name="T10" fmla="*/ 7 w 143"/>
                  <a:gd name="T11" fmla="*/ 5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21220" name="Freeform 57"/>
              <p:cNvSpPr>
                <a:spLocks/>
              </p:cNvSpPr>
              <p:nvPr/>
            </p:nvSpPr>
            <p:spPr bwMode="auto">
              <a:xfrm>
                <a:off x="1737" y="2793"/>
                <a:ext cx="86" cy="221"/>
              </a:xfrm>
              <a:custGeom>
                <a:avLst/>
                <a:gdLst>
                  <a:gd name="T0" fmla="*/ 0 w 143"/>
                  <a:gd name="T1" fmla="*/ 0 h 278"/>
                  <a:gd name="T2" fmla="*/ 1 w 143"/>
                  <a:gd name="T3" fmla="*/ 2 h 278"/>
                  <a:gd name="T4" fmla="*/ 1 w 143"/>
                  <a:gd name="T5" fmla="*/ 10 h 278"/>
                  <a:gd name="T6" fmla="*/ 1 w 143"/>
                  <a:gd name="T7" fmla="*/ 11 h 278"/>
                  <a:gd name="T8" fmla="*/ 1 w 143"/>
                  <a:gd name="T9" fmla="*/ 4 h 278"/>
                  <a:gd name="T10" fmla="*/ 1 w 143"/>
                  <a:gd name="T11" fmla="*/ 2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21221" name="Freeform 58"/>
              <p:cNvSpPr>
                <a:spLocks/>
              </p:cNvSpPr>
              <p:nvPr/>
            </p:nvSpPr>
            <p:spPr bwMode="auto">
              <a:xfrm>
                <a:off x="1705" y="2639"/>
                <a:ext cx="51" cy="178"/>
              </a:xfrm>
              <a:custGeom>
                <a:avLst/>
                <a:gdLst>
                  <a:gd name="T0" fmla="*/ 0 w 143"/>
                  <a:gd name="T1" fmla="*/ 0 h 278"/>
                  <a:gd name="T2" fmla="*/ 0 w 143"/>
                  <a:gd name="T3" fmla="*/ 1 h 278"/>
                  <a:gd name="T4" fmla="*/ 0 w 143"/>
                  <a:gd name="T5" fmla="*/ 1 h 278"/>
                  <a:gd name="T6" fmla="*/ 0 w 143"/>
                  <a:gd name="T7" fmla="*/ 1 h 278"/>
                  <a:gd name="T8" fmla="*/ 0 w 143"/>
                  <a:gd name="T9" fmla="*/ 1 h 278"/>
                  <a:gd name="T10" fmla="*/ 0 w 143"/>
                  <a:gd name="T11" fmla="*/ 1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accent2"/>
              </a:solidFill>
              <a:ln w="9525">
                <a:solidFill>
                  <a:schemeClr val="tx1"/>
                </a:solidFill>
                <a:round/>
                <a:headEnd/>
                <a:tailEnd/>
              </a:ln>
            </p:spPr>
            <p:txBody>
              <a:bodyPr wrap="none" anchor="ctr"/>
              <a:lstStyle/>
              <a:p>
                <a:endParaRPr lang="en-US" dirty="0">
                  <a:latin typeface="Arial" pitchFamily="34" charset="0"/>
                </a:endParaRPr>
              </a:p>
            </p:txBody>
          </p:sp>
          <p:sp>
            <p:nvSpPr>
              <p:cNvPr id="221222" name="Freeform 59"/>
              <p:cNvSpPr>
                <a:spLocks/>
              </p:cNvSpPr>
              <p:nvPr/>
            </p:nvSpPr>
            <p:spPr bwMode="auto">
              <a:xfrm>
                <a:off x="1673" y="2551"/>
                <a:ext cx="47" cy="156"/>
              </a:xfrm>
              <a:custGeom>
                <a:avLst/>
                <a:gdLst>
                  <a:gd name="T0" fmla="*/ 0 w 143"/>
                  <a:gd name="T1" fmla="*/ 0 h 278"/>
                  <a:gd name="T2" fmla="*/ 0 w 143"/>
                  <a:gd name="T3" fmla="*/ 1 h 278"/>
                  <a:gd name="T4" fmla="*/ 0 w 143"/>
                  <a:gd name="T5" fmla="*/ 1 h 278"/>
                  <a:gd name="T6" fmla="*/ 0 w 143"/>
                  <a:gd name="T7" fmla="*/ 1 h 278"/>
                  <a:gd name="T8" fmla="*/ 0 w 143"/>
                  <a:gd name="T9" fmla="*/ 1 h 278"/>
                  <a:gd name="T10" fmla="*/ 0 w 143"/>
                  <a:gd name="T11" fmla="*/ 1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accent2"/>
              </a:solidFill>
              <a:ln w="9525">
                <a:solidFill>
                  <a:schemeClr val="tx1"/>
                </a:solidFill>
                <a:round/>
                <a:headEnd/>
                <a:tailEnd/>
              </a:ln>
            </p:spPr>
            <p:txBody>
              <a:bodyPr wrap="none" anchor="ctr"/>
              <a:lstStyle/>
              <a:p>
                <a:endParaRPr lang="en-US" dirty="0">
                  <a:latin typeface="Arial" pitchFamily="34" charset="0"/>
                </a:endParaRPr>
              </a:p>
            </p:txBody>
          </p:sp>
          <p:sp>
            <p:nvSpPr>
              <p:cNvPr id="221223" name="Freeform 60"/>
              <p:cNvSpPr>
                <a:spLocks/>
              </p:cNvSpPr>
              <p:nvPr/>
            </p:nvSpPr>
            <p:spPr bwMode="auto">
              <a:xfrm flipH="1">
                <a:off x="1043" y="2987"/>
                <a:ext cx="143" cy="278"/>
              </a:xfrm>
              <a:custGeom>
                <a:avLst/>
                <a:gdLst>
                  <a:gd name="T0" fmla="*/ 0 w 143"/>
                  <a:gd name="T1" fmla="*/ 0 h 278"/>
                  <a:gd name="T2" fmla="*/ 143 w 143"/>
                  <a:gd name="T3" fmla="*/ 42 h 278"/>
                  <a:gd name="T4" fmla="*/ 143 w 143"/>
                  <a:gd name="T5" fmla="*/ 242 h 278"/>
                  <a:gd name="T6" fmla="*/ 100 w 143"/>
                  <a:gd name="T7" fmla="*/ 278 h 278"/>
                  <a:gd name="T8" fmla="*/ 93 w 143"/>
                  <a:gd name="T9" fmla="*/ 100 h 278"/>
                  <a:gd name="T10" fmla="*/ 7 w 143"/>
                  <a:gd name="T11" fmla="*/ 5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21224" name="Freeform 61"/>
              <p:cNvSpPr>
                <a:spLocks/>
              </p:cNvSpPr>
              <p:nvPr/>
            </p:nvSpPr>
            <p:spPr bwMode="auto">
              <a:xfrm flipH="1">
                <a:off x="1133" y="2812"/>
                <a:ext cx="86" cy="221"/>
              </a:xfrm>
              <a:custGeom>
                <a:avLst/>
                <a:gdLst>
                  <a:gd name="T0" fmla="*/ 0 w 143"/>
                  <a:gd name="T1" fmla="*/ 0 h 278"/>
                  <a:gd name="T2" fmla="*/ 1 w 143"/>
                  <a:gd name="T3" fmla="*/ 2 h 278"/>
                  <a:gd name="T4" fmla="*/ 1 w 143"/>
                  <a:gd name="T5" fmla="*/ 10 h 278"/>
                  <a:gd name="T6" fmla="*/ 1 w 143"/>
                  <a:gd name="T7" fmla="*/ 11 h 278"/>
                  <a:gd name="T8" fmla="*/ 1 w 143"/>
                  <a:gd name="T9" fmla="*/ 4 h 278"/>
                  <a:gd name="T10" fmla="*/ 1 w 143"/>
                  <a:gd name="T11" fmla="*/ 2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21225" name="Freeform 62"/>
              <p:cNvSpPr>
                <a:spLocks/>
              </p:cNvSpPr>
              <p:nvPr/>
            </p:nvSpPr>
            <p:spPr bwMode="auto">
              <a:xfrm flipH="1">
                <a:off x="1244" y="2586"/>
                <a:ext cx="51" cy="178"/>
              </a:xfrm>
              <a:custGeom>
                <a:avLst/>
                <a:gdLst>
                  <a:gd name="T0" fmla="*/ 0 w 143"/>
                  <a:gd name="T1" fmla="*/ 0 h 278"/>
                  <a:gd name="T2" fmla="*/ 0 w 143"/>
                  <a:gd name="T3" fmla="*/ 1 h 278"/>
                  <a:gd name="T4" fmla="*/ 0 w 143"/>
                  <a:gd name="T5" fmla="*/ 1 h 278"/>
                  <a:gd name="T6" fmla="*/ 0 w 143"/>
                  <a:gd name="T7" fmla="*/ 1 h 278"/>
                  <a:gd name="T8" fmla="*/ 0 w 143"/>
                  <a:gd name="T9" fmla="*/ 1 h 278"/>
                  <a:gd name="T10" fmla="*/ 0 w 143"/>
                  <a:gd name="T11" fmla="*/ 1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accent2"/>
              </a:solidFill>
              <a:ln w="9525">
                <a:solidFill>
                  <a:schemeClr val="tx1"/>
                </a:solidFill>
                <a:round/>
                <a:headEnd/>
                <a:tailEnd/>
              </a:ln>
            </p:spPr>
            <p:txBody>
              <a:bodyPr wrap="none" anchor="ctr"/>
              <a:lstStyle/>
              <a:p>
                <a:endParaRPr lang="en-US" dirty="0">
                  <a:latin typeface="Arial" pitchFamily="34" charset="0"/>
                </a:endParaRPr>
              </a:p>
            </p:txBody>
          </p:sp>
          <p:sp>
            <p:nvSpPr>
              <p:cNvPr id="221226" name="Freeform 63"/>
              <p:cNvSpPr>
                <a:spLocks/>
              </p:cNvSpPr>
              <p:nvPr/>
            </p:nvSpPr>
            <p:spPr bwMode="auto">
              <a:xfrm flipH="1">
                <a:off x="1204" y="2691"/>
                <a:ext cx="47" cy="156"/>
              </a:xfrm>
              <a:custGeom>
                <a:avLst/>
                <a:gdLst>
                  <a:gd name="T0" fmla="*/ 0 w 143"/>
                  <a:gd name="T1" fmla="*/ 0 h 278"/>
                  <a:gd name="T2" fmla="*/ 0 w 143"/>
                  <a:gd name="T3" fmla="*/ 1 h 278"/>
                  <a:gd name="T4" fmla="*/ 0 w 143"/>
                  <a:gd name="T5" fmla="*/ 1 h 278"/>
                  <a:gd name="T6" fmla="*/ 0 w 143"/>
                  <a:gd name="T7" fmla="*/ 1 h 278"/>
                  <a:gd name="T8" fmla="*/ 0 w 143"/>
                  <a:gd name="T9" fmla="*/ 1 h 278"/>
                  <a:gd name="T10" fmla="*/ 0 w 143"/>
                  <a:gd name="T11" fmla="*/ 1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accent2"/>
              </a:solidFill>
              <a:ln w="9525">
                <a:solidFill>
                  <a:schemeClr val="tx1"/>
                </a:solidFill>
                <a:round/>
                <a:headEnd/>
                <a:tailEnd/>
              </a:ln>
            </p:spPr>
            <p:txBody>
              <a:bodyPr wrap="none" anchor="ctr"/>
              <a:lstStyle/>
              <a:p>
                <a:endParaRPr lang="en-US" dirty="0">
                  <a:latin typeface="Arial" pitchFamily="34" charset="0"/>
                </a:endParaRPr>
              </a:p>
            </p:txBody>
          </p:sp>
          <p:sp>
            <p:nvSpPr>
              <p:cNvPr id="221227" name="AutoShape 64"/>
              <p:cNvSpPr>
                <a:spLocks noChangeArrowheads="1"/>
              </p:cNvSpPr>
              <p:nvPr/>
            </p:nvSpPr>
            <p:spPr bwMode="auto">
              <a:xfrm flipV="1">
                <a:off x="1163" y="2525"/>
                <a:ext cx="657" cy="55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4 w 21600"/>
                  <a:gd name="T13" fmla="*/ 4498 h 21600"/>
                  <a:gd name="T14" fmla="*/ 17096 w 21600"/>
                  <a:gd name="T15" fmla="*/ 17102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2"/>
              </a:solidFill>
              <a:ln w="38100">
                <a:solidFill>
                  <a:schemeClr val="tx1"/>
                </a:solidFill>
                <a:miter lim="800000"/>
                <a:headEnd/>
                <a:tailEnd/>
              </a:ln>
            </p:spPr>
            <p:txBody>
              <a:bodyPr wrap="none" anchor="ctr"/>
              <a:lstStyle/>
              <a:p>
                <a:endParaRPr lang="en-US" dirty="0">
                  <a:latin typeface="Arial" pitchFamily="34" charset="0"/>
                </a:endParaRPr>
              </a:p>
            </p:txBody>
          </p:sp>
          <p:sp>
            <p:nvSpPr>
              <p:cNvPr id="221228" name="Rectangle 65"/>
              <p:cNvSpPr>
                <a:spLocks noChangeArrowheads="1"/>
              </p:cNvSpPr>
              <p:nvPr/>
            </p:nvSpPr>
            <p:spPr bwMode="auto">
              <a:xfrm>
                <a:off x="1163" y="3089"/>
                <a:ext cx="657" cy="157"/>
              </a:xfrm>
              <a:prstGeom prst="rect">
                <a:avLst/>
              </a:prstGeom>
              <a:solidFill>
                <a:schemeClr val="accent2"/>
              </a:solidFill>
              <a:ln w="38100">
                <a:solidFill>
                  <a:schemeClr val="tx1"/>
                </a:solidFill>
                <a:miter lim="800000"/>
                <a:headEnd/>
                <a:tailEnd/>
              </a:ln>
            </p:spPr>
            <p:txBody>
              <a:bodyPr wrap="none" anchor="ctr"/>
              <a:lstStyle/>
              <a:p>
                <a:pPr eaLnBrk="0" hangingPunct="0"/>
                <a:endParaRPr lang="en-US">
                  <a:latin typeface="Arial" charset="0"/>
                </a:endParaRPr>
              </a:p>
            </p:txBody>
          </p:sp>
        </p:grpSp>
        <p:sp>
          <p:nvSpPr>
            <p:cNvPr id="221216" name="Text Box 66"/>
            <p:cNvSpPr txBox="1">
              <a:spLocks noChangeArrowheads="1"/>
            </p:cNvSpPr>
            <p:nvPr/>
          </p:nvSpPr>
          <p:spPr bwMode="auto">
            <a:xfrm>
              <a:off x="4623" y="1476"/>
              <a:ext cx="2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2000">
                  <a:solidFill>
                    <a:schemeClr val="tx1"/>
                  </a:solidFill>
                  <a:latin typeface="Arial" charset="0"/>
                </a:rPr>
                <a:t>6</a:t>
              </a:r>
              <a:endParaRPr lang="en-US" sz="1200">
                <a:solidFill>
                  <a:schemeClr val="tx1"/>
                </a:solidFill>
                <a:latin typeface="Arial" charset="0"/>
              </a:endParaRPr>
            </a:p>
          </p:txBody>
        </p:sp>
        <p:sp>
          <p:nvSpPr>
            <p:cNvPr id="221217" name="Line 67"/>
            <p:cNvSpPr>
              <a:spLocks noChangeShapeType="1"/>
            </p:cNvSpPr>
            <p:nvPr/>
          </p:nvSpPr>
          <p:spPr bwMode="auto">
            <a:xfrm>
              <a:off x="4723" y="2629"/>
              <a:ext cx="0" cy="594"/>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dirty="0">
                <a:latin typeface="Arial" pitchFamily="34" charset="0"/>
              </a:endParaRPr>
            </a:p>
          </p:txBody>
        </p:sp>
        <p:sp>
          <p:nvSpPr>
            <p:cNvPr id="221218" name="Text Box 68"/>
            <p:cNvSpPr txBox="1">
              <a:spLocks noChangeArrowheads="1"/>
            </p:cNvSpPr>
            <p:nvPr/>
          </p:nvSpPr>
          <p:spPr bwMode="auto">
            <a:xfrm>
              <a:off x="4175" y="3322"/>
              <a:ext cx="476"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3200">
                  <a:solidFill>
                    <a:schemeClr val="tx1"/>
                  </a:solidFill>
                  <a:latin typeface="Arial" charset="0"/>
                </a:rPr>
                <a:t>CS</a:t>
              </a:r>
            </a:p>
          </p:txBody>
        </p:sp>
      </p:grpSp>
      <p:sp>
        <p:nvSpPr>
          <p:cNvPr id="221191" name="AutoShape 5"/>
          <p:cNvSpPr>
            <a:spLocks noChangeArrowheads="1"/>
          </p:cNvSpPr>
          <p:nvPr/>
        </p:nvSpPr>
        <p:spPr bwMode="auto">
          <a:xfrm>
            <a:off x="1420813" y="1987550"/>
            <a:ext cx="4108450" cy="809625"/>
          </a:xfrm>
          <a:prstGeom prst="wedgeRoundRectCallout">
            <a:avLst>
              <a:gd name="adj1" fmla="val 8806"/>
              <a:gd name="adj2" fmla="val -48375"/>
              <a:gd name="adj3" fmla="val 16667"/>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eaLnBrk="0" hangingPunct="0"/>
            <a:endParaRPr lang="en-US" sz="2800" b="0">
              <a:solidFill>
                <a:srgbClr val="FF0000"/>
              </a:solidFill>
              <a:latin typeface="Arial" charset="0"/>
            </a:endParaRPr>
          </a:p>
        </p:txBody>
      </p:sp>
    </p:spTree>
  </p:cSld>
  <p:clrMapOvr>
    <a:masterClrMapping/>
  </p:clrMapOvr>
  <p:transition spd="slow"/>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3"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223234"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618631E3-B98A-6147-BB8C-A4BBFCF185EB}" type="slidenum">
              <a:rPr lang="ar-SA" sz="1400" b="0">
                <a:solidFill>
                  <a:schemeClr val="tx1"/>
                </a:solidFill>
                <a:latin typeface="Arial" charset="0"/>
                <a:cs typeface="Arial" charset="0"/>
              </a:rPr>
              <a:pPr/>
              <a:t>85</a:t>
            </a:fld>
            <a:endParaRPr lang="en-US" sz="1400" b="0">
              <a:solidFill>
                <a:schemeClr val="tx1"/>
              </a:solidFill>
              <a:latin typeface="Arial" charset="0"/>
              <a:cs typeface="Arial" charset="0"/>
            </a:endParaRPr>
          </a:p>
        </p:txBody>
      </p:sp>
      <p:pic>
        <p:nvPicPr>
          <p:cNvPr id="223235" name="Picture 6"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3082925"/>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3236" name="Rectangle 2"/>
          <p:cNvSpPr>
            <a:spLocks noGrp="1" noChangeArrowheads="1"/>
          </p:cNvSpPr>
          <p:nvPr>
            <p:ph type="title"/>
          </p:nvPr>
        </p:nvSpPr>
        <p:spPr/>
        <p:txBody>
          <a:bodyPr/>
          <a:lstStyle/>
          <a:p>
            <a:r>
              <a:rPr lang="en-US">
                <a:latin typeface="Arial" charset="0"/>
              </a:rPr>
              <a:t>Bakery Algorithm</a:t>
            </a:r>
          </a:p>
        </p:txBody>
      </p:sp>
      <p:sp>
        <p:nvSpPr>
          <p:cNvPr id="223237" name="Rectangle 3"/>
          <p:cNvSpPr>
            <a:spLocks noChangeArrowheads="1"/>
          </p:cNvSpPr>
          <p:nvPr/>
        </p:nvSpPr>
        <p:spPr bwMode="auto">
          <a:xfrm>
            <a:off x="1062038" y="2219325"/>
            <a:ext cx="6824662" cy="2678113"/>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231775" indent="-231775" eaLnBrk="0" hangingPunct="0">
              <a:lnSpc>
                <a:spcPct val="80000"/>
              </a:lnSpc>
              <a:spcBef>
                <a:spcPct val="20000"/>
              </a:spcBef>
            </a:pPr>
            <a:r>
              <a:rPr lang="en-US" sz="2000">
                <a:solidFill>
                  <a:schemeClr val="tx1"/>
                </a:solidFill>
                <a:latin typeface="Courier New" charset="0"/>
                <a:cs typeface="Courier New" charset="0"/>
              </a:rPr>
              <a:t>class</a:t>
            </a:r>
            <a:r>
              <a:rPr lang="en-US" sz="2000">
                <a:solidFill>
                  <a:schemeClr val="accent2"/>
                </a:solidFill>
                <a:latin typeface="Courier New" charset="0"/>
                <a:cs typeface="Courier New" charset="0"/>
              </a:rPr>
              <a:t> Bakery </a:t>
            </a:r>
            <a:r>
              <a:rPr lang="en-US" sz="2000">
                <a:solidFill>
                  <a:schemeClr val="tx1"/>
                </a:solidFill>
                <a:latin typeface="Courier New" charset="0"/>
                <a:cs typeface="Courier New" charset="0"/>
              </a:rPr>
              <a:t>implements</a:t>
            </a:r>
            <a:r>
              <a:rPr lang="en-US" sz="2000">
                <a:solidFill>
                  <a:schemeClr val="accent2"/>
                </a:solidFill>
                <a:latin typeface="Courier New" charset="0"/>
                <a:cs typeface="Courier New" charset="0"/>
              </a:rPr>
              <a:t> Lock {</a:t>
            </a:r>
          </a:p>
          <a:p>
            <a:pPr marL="231775" indent="-231775" eaLnBrk="0" hangingPunct="0">
              <a:lnSpc>
                <a:spcPct val="80000"/>
              </a:lnSpc>
              <a:spcBef>
                <a:spcPct val="20000"/>
              </a:spcBef>
            </a:pPr>
            <a:r>
              <a:rPr lang="en-US" sz="2000">
                <a:solidFill>
                  <a:schemeClr val="accent2"/>
                </a:solidFill>
                <a:latin typeface="Courier New" charset="0"/>
                <a:cs typeface="Courier New" charset="0"/>
              </a:rPr>
              <a:t>  …</a:t>
            </a:r>
          </a:p>
          <a:p>
            <a:pPr marL="231775" indent="-231775" eaLnBrk="0" hangingPunct="0">
              <a:lnSpc>
                <a:spcPct val="80000"/>
              </a:lnSpc>
              <a:spcBef>
                <a:spcPct val="20000"/>
              </a:spcBef>
            </a:pPr>
            <a:r>
              <a:rPr lang="en-US" sz="2000">
                <a:solidFill>
                  <a:schemeClr val="accent2"/>
                </a:solidFill>
                <a:latin typeface="Courier New" charset="0"/>
                <a:cs typeface="Courier New" charset="0"/>
              </a:rPr>
              <a:t> </a:t>
            </a:r>
            <a:r>
              <a:rPr lang="en-US" sz="2000">
                <a:solidFill>
                  <a:schemeClr val="tx1"/>
                </a:solidFill>
                <a:latin typeface="Courier New" charset="0"/>
                <a:cs typeface="Courier New" charset="0"/>
              </a:rPr>
              <a:t>public</a:t>
            </a:r>
            <a:r>
              <a:rPr lang="en-US" sz="2000">
                <a:solidFill>
                  <a:schemeClr val="accent2"/>
                </a:solidFill>
                <a:latin typeface="Courier New" charset="0"/>
                <a:cs typeface="Courier New" charset="0"/>
              </a:rPr>
              <a:t> </a:t>
            </a:r>
            <a:r>
              <a:rPr lang="en-US" sz="2000">
                <a:solidFill>
                  <a:schemeClr val="tx1"/>
                </a:solidFill>
                <a:latin typeface="Courier New" charset="0"/>
                <a:cs typeface="Courier New" charset="0"/>
              </a:rPr>
              <a:t>void</a:t>
            </a:r>
            <a:r>
              <a:rPr lang="en-US" sz="2000">
                <a:solidFill>
                  <a:schemeClr val="accent2"/>
                </a:solidFill>
                <a:latin typeface="Courier New" charset="0"/>
                <a:cs typeface="Courier New" charset="0"/>
              </a:rPr>
              <a:t> lock() {  </a:t>
            </a:r>
          </a:p>
          <a:p>
            <a:pPr marL="231775" indent="-231775" eaLnBrk="0" hangingPunct="0">
              <a:lnSpc>
                <a:spcPct val="80000"/>
              </a:lnSpc>
              <a:spcBef>
                <a:spcPct val="20000"/>
              </a:spcBef>
            </a:pPr>
            <a:r>
              <a:rPr lang="en-US" sz="2000">
                <a:solidFill>
                  <a:schemeClr val="accent2"/>
                </a:solidFill>
                <a:latin typeface="Courier New" charset="0"/>
                <a:cs typeface="Courier New" charset="0"/>
              </a:rPr>
              <a:t>  flag[i]  = </a:t>
            </a:r>
            <a:r>
              <a:rPr lang="en-US" sz="2000">
                <a:solidFill>
                  <a:schemeClr val="tx1"/>
                </a:solidFill>
                <a:latin typeface="Courier New" charset="0"/>
                <a:cs typeface="Courier New" charset="0"/>
              </a:rPr>
              <a:t>true</a:t>
            </a:r>
            <a:r>
              <a:rPr lang="en-US" sz="2000">
                <a:solidFill>
                  <a:schemeClr val="accent2"/>
                </a:solidFill>
                <a:latin typeface="Courier New" charset="0"/>
                <a:cs typeface="Courier New" charset="0"/>
              </a:rPr>
              <a:t>;  </a:t>
            </a:r>
          </a:p>
          <a:p>
            <a:pPr marL="231775" indent="-231775" eaLnBrk="0" hangingPunct="0">
              <a:lnSpc>
                <a:spcPct val="80000"/>
              </a:lnSpc>
              <a:spcBef>
                <a:spcPct val="20000"/>
              </a:spcBef>
            </a:pPr>
            <a:r>
              <a:rPr lang="en-US" sz="2000">
                <a:solidFill>
                  <a:schemeClr val="accent2"/>
                </a:solidFill>
                <a:latin typeface="Courier New" charset="0"/>
                <a:cs typeface="Courier New" charset="0"/>
              </a:rPr>
              <a:t>  label[i] = max(label[0], …,label[n-1])+1;</a:t>
            </a:r>
          </a:p>
          <a:p>
            <a:pPr marL="231775" indent="-231775" eaLnBrk="0" hangingPunct="0">
              <a:lnSpc>
                <a:spcPct val="80000"/>
              </a:lnSpc>
              <a:spcBef>
                <a:spcPct val="20000"/>
              </a:spcBef>
            </a:pPr>
            <a:r>
              <a:rPr lang="en-US" sz="2000">
                <a:solidFill>
                  <a:schemeClr val="accent2"/>
                </a:solidFill>
                <a:latin typeface="Courier New" charset="0"/>
                <a:cs typeface="Courier New" charset="0"/>
              </a:rPr>
              <a:t>  </a:t>
            </a:r>
            <a:r>
              <a:rPr lang="en-US" sz="2000">
                <a:solidFill>
                  <a:schemeClr val="tx1"/>
                </a:solidFill>
                <a:latin typeface="Courier New" charset="0"/>
                <a:cs typeface="Courier New" charset="0"/>
              </a:rPr>
              <a:t>while</a:t>
            </a:r>
            <a:r>
              <a:rPr lang="en-US" sz="2000">
                <a:solidFill>
                  <a:schemeClr val="accent2"/>
                </a:solidFill>
                <a:latin typeface="Courier New" charset="0"/>
                <a:cs typeface="Courier New" charset="0"/>
              </a:rPr>
              <a:t> (</a:t>
            </a:r>
            <a:r>
              <a:rPr lang="en-US" sz="2800">
                <a:solidFill>
                  <a:schemeClr val="accent2"/>
                </a:solidFill>
                <a:latin typeface="Symbol" charset="0"/>
              </a:rPr>
              <a:t>$</a:t>
            </a:r>
            <a:r>
              <a:rPr lang="en-US" sz="2000">
                <a:solidFill>
                  <a:schemeClr val="accent2"/>
                </a:solidFill>
                <a:latin typeface="Courier New" charset="0"/>
              </a:rPr>
              <a:t>k flag[k]</a:t>
            </a:r>
          </a:p>
          <a:p>
            <a:pPr marL="231775" indent="-231775" eaLnBrk="0" hangingPunct="0">
              <a:lnSpc>
                <a:spcPct val="80000"/>
              </a:lnSpc>
              <a:spcBef>
                <a:spcPct val="20000"/>
              </a:spcBef>
            </a:pPr>
            <a:r>
              <a:rPr lang="en-US" sz="2000">
                <a:solidFill>
                  <a:schemeClr val="accent2"/>
                </a:solidFill>
                <a:latin typeface="Courier New" charset="0"/>
              </a:rPr>
              <a:t>           &amp;&amp; (label[i],i) &gt; (label[k],k));</a:t>
            </a:r>
            <a:endParaRPr lang="en-US" sz="2000">
              <a:solidFill>
                <a:schemeClr val="accent2"/>
              </a:solidFill>
              <a:latin typeface="Courier New" charset="0"/>
              <a:cs typeface="Courier New" charset="0"/>
            </a:endParaRPr>
          </a:p>
          <a:p>
            <a:pPr marL="231775" indent="-231775" eaLnBrk="0" hangingPunct="0">
              <a:lnSpc>
                <a:spcPct val="80000"/>
              </a:lnSpc>
              <a:spcBef>
                <a:spcPct val="20000"/>
              </a:spcBef>
            </a:pPr>
            <a:r>
              <a:rPr lang="en-US" sz="2000">
                <a:solidFill>
                  <a:schemeClr val="accent2"/>
                </a:solidFill>
                <a:latin typeface="Courier New" charset="0"/>
                <a:cs typeface="Courier New" charset="0"/>
              </a:rPr>
              <a:t> }</a:t>
            </a:r>
          </a:p>
        </p:txBody>
      </p:sp>
    </p:spTree>
  </p:cSld>
  <p:clrMapOvr>
    <a:masterClrMapping/>
  </p:clrMapOvr>
  <p:transition spd="slow"/>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1"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225282"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7090AB6D-63C1-4146-B12D-504A436ECEB7}" type="slidenum">
              <a:rPr lang="ar-SA" sz="1400" b="0">
                <a:solidFill>
                  <a:schemeClr val="tx1"/>
                </a:solidFill>
                <a:latin typeface="Arial" charset="0"/>
                <a:cs typeface="Arial" charset="0"/>
              </a:rPr>
              <a:pPr/>
              <a:t>86</a:t>
            </a:fld>
            <a:endParaRPr lang="en-US" sz="1400" b="0">
              <a:solidFill>
                <a:schemeClr val="tx1"/>
              </a:solidFill>
              <a:latin typeface="Arial" charset="0"/>
              <a:cs typeface="Arial" charset="0"/>
            </a:endParaRPr>
          </a:p>
        </p:txBody>
      </p:sp>
      <p:pic>
        <p:nvPicPr>
          <p:cNvPr id="225283" name="Picture 2"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3082925"/>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284" name="Rectangle 3"/>
          <p:cNvSpPr>
            <a:spLocks noGrp="1" noChangeArrowheads="1"/>
          </p:cNvSpPr>
          <p:nvPr>
            <p:ph type="title"/>
          </p:nvPr>
        </p:nvSpPr>
        <p:spPr/>
        <p:txBody>
          <a:bodyPr/>
          <a:lstStyle/>
          <a:p>
            <a:r>
              <a:rPr lang="en-US">
                <a:latin typeface="Arial" charset="0"/>
              </a:rPr>
              <a:t>Bakery Algorithm</a:t>
            </a:r>
          </a:p>
        </p:txBody>
      </p:sp>
      <p:sp>
        <p:nvSpPr>
          <p:cNvPr id="225285" name="Rectangle 4"/>
          <p:cNvSpPr>
            <a:spLocks noChangeArrowheads="1"/>
          </p:cNvSpPr>
          <p:nvPr/>
        </p:nvSpPr>
        <p:spPr bwMode="auto">
          <a:xfrm>
            <a:off x="1062038" y="2219325"/>
            <a:ext cx="6824662" cy="2678113"/>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231775" indent="-231775" eaLnBrk="0" hangingPunct="0">
              <a:lnSpc>
                <a:spcPct val="80000"/>
              </a:lnSpc>
              <a:spcBef>
                <a:spcPct val="20000"/>
              </a:spcBef>
            </a:pPr>
            <a:r>
              <a:rPr lang="en-US" sz="2000">
                <a:solidFill>
                  <a:schemeClr val="folHlink"/>
                </a:solidFill>
                <a:latin typeface="Courier New" charset="0"/>
                <a:cs typeface="Courier New" charset="0"/>
              </a:rPr>
              <a:t>class Bakery implements Lock {</a:t>
            </a:r>
          </a:p>
          <a:p>
            <a:pPr marL="231775" indent="-231775" eaLnBrk="0" hangingPunct="0">
              <a:lnSpc>
                <a:spcPct val="80000"/>
              </a:lnSpc>
              <a:spcBef>
                <a:spcPct val="20000"/>
              </a:spcBef>
            </a:pPr>
            <a:r>
              <a:rPr lang="en-US" sz="2000">
                <a:solidFill>
                  <a:schemeClr val="folHlink"/>
                </a:solidFill>
                <a:latin typeface="Courier New" charset="0"/>
                <a:cs typeface="Courier New" charset="0"/>
              </a:rPr>
              <a:t>  …</a:t>
            </a:r>
          </a:p>
          <a:p>
            <a:pPr marL="231775" indent="-231775" eaLnBrk="0" hangingPunct="0">
              <a:lnSpc>
                <a:spcPct val="80000"/>
              </a:lnSpc>
              <a:spcBef>
                <a:spcPct val="20000"/>
              </a:spcBef>
            </a:pPr>
            <a:r>
              <a:rPr lang="en-US" sz="2000">
                <a:solidFill>
                  <a:schemeClr val="folHlink"/>
                </a:solidFill>
                <a:latin typeface="Courier New" charset="0"/>
                <a:cs typeface="Courier New" charset="0"/>
              </a:rPr>
              <a:t> public void lock() {</a:t>
            </a:r>
            <a:r>
              <a:rPr lang="en-US" sz="2000">
                <a:solidFill>
                  <a:schemeClr val="accent2"/>
                </a:solidFill>
                <a:latin typeface="Courier New" charset="0"/>
                <a:cs typeface="Courier New" charset="0"/>
              </a:rPr>
              <a:t>  </a:t>
            </a:r>
          </a:p>
          <a:p>
            <a:pPr marL="231775" indent="-231775" eaLnBrk="0" hangingPunct="0">
              <a:lnSpc>
                <a:spcPct val="80000"/>
              </a:lnSpc>
              <a:spcBef>
                <a:spcPct val="20000"/>
              </a:spcBef>
            </a:pPr>
            <a:r>
              <a:rPr lang="en-US" sz="2000">
                <a:solidFill>
                  <a:schemeClr val="accent2"/>
                </a:solidFill>
                <a:latin typeface="Courier New" charset="0"/>
                <a:cs typeface="Courier New" charset="0"/>
              </a:rPr>
              <a:t>  flag[i]  = </a:t>
            </a:r>
            <a:r>
              <a:rPr lang="en-US" sz="2000">
                <a:solidFill>
                  <a:schemeClr val="tx1"/>
                </a:solidFill>
                <a:latin typeface="Courier New" charset="0"/>
                <a:cs typeface="Courier New" charset="0"/>
              </a:rPr>
              <a:t>true</a:t>
            </a:r>
            <a:r>
              <a:rPr lang="en-US" sz="2000">
                <a:solidFill>
                  <a:schemeClr val="accent2"/>
                </a:solidFill>
                <a:latin typeface="Courier New" charset="0"/>
                <a:cs typeface="Courier New" charset="0"/>
              </a:rPr>
              <a:t>;  </a:t>
            </a:r>
          </a:p>
          <a:p>
            <a:pPr marL="231775" indent="-231775" eaLnBrk="0" hangingPunct="0">
              <a:lnSpc>
                <a:spcPct val="80000"/>
              </a:lnSpc>
              <a:spcBef>
                <a:spcPct val="20000"/>
              </a:spcBef>
            </a:pPr>
            <a:r>
              <a:rPr lang="en-US" sz="2000">
                <a:solidFill>
                  <a:schemeClr val="accent2"/>
                </a:solidFill>
                <a:latin typeface="Courier New" charset="0"/>
                <a:cs typeface="Courier New" charset="0"/>
              </a:rPr>
              <a:t>  label[i] = max(label[0], …,label[n-1])+1;</a:t>
            </a:r>
          </a:p>
          <a:p>
            <a:pPr marL="231775" indent="-231775" eaLnBrk="0" hangingPunct="0">
              <a:lnSpc>
                <a:spcPct val="80000"/>
              </a:lnSpc>
              <a:spcBef>
                <a:spcPct val="20000"/>
              </a:spcBef>
            </a:pPr>
            <a:r>
              <a:rPr lang="en-US" sz="2000">
                <a:solidFill>
                  <a:schemeClr val="accent2"/>
                </a:solidFill>
                <a:latin typeface="Courier New" charset="0"/>
                <a:cs typeface="Courier New" charset="0"/>
              </a:rPr>
              <a:t>  </a:t>
            </a:r>
            <a:r>
              <a:rPr lang="en-US" sz="2000">
                <a:solidFill>
                  <a:schemeClr val="folHlink"/>
                </a:solidFill>
                <a:latin typeface="Courier New" charset="0"/>
                <a:cs typeface="Courier New" charset="0"/>
              </a:rPr>
              <a:t>while (</a:t>
            </a:r>
            <a:r>
              <a:rPr lang="en-US" sz="2800">
                <a:solidFill>
                  <a:schemeClr val="folHlink"/>
                </a:solidFill>
                <a:latin typeface="Symbol" charset="0"/>
              </a:rPr>
              <a:t>$</a:t>
            </a:r>
            <a:r>
              <a:rPr lang="en-US" sz="2000">
                <a:solidFill>
                  <a:schemeClr val="folHlink"/>
                </a:solidFill>
                <a:latin typeface="Courier New" charset="0"/>
              </a:rPr>
              <a:t>k flag[k]</a:t>
            </a:r>
          </a:p>
          <a:p>
            <a:pPr marL="231775" indent="-231775" eaLnBrk="0" hangingPunct="0">
              <a:lnSpc>
                <a:spcPct val="80000"/>
              </a:lnSpc>
              <a:spcBef>
                <a:spcPct val="20000"/>
              </a:spcBef>
            </a:pPr>
            <a:r>
              <a:rPr lang="en-US" sz="2000">
                <a:solidFill>
                  <a:schemeClr val="folHlink"/>
                </a:solidFill>
                <a:latin typeface="Courier New" charset="0"/>
              </a:rPr>
              <a:t>           &amp;&amp; (label[i],i) &gt; (label[k],k));</a:t>
            </a:r>
            <a:endParaRPr lang="en-US" sz="2000">
              <a:solidFill>
                <a:schemeClr val="folHlink"/>
              </a:solidFill>
              <a:latin typeface="Courier New" charset="0"/>
              <a:cs typeface="Courier New" charset="0"/>
            </a:endParaRPr>
          </a:p>
          <a:p>
            <a:pPr marL="231775" indent="-231775" eaLnBrk="0" hangingPunct="0">
              <a:lnSpc>
                <a:spcPct val="80000"/>
              </a:lnSpc>
              <a:spcBef>
                <a:spcPct val="20000"/>
              </a:spcBef>
            </a:pPr>
            <a:r>
              <a:rPr lang="en-US" sz="2000">
                <a:solidFill>
                  <a:schemeClr val="folHlink"/>
                </a:solidFill>
                <a:latin typeface="Courier New" charset="0"/>
                <a:cs typeface="Courier New" charset="0"/>
              </a:rPr>
              <a:t> }</a:t>
            </a:r>
          </a:p>
        </p:txBody>
      </p:sp>
      <p:sp>
        <p:nvSpPr>
          <p:cNvPr id="225286" name="AutoShape 5"/>
          <p:cNvSpPr>
            <a:spLocks noChangeArrowheads="1"/>
          </p:cNvSpPr>
          <p:nvPr/>
        </p:nvSpPr>
        <p:spPr bwMode="auto">
          <a:xfrm>
            <a:off x="1377950" y="3062288"/>
            <a:ext cx="6503988" cy="809625"/>
          </a:xfrm>
          <a:prstGeom prst="wedgeRoundRectCallout">
            <a:avLst>
              <a:gd name="adj1" fmla="val 28667"/>
              <a:gd name="adj2" fmla="val -77060"/>
              <a:gd name="adj3" fmla="val 16667"/>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eaLnBrk="0" hangingPunct="0"/>
            <a:endParaRPr lang="en-US" sz="2800" b="0">
              <a:solidFill>
                <a:srgbClr val="FF0000"/>
              </a:solidFill>
              <a:latin typeface="Arial" charset="0"/>
            </a:endParaRPr>
          </a:p>
        </p:txBody>
      </p:sp>
      <p:sp>
        <p:nvSpPr>
          <p:cNvPr id="225287" name="Text Box 6"/>
          <p:cNvSpPr txBox="1">
            <a:spLocks noChangeArrowheads="1"/>
          </p:cNvSpPr>
          <p:nvPr/>
        </p:nvSpPr>
        <p:spPr bwMode="auto">
          <a:xfrm>
            <a:off x="4730750" y="2330450"/>
            <a:ext cx="40719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ctr"/>
            <a:r>
              <a:rPr lang="en-US" sz="2800">
                <a:solidFill>
                  <a:srgbClr val="FF0000"/>
                </a:solidFill>
                <a:latin typeface="Arial" charset="0"/>
              </a:rPr>
              <a:t>Doorway</a:t>
            </a:r>
          </a:p>
        </p:txBody>
      </p:sp>
    </p:spTree>
  </p:cSld>
  <p:clrMapOvr>
    <a:masterClrMapping/>
  </p:clrMapOvr>
  <p:transition spd="slow"/>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29"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227330"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AB88E456-E7E8-E44F-8BC1-68B9A6CC4812}" type="slidenum">
              <a:rPr lang="ar-SA" sz="1400" b="0">
                <a:solidFill>
                  <a:schemeClr val="tx1"/>
                </a:solidFill>
                <a:latin typeface="Arial" charset="0"/>
                <a:cs typeface="Arial" charset="0"/>
              </a:rPr>
              <a:pPr/>
              <a:t>87</a:t>
            </a:fld>
            <a:endParaRPr lang="en-US" sz="1400" b="0">
              <a:solidFill>
                <a:schemeClr val="tx1"/>
              </a:solidFill>
              <a:latin typeface="Arial" charset="0"/>
              <a:cs typeface="Arial" charset="0"/>
            </a:endParaRPr>
          </a:p>
        </p:txBody>
      </p:sp>
      <p:pic>
        <p:nvPicPr>
          <p:cNvPr id="227331" name="Picture 2"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3082925"/>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7332" name="Rectangle 3"/>
          <p:cNvSpPr>
            <a:spLocks noGrp="1" noChangeArrowheads="1"/>
          </p:cNvSpPr>
          <p:nvPr>
            <p:ph type="title"/>
          </p:nvPr>
        </p:nvSpPr>
        <p:spPr/>
        <p:txBody>
          <a:bodyPr/>
          <a:lstStyle/>
          <a:p>
            <a:r>
              <a:rPr lang="en-US">
                <a:latin typeface="Arial" charset="0"/>
              </a:rPr>
              <a:t>Bakery Algorithm</a:t>
            </a:r>
          </a:p>
        </p:txBody>
      </p:sp>
      <p:sp>
        <p:nvSpPr>
          <p:cNvPr id="227333" name="Rectangle 4"/>
          <p:cNvSpPr>
            <a:spLocks noChangeArrowheads="1"/>
          </p:cNvSpPr>
          <p:nvPr/>
        </p:nvSpPr>
        <p:spPr bwMode="auto">
          <a:xfrm>
            <a:off x="1062038" y="2219325"/>
            <a:ext cx="6824662" cy="2678113"/>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231775" indent="-231775" eaLnBrk="0" hangingPunct="0">
              <a:lnSpc>
                <a:spcPct val="80000"/>
              </a:lnSpc>
              <a:spcBef>
                <a:spcPct val="20000"/>
              </a:spcBef>
            </a:pPr>
            <a:r>
              <a:rPr lang="en-US" sz="2000">
                <a:solidFill>
                  <a:schemeClr val="folHlink"/>
                </a:solidFill>
                <a:latin typeface="Courier New" charset="0"/>
                <a:cs typeface="Courier New" charset="0"/>
              </a:rPr>
              <a:t>class Bakery implements Lock {</a:t>
            </a:r>
          </a:p>
          <a:p>
            <a:pPr marL="231775" indent="-231775" eaLnBrk="0" hangingPunct="0">
              <a:lnSpc>
                <a:spcPct val="80000"/>
              </a:lnSpc>
              <a:spcBef>
                <a:spcPct val="20000"/>
              </a:spcBef>
            </a:pPr>
            <a:r>
              <a:rPr lang="en-US" sz="2000">
                <a:solidFill>
                  <a:schemeClr val="folHlink"/>
                </a:solidFill>
                <a:latin typeface="Courier New" charset="0"/>
                <a:cs typeface="Courier New" charset="0"/>
              </a:rPr>
              <a:t>  …</a:t>
            </a:r>
          </a:p>
          <a:p>
            <a:pPr marL="231775" indent="-231775" eaLnBrk="0" hangingPunct="0">
              <a:lnSpc>
                <a:spcPct val="80000"/>
              </a:lnSpc>
              <a:spcBef>
                <a:spcPct val="20000"/>
              </a:spcBef>
            </a:pPr>
            <a:r>
              <a:rPr lang="en-US" sz="2000">
                <a:solidFill>
                  <a:schemeClr val="folHlink"/>
                </a:solidFill>
                <a:latin typeface="Courier New" charset="0"/>
                <a:cs typeface="Courier New" charset="0"/>
              </a:rPr>
              <a:t> public void lock() {  </a:t>
            </a:r>
          </a:p>
          <a:p>
            <a:pPr marL="231775" indent="-231775" eaLnBrk="0" hangingPunct="0">
              <a:lnSpc>
                <a:spcPct val="80000"/>
              </a:lnSpc>
              <a:spcBef>
                <a:spcPct val="20000"/>
              </a:spcBef>
            </a:pPr>
            <a:r>
              <a:rPr lang="en-US" sz="2000">
                <a:solidFill>
                  <a:schemeClr val="accent2"/>
                </a:solidFill>
                <a:latin typeface="Courier New" charset="0"/>
                <a:cs typeface="Courier New" charset="0"/>
              </a:rPr>
              <a:t>  flag[i]  = </a:t>
            </a:r>
            <a:r>
              <a:rPr lang="en-US" sz="2000">
                <a:solidFill>
                  <a:schemeClr val="tx1"/>
                </a:solidFill>
                <a:latin typeface="Courier New" charset="0"/>
                <a:cs typeface="Courier New" charset="0"/>
              </a:rPr>
              <a:t>true</a:t>
            </a:r>
            <a:r>
              <a:rPr lang="en-US" sz="2000">
                <a:solidFill>
                  <a:schemeClr val="accent2"/>
                </a:solidFill>
                <a:latin typeface="Courier New" charset="0"/>
                <a:cs typeface="Courier New" charset="0"/>
              </a:rPr>
              <a:t>;  </a:t>
            </a:r>
          </a:p>
          <a:p>
            <a:pPr marL="231775" indent="-231775" eaLnBrk="0" hangingPunct="0">
              <a:lnSpc>
                <a:spcPct val="80000"/>
              </a:lnSpc>
              <a:spcBef>
                <a:spcPct val="20000"/>
              </a:spcBef>
            </a:pPr>
            <a:r>
              <a:rPr lang="en-US" sz="2000">
                <a:solidFill>
                  <a:schemeClr val="accent2"/>
                </a:solidFill>
                <a:latin typeface="Courier New" charset="0"/>
                <a:cs typeface="Courier New" charset="0"/>
              </a:rPr>
              <a:t>  </a:t>
            </a:r>
            <a:r>
              <a:rPr lang="en-US" sz="2000">
                <a:solidFill>
                  <a:schemeClr val="folHlink"/>
                </a:solidFill>
                <a:latin typeface="Courier New" charset="0"/>
                <a:cs typeface="Courier New" charset="0"/>
              </a:rPr>
              <a:t>label[i] = max(label[0], …,label[n-1])+1;</a:t>
            </a:r>
          </a:p>
          <a:p>
            <a:pPr marL="231775" indent="-231775" eaLnBrk="0" hangingPunct="0">
              <a:lnSpc>
                <a:spcPct val="80000"/>
              </a:lnSpc>
              <a:spcBef>
                <a:spcPct val="20000"/>
              </a:spcBef>
            </a:pPr>
            <a:r>
              <a:rPr lang="en-US" sz="2000">
                <a:solidFill>
                  <a:schemeClr val="folHlink"/>
                </a:solidFill>
                <a:latin typeface="Courier New" charset="0"/>
                <a:cs typeface="Courier New" charset="0"/>
              </a:rPr>
              <a:t>  while (</a:t>
            </a:r>
            <a:r>
              <a:rPr lang="en-US" sz="2800">
                <a:solidFill>
                  <a:schemeClr val="folHlink"/>
                </a:solidFill>
                <a:latin typeface="Symbol" charset="0"/>
              </a:rPr>
              <a:t>$</a:t>
            </a:r>
            <a:r>
              <a:rPr lang="en-US" sz="2000">
                <a:solidFill>
                  <a:schemeClr val="folHlink"/>
                </a:solidFill>
                <a:latin typeface="Courier New" charset="0"/>
              </a:rPr>
              <a:t>k flag[k]</a:t>
            </a:r>
          </a:p>
          <a:p>
            <a:pPr marL="231775" indent="-231775" eaLnBrk="0" hangingPunct="0">
              <a:lnSpc>
                <a:spcPct val="80000"/>
              </a:lnSpc>
              <a:spcBef>
                <a:spcPct val="20000"/>
              </a:spcBef>
            </a:pPr>
            <a:r>
              <a:rPr lang="en-US" sz="2000">
                <a:solidFill>
                  <a:schemeClr val="folHlink"/>
                </a:solidFill>
                <a:latin typeface="Courier New" charset="0"/>
              </a:rPr>
              <a:t>           &amp;&amp; (label[i],i) &gt; (label[k],k));</a:t>
            </a:r>
            <a:endParaRPr lang="en-US" sz="2000">
              <a:solidFill>
                <a:schemeClr val="folHlink"/>
              </a:solidFill>
              <a:latin typeface="Courier New" charset="0"/>
              <a:cs typeface="Courier New" charset="0"/>
            </a:endParaRPr>
          </a:p>
          <a:p>
            <a:pPr marL="231775" indent="-231775" eaLnBrk="0" hangingPunct="0">
              <a:lnSpc>
                <a:spcPct val="80000"/>
              </a:lnSpc>
              <a:spcBef>
                <a:spcPct val="20000"/>
              </a:spcBef>
            </a:pPr>
            <a:r>
              <a:rPr lang="en-US" sz="2000">
                <a:solidFill>
                  <a:schemeClr val="folHlink"/>
                </a:solidFill>
                <a:latin typeface="Courier New" charset="0"/>
                <a:cs typeface="Courier New" charset="0"/>
              </a:rPr>
              <a:t> }</a:t>
            </a:r>
          </a:p>
        </p:txBody>
      </p:sp>
      <p:sp>
        <p:nvSpPr>
          <p:cNvPr id="227334" name="AutoShape 6"/>
          <p:cNvSpPr>
            <a:spLocks noChangeArrowheads="1"/>
          </p:cNvSpPr>
          <p:nvPr/>
        </p:nvSpPr>
        <p:spPr bwMode="auto">
          <a:xfrm>
            <a:off x="1436688" y="3054350"/>
            <a:ext cx="2776537" cy="442913"/>
          </a:xfrm>
          <a:prstGeom prst="wedgeRoundRectCallout">
            <a:avLst>
              <a:gd name="adj1" fmla="val 96597"/>
              <a:gd name="adj2" fmla="val -141755"/>
              <a:gd name="adj3" fmla="val 16667"/>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eaLnBrk="0" hangingPunct="0"/>
            <a:endParaRPr lang="en-US" sz="2800" b="0">
              <a:solidFill>
                <a:srgbClr val="FF0000"/>
              </a:solidFill>
              <a:latin typeface="Arial" charset="0"/>
            </a:endParaRPr>
          </a:p>
        </p:txBody>
      </p:sp>
      <p:sp>
        <p:nvSpPr>
          <p:cNvPr id="227335" name="Text Box 7"/>
          <p:cNvSpPr txBox="1">
            <a:spLocks noChangeArrowheads="1"/>
          </p:cNvSpPr>
          <p:nvPr/>
        </p:nvSpPr>
        <p:spPr bwMode="auto">
          <a:xfrm>
            <a:off x="5218113" y="2343150"/>
            <a:ext cx="3348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ctr"/>
            <a:r>
              <a:rPr lang="en-US" sz="2800" dirty="0">
                <a:solidFill>
                  <a:srgbClr val="FF0000"/>
                </a:solidFill>
                <a:latin typeface="Arial" charset="0"/>
              </a:rPr>
              <a:t>I</a:t>
            </a:r>
            <a:r>
              <a:rPr lang="fr-FR" altLang="ja-JP" sz="2800" dirty="0">
                <a:solidFill>
                  <a:srgbClr val="FF0000"/>
                </a:solidFill>
                <a:latin typeface="Arial" charset="0"/>
              </a:rPr>
              <a:t>'</a:t>
            </a:r>
            <a:r>
              <a:rPr lang="en-US" altLang="ja-JP" sz="2800" dirty="0">
                <a:solidFill>
                  <a:srgbClr val="FF0000"/>
                </a:solidFill>
                <a:latin typeface="Arial" charset="0"/>
              </a:rPr>
              <a:t>m interested</a:t>
            </a:r>
            <a:endParaRPr lang="en-US" sz="2800" dirty="0">
              <a:solidFill>
                <a:srgbClr val="FF0000"/>
              </a:solidFill>
              <a:latin typeface="Arial" charset="0"/>
            </a:endParaRPr>
          </a:p>
        </p:txBody>
      </p:sp>
    </p:spTree>
  </p:cSld>
  <p:clrMapOvr>
    <a:masterClrMapping/>
  </p:clrMapOvr>
  <p:transition spd="slow"/>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7"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229378"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006C3924-CEA4-B843-A088-CEC59859D8D6}" type="slidenum">
              <a:rPr lang="ar-SA" sz="1400" b="0">
                <a:solidFill>
                  <a:schemeClr val="tx1"/>
                </a:solidFill>
                <a:latin typeface="Arial" charset="0"/>
                <a:cs typeface="Arial" charset="0"/>
              </a:rPr>
              <a:pPr/>
              <a:t>88</a:t>
            </a:fld>
            <a:endParaRPr lang="en-US" sz="1400" b="0">
              <a:solidFill>
                <a:schemeClr val="tx1"/>
              </a:solidFill>
              <a:latin typeface="Arial" charset="0"/>
              <a:cs typeface="Arial" charset="0"/>
            </a:endParaRPr>
          </a:p>
        </p:txBody>
      </p:sp>
      <p:pic>
        <p:nvPicPr>
          <p:cNvPr id="229379" name="Picture 2"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3082925"/>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9380" name="Rectangle 3"/>
          <p:cNvSpPr>
            <a:spLocks noGrp="1" noChangeArrowheads="1"/>
          </p:cNvSpPr>
          <p:nvPr>
            <p:ph type="title"/>
          </p:nvPr>
        </p:nvSpPr>
        <p:spPr/>
        <p:txBody>
          <a:bodyPr/>
          <a:lstStyle/>
          <a:p>
            <a:r>
              <a:rPr lang="en-US">
                <a:latin typeface="Arial" charset="0"/>
              </a:rPr>
              <a:t>Bakery Algorithm</a:t>
            </a:r>
          </a:p>
        </p:txBody>
      </p:sp>
      <p:sp>
        <p:nvSpPr>
          <p:cNvPr id="229381" name="Rectangle 4"/>
          <p:cNvSpPr>
            <a:spLocks noChangeArrowheads="1"/>
          </p:cNvSpPr>
          <p:nvPr/>
        </p:nvSpPr>
        <p:spPr bwMode="auto">
          <a:xfrm>
            <a:off x="1062038" y="2219325"/>
            <a:ext cx="6824662" cy="2678113"/>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231775" indent="-231775" eaLnBrk="0" hangingPunct="0">
              <a:lnSpc>
                <a:spcPct val="80000"/>
              </a:lnSpc>
              <a:spcBef>
                <a:spcPct val="20000"/>
              </a:spcBef>
            </a:pPr>
            <a:r>
              <a:rPr lang="en-US" sz="2000">
                <a:solidFill>
                  <a:schemeClr val="folHlink"/>
                </a:solidFill>
                <a:latin typeface="Courier New" charset="0"/>
                <a:cs typeface="Courier New" charset="0"/>
              </a:rPr>
              <a:t>class Bakery implements Lock {</a:t>
            </a:r>
          </a:p>
          <a:p>
            <a:pPr marL="231775" indent="-231775" eaLnBrk="0" hangingPunct="0">
              <a:lnSpc>
                <a:spcPct val="80000"/>
              </a:lnSpc>
              <a:spcBef>
                <a:spcPct val="20000"/>
              </a:spcBef>
            </a:pPr>
            <a:r>
              <a:rPr lang="en-US" sz="2000">
                <a:solidFill>
                  <a:schemeClr val="folHlink"/>
                </a:solidFill>
                <a:latin typeface="Courier New" charset="0"/>
                <a:cs typeface="Courier New" charset="0"/>
              </a:rPr>
              <a:t>  …</a:t>
            </a:r>
          </a:p>
          <a:p>
            <a:pPr marL="231775" indent="-231775" eaLnBrk="0" hangingPunct="0">
              <a:lnSpc>
                <a:spcPct val="80000"/>
              </a:lnSpc>
              <a:spcBef>
                <a:spcPct val="20000"/>
              </a:spcBef>
            </a:pPr>
            <a:r>
              <a:rPr lang="en-US" sz="2000">
                <a:solidFill>
                  <a:schemeClr val="folHlink"/>
                </a:solidFill>
                <a:latin typeface="Courier New" charset="0"/>
                <a:cs typeface="Courier New" charset="0"/>
              </a:rPr>
              <a:t> public void lock() {  </a:t>
            </a:r>
          </a:p>
          <a:p>
            <a:pPr marL="231775" indent="-231775" eaLnBrk="0" hangingPunct="0">
              <a:lnSpc>
                <a:spcPct val="80000"/>
              </a:lnSpc>
              <a:spcBef>
                <a:spcPct val="20000"/>
              </a:spcBef>
            </a:pPr>
            <a:r>
              <a:rPr lang="en-US" sz="2000">
                <a:solidFill>
                  <a:schemeClr val="folHlink"/>
                </a:solidFill>
                <a:latin typeface="Courier New" charset="0"/>
                <a:cs typeface="Courier New" charset="0"/>
              </a:rPr>
              <a:t>  flag[i]  = true;</a:t>
            </a:r>
            <a:r>
              <a:rPr lang="en-US" sz="2000">
                <a:solidFill>
                  <a:schemeClr val="accent2"/>
                </a:solidFill>
                <a:latin typeface="Courier New" charset="0"/>
                <a:cs typeface="Courier New" charset="0"/>
              </a:rPr>
              <a:t>  </a:t>
            </a:r>
          </a:p>
          <a:p>
            <a:pPr marL="231775" indent="-231775" eaLnBrk="0" hangingPunct="0">
              <a:lnSpc>
                <a:spcPct val="80000"/>
              </a:lnSpc>
              <a:spcBef>
                <a:spcPct val="20000"/>
              </a:spcBef>
            </a:pPr>
            <a:r>
              <a:rPr lang="en-US" sz="2000">
                <a:solidFill>
                  <a:schemeClr val="accent2"/>
                </a:solidFill>
                <a:latin typeface="Courier New" charset="0"/>
                <a:cs typeface="Courier New" charset="0"/>
              </a:rPr>
              <a:t>  label[i] = max(label[0], …,label[n-1])+1;</a:t>
            </a:r>
          </a:p>
          <a:p>
            <a:pPr marL="231775" indent="-231775" eaLnBrk="0" hangingPunct="0">
              <a:lnSpc>
                <a:spcPct val="80000"/>
              </a:lnSpc>
              <a:spcBef>
                <a:spcPct val="20000"/>
              </a:spcBef>
            </a:pPr>
            <a:r>
              <a:rPr lang="en-US" sz="2000">
                <a:solidFill>
                  <a:schemeClr val="accent2"/>
                </a:solidFill>
                <a:latin typeface="Courier New" charset="0"/>
                <a:cs typeface="Courier New" charset="0"/>
              </a:rPr>
              <a:t>  </a:t>
            </a:r>
            <a:r>
              <a:rPr lang="en-US" sz="2000">
                <a:solidFill>
                  <a:schemeClr val="folHlink"/>
                </a:solidFill>
                <a:latin typeface="Courier New" charset="0"/>
                <a:cs typeface="Courier New" charset="0"/>
              </a:rPr>
              <a:t>while (</a:t>
            </a:r>
            <a:r>
              <a:rPr lang="en-US" sz="2800">
                <a:solidFill>
                  <a:schemeClr val="folHlink"/>
                </a:solidFill>
                <a:latin typeface="Symbol" charset="0"/>
              </a:rPr>
              <a:t>$</a:t>
            </a:r>
            <a:r>
              <a:rPr lang="en-US" sz="2000">
                <a:solidFill>
                  <a:schemeClr val="folHlink"/>
                </a:solidFill>
                <a:latin typeface="Courier New" charset="0"/>
              </a:rPr>
              <a:t>k flag[k]</a:t>
            </a:r>
          </a:p>
          <a:p>
            <a:pPr marL="231775" indent="-231775" eaLnBrk="0" hangingPunct="0">
              <a:lnSpc>
                <a:spcPct val="80000"/>
              </a:lnSpc>
              <a:spcBef>
                <a:spcPct val="20000"/>
              </a:spcBef>
            </a:pPr>
            <a:r>
              <a:rPr lang="en-US" sz="2000">
                <a:solidFill>
                  <a:schemeClr val="folHlink"/>
                </a:solidFill>
                <a:latin typeface="Courier New" charset="0"/>
              </a:rPr>
              <a:t>           &amp;&amp; (label[i],i) &gt; (label[k],k));</a:t>
            </a:r>
            <a:endParaRPr lang="en-US" sz="2000">
              <a:solidFill>
                <a:schemeClr val="folHlink"/>
              </a:solidFill>
              <a:latin typeface="Courier New" charset="0"/>
              <a:cs typeface="Courier New" charset="0"/>
            </a:endParaRPr>
          </a:p>
          <a:p>
            <a:pPr marL="231775" indent="-231775" eaLnBrk="0" hangingPunct="0">
              <a:lnSpc>
                <a:spcPct val="80000"/>
              </a:lnSpc>
              <a:spcBef>
                <a:spcPct val="20000"/>
              </a:spcBef>
            </a:pPr>
            <a:r>
              <a:rPr lang="en-US" sz="2000">
                <a:solidFill>
                  <a:schemeClr val="folHlink"/>
                </a:solidFill>
                <a:latin typeface="Courier New" charset="0"/>
                <a:cs typeface="Courier New" charset="0"/>
              </a:rPr>
              <a:t> }</a:t>
            </a:r>
          </a:p>
        </p:txBody>
      </p:sp>
      <p:sp>
        <p:nvSpPr>
          <p:cNvPr id="229382" name="AutoShape 6"/>
          <p:cNvSpPr>
            <a:spLocks noChangeArrowheads="1"/>
          </p:cNvSpPr>
          <p:nvPr/>
        </p:nvSpPr>
        <p:spPr bwMode="auto">
          <a:xfrm>
            <a:off x="1422400" y="3359150"/>
            <a:ext cx="6361113" cy="428625"/>
          </a:xfrm>
          <a:prstGeom prst="wedgeRoundRectCallout">
            <a:avLst>
              <a:gd name="adj1" fmla="val 32704"/>
              <a:gd name="adj2" fmla="val -131481"/>
              <a:gd name="adj3" fmla="val 16667"/>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eaLnBrk="0" hangingPunct="0"/>
            <a:endParaRPr lang="en-US" sz="2800" b="0">
              <a:solidFill>
                <a:srgbClr val="FF0000"/>
              </a:solidFill>
              <a:latin typeface="Arial" charset="0"/>
            </a:endParaRPr>
          </a:p>
        </p:txBody>
      </p:sp>
      <p:sp>
        <p:nvSpPr>
          <p:cNvPr id="229383" name="Text Box 7"/>
          <p:cNvSpPr txBox="1">
            <a:spLocks noChangeArrowheads="1"/>
          </p:cNvSpPr>
          <p:nvPr/>
        </p:nvSpPr>
        <p:spPr bwMode="auto">
          <a:xfrm>
            <a:off x="5884863" y="1460500"/>
            <a:ext cx="3259137"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ctr"/>
            <a:r>
              <a:rPr lang="en-US" sz="2800">
                <a:solidFill>
                  <a:srgbClr val="FF0000"/>
                </a:solidFill>
                <a:latin typeface="Arial" charset="0"/>
              </a:rPr>
              <a:t>Take increasing label (read labels in some arbitrary order)</a:t>
            </a:r>
          </a:p>
        </p:txBody>
      </p:sp>
    </p:spTree>
  </p:cSld>
  <p:clrMapOvr>
    <a:masterClrMapping/>
  </p:clrMapOvr>
  <p:transition spd="slow"/>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5"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231426"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E5DC2B9A-3693-D145-951F-064CD6DFFD80}" type="slidenum">
              <a:rPr lang="ar-SA" sz="1400" b="0">
                <a:solidFill>
                  <a:schemeClr val="tx1"/>
                </a:solidFill>
                <a:latin typeface="Arial" charset="0"/>
                <a:cs typeface="Arial" charset="0"/>
              </a:rPr>
              <a:pPr/>
              <a:t>89</a:t>
            </a:fld>
            <a:endParaRPr lang="en-US" sz="1400" b="0">
              <a:solidFill>
                <a:schemeClr val="tx1"/>
              </a:solidFill>
              <a:latin typeface="Arial" charset="0"/>
              <a:cs typeface="Arial" charset="0"/>
            </a:endParaRPr>
          </a:p>
        </p:txBody>
      </p:sp>
      <p:pic>
        <p:nvPicPr>
          <p:cNvPr id="231427" name="Picture 2"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3082925"/>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1428" name="Rectangle 3"/>
          <p:cNvSpPr>
            <a:spLocks noGrp="1" noChangeArrowheads="1"/>
          </p:cNvSpPr>
          <p:nvPr>
            <p:ph type="title"/>
          </p:nvPr>
        </p:nvSpPr>
        <p:spPr/>
        <p:txBody>
          <a:bodyPr/>
          <a:lstStyle/>
          <a:p>
            <a:r>
              <a:rPr lang="en-US">
                <a:latin typeface="Arial" charset="0"/>
              </a:rPr>
              <a:t>Bakery Algorithm</a:t>
            </a:r>
          </a:p>
        </p:txBody>
      </p:sp>
      <p:sp>
        <p:nvSpPr>
          <p:cNvPr id="231429" name="Rectangle 4"/>
          <p:cNvSpPr>
            <a:spLocks noChangeArrowheads="1"/>
          </p:cNvSpPr>
          <p:nvPr/>
        </p:nvSpPr>
        <p:spPr bwMode="auto">
          <a:xfrm>
            <a:off x="1062038" y="2219325"/>
            <a:ext cx="6824662" cy="2678113"/>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231775" indent="-231775" eaLnBrk="0" hangingPunct="0">
              <a:lnSpc>
                <a:spcPct val="80000"/>
              </a:lnSpc>
              <a:spcBef>
                <a:spcPct val="20000"/>
              </a:spcBef>
            </a:pPr>
            <a:r>
              <a:rPr lang="en-US" sz="2000">
                <a:solidFill>
                  <a:schemeClr val="folHlink"/>
                </a:solidFill>
                <a:latin typeface="Courier New" charset="0"/>
                <a:cs typeface="Courier New" charset="0"/>
              </a:rPr>
              <a:t>class Bakery implements Lock {</a:t>
            </a:r>
          </a:p>
          <a:p>
            <a:pPr marL="231775" indent="-231775" eaLnBrk="0" hangingPunct="0">
              <a:lnSpc>
                <a:spcPct val="80000"/>
              </a:lnSpc>
              <a:spcBef>
                <a:spcPct val="20000"/>
              </a:spcBef>
            </a:pPr>
            <a:r>
              <a:rPr lang="en-US" sz="2000">
                <a:solidFill>
                  <a:schemeClr val="folHlink"/>
                </a:solidFill>
                <a:latin typeface="Courier New" charset="0"/>
                <a:cs typeface="Courier New" charset="0"/>
              </a:rPr>
              <a:t>  …</a:t>
            </a:r>
          </a:p>
          <a:p>
            <a:pPr marL="231775" indent="-231775" eaLnBrk="0" hangingPunct="0">
              <a:lnSpc>
                <a:spcPct val="80000"/>
              </a:lnSpc>
              <a:spcBef>
                <a:spcPct val="20000"/>
              </a:spcBef>
            </a:pPr>
            <a:r>
              <a:rPr lang="en-US" sz="2000">
                <a:solidFill>
                  <a:schemeClr val="folHlink"/>
                </a:solidFill>
                <a:latin typeface="Courier New" charset="0"/>
                <a:cs typeface="Courier New" charset="0"/>
              </a:rPr>
              <a:t> public void lock() {  </a:t>
            </a:r>
          </a:p>
          <a:p>
            <a:pPr marL="231775" indent="-231775" eaLnBrk="0" hangingPunct="0">
              <a:lnSpc>
                <a:spcPct val="80000"/>
              </a:lnSpc>
              <a:spcBef>
                <a:spcPct val="20000"/>
              </a:spcBef>
            </a:pPr>
            <a:r>
              <a:rPr lang="en-US" sz="2000">
                <a:solidFill>
                  <a:schemeClr val="folHlink"/>
                </a:solidFill>
                <a:latin typeface="Courier New" charset="0"/>
                <a:cs typeface="Courier New" charset="0"/>
              </a:rPr>
              <a:t>  flag[i]  = true;  </a:t>
            </a:r>
          </a:p>
          <a:p>
            <a:pPr marL="231775" indent="-231775" eaLnBrk="0" hangingPunct="0">
              <a:lnSpc>
                <a:spcPct val="80000"/>
              </a:lnSpc>
              <a:spcBef>
                <a:spcPct val="20000"/>
              </a:spcBef>
            </a:pPr>
            <a:r>
              <a:rPr lang="en-US" sz="2000">
                <a:solidFill>
                  <a:schemeClr val="folHlink"/>
                </a:solidFill>
                <a:latin typeface="Courier New" charset="0"/>
                <a:cs typeface="Courier New" charset="0"/>
              </a:rPr>
              <a:t>  label[i] = max(label[0], …,label[n-1])+1;</a:t>
            </a:r>
          </a:p>
          <a:p>
            <a:pPr marL="231775" indent="-231775" eaLnBrk="0" hangingPunct="0">
              <a:lnSpc>
                <a:spcPct val="80000"/>
              </a:lnSpc>
              <a:spcBef>
                <a:spcPct val="20000"/>
              </a:spcBef>
            </a:pPr>
            <a:r>
              <a:rPr lang="en-US" sz="2000">
                <a:solidFill>
                  <a:schemeClr val="accent2"/>
                </a:solidFill>
                <a:latin typeface="Courier New" charset="0"/>
                <a:cs typeface="Courier New" charset="0"/>
              </a:rPr>
              <a:t>  </a:t>
            </a:r>
            <a:r>
              <a:rPr lang="en-US" sz="2000">
                <a:solidFill>
                  <a:schemeClr val="tx1"/>
                </a:solidFill>
                <a:latin typeface="Courier New" charset="0"/>
                <a:cs typeface="Courier New" charset="0"/>
              </a:rPr>
              <a:t>while</a:t>
            </a:r>
            <a:r>
              <a:rPr lang="en-US" sz="2000">
                <a:solidFill>
                  <a:schemeClr val="accent2"/>
                </a:solidFill>
                <a:latin typeface="Courier New" charset="0"/>
                <a:cs typeface="Courier New" charset="0"/>
              </a:rPr>
              <a:t> (</a:t>
            </a:r>
            <a:r>
              <a:rPr lang="en-US" sz="2800">
                <a:solidFill>
                  <a:schemeClr val="accent2"/>
                </a:solidFill>
                <a:latin typeface="Symbol" charset="0"/>
              </a:rPr>
              <a:t>$</a:t>
            </a:r>
            <a:r>
              <a:rPr lang="en-US" sz="2000">
                <a:solidFill>
                  <a:schemeClr val="accent2"/>
                </a:solidFill>
                <a:latin typeface="Courier New" charset="0"/>
              </a:rPr>
              <a:t>k flag[k]</a:t>
            </a:r>
          </a:p>
          <a:p>
            <a:pPr marL="231775" indent="-231775" eaLnBrk="0" hangingPunct="0">
              <a:lnSpc>
                <a:spcPct val="80000"/>
              </a:lnSpc>
              <a:spcBef>
                <a:spcPct val="20000"/>
              </a:spcBef>
            </a:pPr>
            <a:r>
              <a:rPr lang="en-US" sz="2000">
                <a:solidFill>
                  <a:schemeClr val="accent2"/>
                </a:solidFill>
                <a:latin typeface="Courier New" charset="0"/>
              </a:rPr>
              <a:t>           </a:t>
            </a:r>
            <a:r>
              <a:rPr lang="en-US" sz="2000">
                <a:solidFill>
                  <a:schemeClr val="folHlink"/>
                </a:solidFill>
                <a:latin typeface="Courier New" charset="0"/>
              </a:rPr>
              <a:t>&amp;&amp; (label[i],i) &gt; (label[k],k));</a:t>
            </a:r>
            <a:endParaRPr lang="en-US" sz="2000">
              <a:solidFill>
                <a:schemeClr val="folHlink"/>
              </a:solidFill>
              <a:latin typeface="Courier New" charset="0"/>
              <a:cs typeface="Courier New" charset="0"/>
            </a:endParaRPr>
          </a:p>
          <a:p>
            <a:pPr marL="231775" indent="-231775" eaLnBrk="0" hangingPunct="0">
              <a:lnSpc>
                <a:spcPct val="80000"/>
              </a:lnSpc>
              <a:spcBef>
                <a:spcPct val="20000"/>
              </a:spcBef>
            </a:pPr>
            <a:r>
              <a:rPr lang="en-US" sz="2000">
                <a:solidFill>
                  <a:schemeClr val="folHlink"/>
                </a:solidFill>
                <a:latin typeface="Courier New" charset="0"/>
                <a:cs typeface="Courier New" charset="0"/>
              </a:rPr>
              <a:t> }</a:t>
            </a:r>
          </a:p>
        </p:txBody>
      </p:sp>
      <p:sp>
        <p:nvSpPr>
          <p:cNvPr id="231430" name="AutoShape 6"/>
          <p:cNvSpPr>
            <a:spLocks noChangeArrowheads="1"/>
          </p:cNvSpPr>
          <p:nvPr/>
        </p:nvSpPr>
        <p:spPr bwMode="auto">
          <a:xfrm>
            <a:off x="1335088" y="3765550"/>
            <a:ext cx="3006725" cy="457200"/>
          </a:xfrm>
          <a:prstGeom prst="wedgeRoundRectCallout">
            <a:avLst>
              <a:gd name="adj1" fmla="val 112407"/>
              <a:gd name="adj2" fmla="val -262847"/>
              <a:gd name="adj3" fmla="val 16667"/>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eaLnBrk="0" hangingPunct="0"/>
            <a:endParaRPr lang="en-US" sz="2800" b="0">
              <a:solidFill>
                <a:srgbClr val="FF0000"/>
              </a:solidFill>
              <a:latin typeface="Arial" charset="0"/>
            </a:endParaRPr>
          </a:p>
        </p:txBody>
      </p:sp>
      <p:sp>
        <p:nvSpPr>
          <p:cNvPr id="231431" name="Text Box 7"/>
          <p:cNvSpPr txBox="1">
            <a:spLocks noChangeArrowheads="1"/>
          </p:cNvSpPr>
          <p:nvPr/>
        </p:nvSpPr>
        <p:spPr bwMode="auto">
          <a:xfrm>
            <a:off x="5611813" y="2038350"/>
            <a:ext cx="338455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ctr"/>
            <a:r>
              <a:rPr lang="en-US" sz="2800">
                <a:solidFill>
                  <a:srgbClr val="FF0000"/>
                </a:solidFill>
                <a:latin typeface="Arial" charset="0"/>
              </a:rPr>
              <a:t>Someone is interested</a:t>
            </a:r>
          </a:p>
        </p:txBody>
      </p:sp>
    </p:spTree>
  </p:cSld>
  <p:clrMapOvr>
    <a:masterClrMapping/>
  </p:clrMapOvr>
  <p:transition spd="slow"/>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3"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233474"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E4E69E55-B983-D842-AB16-801AF42CEB19}" type="slidenum">
              <a:rPr lang="ar-SA" sz="1400" b="0">
                <a:solidFill>
                  <a:schemeClr val="tx1"/>
                </a:solidFill>
                <a:latin typeface="Arial" charset="0"/>
                <a:cs typeface="Arial" charset="0"/>
              </a:rPr>
              <a:pPr/>
              <a:t>90</a:t>
            </a:fld>
            <a:endParaRPr lang="en-US" sz="1400" b="0">
              <a:solidFill>
                <a:schemeClr val="tx1"/>
              </a:solidFill>
              <a:latin typeface="Arial" charset="0"/>
              <a:cs typeface="Arial" charset="0"/>
            </a:endParaRPr>
          </a:p>
        </p:txBody>
      </p:sp>
      <p:pic>
        <p:nvPicPr>
          <p:cNvPr id="233475" name="Picture 2"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3476" name="Rectangle 3"/>
          <p:cNvSpPr>
            <a:spLocks noGrp="1" noChangeArrowheads="1"/>
          </p:cNvSpPr>
          <p:nvPr>
            <p:ph type="title"/>
          </p:nvPr>
        </p:nvSpPr>
        <p:spPr/>
        <p:txBody>
          <a:bodyPr/>
          <a:lstStyle/>
          <a:p>
            <a:r>
              <a:rPr lang="en-US">
                <a:latin typeface="Arial" charset="0"/>
              </a:rPr>
              <a:t>Bakery Algorithm</a:t>
            </a:r>
          </a:p>
        </p:txBody>
      </p:sp>
      <p:sp>
        <p:nvSpPr>
          <p:cNvPr id="233477" name="Rectangle 4"/>
          <p:cNvSpPr>
            <a:spLocks noChangeArrowheads="1"/>
          </p:cNvSpPr>
          <p:nvPr/>
        </p:nvSpPr>
        <p:spPr bwMode="auto">
          <a:xfrm>
            <a:off x="1104900" y="1676400"/>
            <a:ext cx="6781800" cy="3302000"/>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231775" indent="-231775" eaLnBrk="0" hangingPunct="0">
              <a:lnSpc>
                <a:spcPct val="80000"/>
              </a:lnSpc>
              <a:spcBef>
                <a:spcPct val="20000"/>
              </a:spcBef>
            </a:pPr>
            <a:r>
              <a:rPr lang="en-US" sz="2000">
                <a:solidFill>
                  <a:schemeClr val="folHlink"/>
                </a:solidFill>
                <a:latin typeface="Courier New" charset="0"/>
                <a:cs typeface="Courier New" charset="0"/>
              </a:rPr>
              <a:t>class Bakery implements Lock {</a:t>
            </a:r>
          </a:p>
          <a:p>
            <a:pPr marL="231775" indent="-231775" eaLnBrk="0" hangingPunct="0">
              <a:lnSpc>
                <a:spcPct val="80000"/>
              </a:lnSpc>
              <a:spcBef>
                <a:spcPct val="20000"/>
              </a:spcBef>
            </a:pPr>
            <a:r>
              <a:rPr lang="en-US" sz="2000">
                <a:solidFill>
                  <a:schemeClr val="folHlink"/>
                </a:solidFill>
                <a:latin typeface="Courier New" charset="0"/>
                <a:cs typeface="Courier New" charset="0"/>
              </a:rPr>
              <a:t>  boolean flag[n];</a:t>
            </a:r>
          </a:p>
          <a:p>
            <a:pPr marL="231775" indent="-231775" eaLnBrk="0" hangingPunct="0">
              <a:lnSpc>
                <a:spcPct val="80000"/>
              </a:lnSpc>
              <a:spcBef>
                <a:spcPct val="20000"/>
              </a:spcBef>
            </a:pPr>
            <a:r>
              <a:rPr lang="en-US" sz="2000">
                <a:solidFill>
                  <a:schemeClr val="folHlink"/>
                </a:solidFill>
                <a:latin typeface="Courier New" charset="0"/>
                <a:cs typeface="Courier New" charset="0"/>
              </a:rPr>
              <a:t>  int label[n];</a:t>
            </a:r>
          </a:p>
          <a:p>
            <a:pPr marL="231775" indent="-231775" eaLnBrk="0" hangingPunct="0">
              <a:lnSpc>
                <a:spcPct val="80000"/>
              </a:lnSpc>
              <a:spcBef>
                <a:spcPct val="20000"/>
              </a:spcBef>
            </a:pPr>
            <a:endParaRPr lang="en-US" sz="2000">
              <a:solidFill>
                <a:schemeClr val="folHlink"/>
              </a:solidFill>
              <a:latin typeface="Courier New" charset="0"/>
              <a:cs typeface="Courier New" charset="0"/>
            </a:endParaRPr>
          </a:p>
          <a:p>
            <a:pPr marL="231775" indent="-231775" eaLnBrk="0" hangingPunct="0">
              <a:lnSpc>
                <a:spcPct val="80000"/>
              </a:lnSpc>
              <a:spcBef>
                <a:spcPct val="20000"/>
              </a:spcBef>
            </a:pPr>
            <a:r>
              <a:rPr lang="en-US" sz="2000">
                <a:solidFill>
                  <a:schemeClr val="folHlink"/>
                </a:solidFill>
                <a:latin typeface="Courier New" charset="0"/>
                <a:cs typeface="Courier New" charset="0"/>
              </a:rPr>
              <a:t> public void lock() {  </a:t>
            </a:r>
          </a:p>
          <a:p>
            <a:pPr marL="231775" indent="-231775" eaLnBrk="0" hangingPunct="0">
              <a:lnSpc>
                <a:spcPct val="80000"/>
              </a:lnSpc>
              <a:spcBef>
                <a:spcPct val="20000"/>
              </a:spcBef>
            </a:pPr>
            <a:r>
              <a:rPr lang="en-US" sz="2000">
                <a:solidFill>
                  <a:schemeClr val="folHlink"/>
                </a:solidFill>
                <a:latin typeface="Courier New" charset="0"/>
                <a:cs typeface="Courier New" charset="0"/>
              </a:rPr>
              <a:t>  flag[i]  = true;  </a:t>
            </a:r>
          </a:p>
          <a:p>
            <a:pPr marL="231775" indent="-231775" eaLnBrk="0" hangingPunct="0">
              <a:lnSpc>
                <a:spcPct val="80000"/>
              </a:lnSpc>
              <a:spcBef>
                <a:spcPct val="20000"/>
              </a:spcBef>
            </a:pPr>
            <a:r>
              <a:rPr lang="en-US" sz="2000">
                <a:solidFill>
                  <a:schemeClr val="folHlink"/>
                </a:solidFill>
                <a:latin typeface="Courier New" charset="0"/>
                <a:cs typeface="Courier New" charset="0"/>
              </a:rPr>
              <a:t>  label[i] = max(label[0], …,label[n-1])+1;</a:t>
            </a:r>
          </a:p>
          <a:p>
            <a:pPr marL="231775" indent="-231775" eaLnBrk="0" hangingPunct="0">
              <a:lnSpc>
                <a:spcPct val="80000"/>
              </a:lnSpc>
              <a:spcBef>
                <a:spcPct val="20000"/>
              </a:spcBef>
            </a:pPr>
            <a:r>
              <a:rPr lang="en-US" sz="2000">
                <a:solidFill>
                  <a:schemeClr val="accent2"/>
                </a:solidFill>
                <a:latin typeface="Courier New" charset="0"/>
                <a:cs typeface="Courier New" charset="0"/>
              </a:rPr>
              <a:t>  </a:t>
            </a:r>
            <a:r>
              <a:rPr lang="en-US" sz="2000">
                <a:solidFill>
                  <a:schemeClr val="tx1"/>
                </a:solidFill>
                <a:latin typeface="Courier New" charset="0"/>
                <a:cs typeface="Courier New" charset="0"/>
              </a:rPr>
              <a:t>while</a:t>
            </a:r>
            <a:r>
              <a:rPr lang="en-US" sz="2000">
                <a:solidFill>
                  <a:schemeClr val="accent2"/>
                </a:solidFill>
                <a:latin typeface="Courier New" charset="0"/>
                <a:cs typeface="Courier New" charset="0"/>
              </a:rPr>
              <a:t> (</a:t>
            </a:r>
            <a:r>
              <a:rPr lang="en-US" sz="2800">
                <a:solidFill>
                  <a:schemeClr val="accent2"/>
                </a:solidFill>
                <a:latin typeface="Symbol" charset="0"/>
              </a:rPr>
              <a:t>$</a:t>
            </a:r>
            <a:r>
              <a:rPr lang="en-US" sz="2000">
                <a:solidFill>
                  <a:schemeClr val="accent2"/>
                </a:solidFill>
                <a:latin typeface="Courier New" charset="0"/>
              </a:rPr>
              <a:t>k flag[k]</a:t>
            </a:r>
          </a:p>
          <a:p>
            <a:pPr marL="231775" indent="-231775" eaLnBrk="0" hangingPunct="0">
              <a:lnSpc>
                <a:spcPct val="80000"/>
              </a:lnSpc>
              <a:spcBef>
                <a:spcPct val="20000"/>
              </a:spcBef>
            </a:pPr>
            <a:r>
              <a:rPr lang="en-US" sz="2000">
                <a:solidFill>
                  <a:schemeClr val="accent2"/>
                </a:solidFill>
                <a:latin typeface="Courier New" charset="0"/>
              </a:rPr>
              <a:t>           &amp;&amp; (label[i],i) &gt; (label[k],k));</a:t>
            </a:r>
            <a:endParaRPr lang="en-US" sz="2000">
              <a:solidFill>
                <a:schemeClr val="accent2"/>
              </a:solidFill>
              <a:latin typeface="Courier New" charset="0"/>
              <a:cs typeface="Courier New" charset="0"/>
            </a:endParaRPr>
          </a:p>
          <a:p>
            <a:pPr marL="231775" indent="-231775" eaLnBrk="0" hangingPunct="0">
              <a:lnSpc>
                <a:spcPct val="80000"/>
              </a:lnSpc>
              <a:spcBef>
                <a:spcPct val="20000"/>
              </a:spcBef>
            </a:pPr>
            <a:r>
              <a:rPr lang="en-US" sz="2000">
                <a:solidFill>
                  <a:schemeClr val="accent2"/>
                </a:solidFill>
                <a:latin typeface="Courier New" charset="0"/>
                <a:cs typeface="Courier New" charset="0"/>
              </a:rPr>
              <a:t> </a:t>
            </a:r>
            <a:r>
              <a:rPr lang="en-US" sz="2000">
                <a:solidFill>
                  <a:schemeClr val="folHlink"/>
                </a:solidFill>
                <a:latin typeface="Courier New" charset="0"/>
                <a:cs typeface="Courier New" charset="0"/>
              </a:rPr>
              <a:t>}</a:t>
            </a:r>
          </a:p>
        </p:txBody>
      </p:sp>
      <p:sp>
        <p:nvSpPr>
          <p:cNvPr id="233478" name="AutoShape 5"/>
          <p:cNvSpPr>
            <a:spLocks noChangeArrowheads="1"/>
          </p:cNvSpPr>
          <p:nvPr/>
        </p:nvSpPr>
        <p:spPr bwMode="auto">
          <a:xfrm>
            <a:off x="2451100" y="3808413"/>
            <a:ext cx="1890713" cy="414337"/>
          </a:xfrm>
          <a:prstGeom prst="wedgeRoundRectCallout">
            <a:avLst>
              <a:gd name="adj1" fmla="val 103148"/>
              <a:gd name="adj2" fmla="val -235440"/>
              <a:gd name="adj3" fmla="val 16667"/>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eaLnBrk="0" hangingPunct="0"/>
            <a:endParaRPr lang="en-US" sz="2800" b="0">
              <a:solidFill>
                <a:srgbClr val="FF0000"/>
              </a:solidFill>
              <a:latin typeface="Arial" charset="0"/>
            </a:endParaRPr>
          </a:p>
        </p:txBody>
      </p:sp>
      <p:sp>
        <p:nvSpPr>
          <p:cNvPr id="233479" name="Text Box 6"/>
          <p:cNvSpPr txBox="1">
            <a:spLocks noChangeArrowheads="1"/>
          </p:cNvSpPr>
          <p:nvPr/>
        </p:nvSpPr>
        <p:spPr bwMode="auto">
          <a:xfrm>
            <a:off x="3983038" y="2038350"/>
            <a:ext cx="3259137"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ctr"/>
            <a:r>
              <a:rPr lang="en-US" sz="2800">
                <a:solidFill>
                  <a:srgbClr val="FF0000"/>
                </a:solidFill>
                <a:latin typeface="Arial" charset="0"/>
              </a:rPr>
              <a:t>Someone is interested …</a:t>
            </a:r>
          </a:p>
        </p:txBody>
      </p:sp>
      <p:sp>
        <p:nvSpPr>
          <p:cNvPr id="233480" name="AutoShape 7"/>
          <p:cNvSpPr>
            <a:spLocks noChangeArrowheads="1"/>
          </p:cNvSpPr>
          <p:nvPr/>
        </p:nvSpPr>
        <p:spPr bwMode="auto">
          <a:xfrm>
            <a:off x="2813050" y="4178300"/>
            <a:ext cx="5003800" cy="457200"/>
          </a:xfrm>
          <a:prstGeom prst="wedgeRoundRectCallout">
            <a:avLst>
              <a:gd name="adj1" fmla="val 1935"/>
              <a:gd name="adj2" fmla="val 175694"/>
              <a:gd name="adj3" fmla="val 16667"/>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eaLnBrk="0" hangingPunct="0"/>
            <a:endParaRPr lang="en-US" sz="2800" b="0">
              <a:solidFill>
                <a:srgbClr val="FF0000"/>
              </a:solidFill>
              <a:latin typeface="Arial" charset="0"/>
            </a:endParaRPr>
          </a:p>
        </p:txBody>
      </p:sp>
      <p:sp>
        <p:nvSpPr>
          <p:cNvPr id="233481" name="Text Box 8"/>
          <p:cNvSpPr txBox="1">
            <a:spLocks noChangeArrowheads="1"/>
          </p:cNvSpPr>
          <p:nvPr/>
        </p:nvSpPr>
        <p:spPr bwMode="auto">
          <a:xfrm>
            <a:off x="3367088" y="5253038"/>
            <a:ext cx="5129212"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ctr"/>
            <a:r>
              <a:rPr lang="en-US" sz="2800">
                <a:solidFill>
                  <a:srgbClr val="FF0000"/>
                </a:solidFill>
                <a:latin typeface="Arial" charset="0"/>
              </a:rPr>
              <a:t>… whose </a:t>
            </a:r>
            <a:r>
              <a:rPr lang="en-US" sz="2800">
                <a:solidFill>
                  <a:schemeClr val="tx1"/>
                </a:solidFill>
                <a:latin typeface="Arial" charset="0"/>
              </a:rPr>
              <a:t>(label,i) </a:t>
            </a:r>
            <a:r>
              <a:rPr lang="en-US" sz="2800">
                <a:solidFill>
                  <a:srgbClr val="FF0000"/>
                </a:solidFill>
                <a:latin typeface="Arial" charset="0"/>
              </a:rPr>
              <a:t>in lexicographic order is lower</a:t>
            </a:r>
          </a:p>
        </p:txBody>
      </p:sp>
    </p:spTree>
  </p:cSld>
  <p:clrMapOvr>
    <a:masterClrMapping/>
  </p:clrMapOvr>
  <p:transition spd="slow"/>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1"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235522"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A7035F2F-8A3E-AF4D-B70C-CFC2C5CA125F}" type="slidenum">
              <a:rPr lang="ar-SA" sz="1400" b="0">
                <a:solidFill>
                  <a:schemeClr val="tx1"/>
                </a:solidFill>
                <a:latin typeface="Arial" charset="0"/>
                <a:cs typeface="Arial" charset="0"/>
              </a:rPr>
              <a:pPr/>
              <a:t>91</a:t>
            </a:fld>
            <a:endParaRPr lang="en-US" sz="1400" b="0">
              <a:solidFill>
                <a:schemeClr val="tx1"/>
              </a:solidFill>
              <a:latin typeface="Arial" charset="0"/>
              <a:cs typeface="Arial" charset="0"/>
            </a:endParaRPr>
          </a:p>
        </p:txBody>
      </p:sp>
      <p:pic>
        <p:nvPicPr>
          <p:cNvPr id="235523" name="Picture 7"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24" name="Rectangle 2"/>
          <p:cNvSpPr>
            <a:spLocks noGrp="1" noChangeArrowheads="1"/>
          </p:cNvSpPr>
          <p:nvPr>
            <p:ph type="title"/>
          </p:nvPr>
        </p:nvSpPr>
        <p:spPr/>
        <p:txBody>
          <a:bodyPr/>
          <a:lstStyle/>
          <a:p>
            <a:r>
              <a:rPr lang="en-US">
                <a:latin typeface="Arial" charset="0"/>
              </a:rPr>
              <a:t>Bakery Algorithm</a:t>
            </a:r>
          </a:p>
        </p:txBody>
      </p:sp>
      <p:sp>
        <p:nvSpPr>
          <p:cNvPr id="235525" name="Rectangle 3"/>
          <p:cNvSpPr>
            <a:spLocks noChangeArrowheads="1"/>
          </p:cNvSpPr>
          <p:nvPr/>
        </p:nvSpPr>
        <p:spPr bwMode="auto">
          <a:xfrm>
            <a:off x="1104900" y="2262188"/>
            <a:ext cx="6781800" cy="3128962"/>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231775" indent="-231775" eaLnBrk="0" hangingPunct="0">
              <a:lnSpc>
                <a:spcPct val="80000"/>
              </a:lnSpc>
              <a:spcBef>
                <a:spcPct val="20000"/>
              </a:spcBef>
            </a:pPr>
            <a:r>
              <a:rPr lang="en-US" sz="2000">
                <a:solidFill>
                  <a:schemeClr val="tx1"/>
                </a:solidFill>
                <a:latin typeface="Courier New" charset="0"/>
                <a:cs typeface="Courier New" charset="0"/>
              </a:rPr>
              <a:t>class Bakery implements Lock</a:t>
            </a:r>
            <a:r>
              <a:rPr lang="en-US" sz="2000">
                <a:solidFill>
                  <a:schemeClr val="accent2"/>
                </a:solidFill>
                <a:latin typeface="Courier New" charset="0"/>
                <a:cs typeface="Courier New" charset="0"/>
              </a:rPr>
              <a:t> {</a:t>
            </a:r>
          </a:p>
          <a:p>
            <a:pPr marL="231775" indent="-231775" eaLnBrk="0" hangingPunct="0">
              <a:lnSpc>
                <a:spcPct val="80000"/>
              </a:lnSpc>
              <a:spcBef>
                <a:spcPct val="20000"/>
              </a:spcBef>
            </a:pPr>
            <a:r>
              <a:rPr lang="en-US" sz="2000">
                <a:solidFill>
                  <a:srgbClr val="000000"/>
                </a:solidFill>
                <a:latin typeface="Courier New" charset="0"/>
                <a:cs typeface="Courier New" charset="0"/>
              </a:rPr>
              <a:t>  </a:t>
            </a:r>
            <a:endParaRPr lang="en-US" sz="2000">
              <a:solidFill>
                <a:schemeClr val="accent2"/>
              </a:solidFill>
              <a:latin typeface="Courier New" charset="0"/>
              <a:cs typeface="Courier New" charset="0"/>
            </a:endParaRPr>
          </a:p>
          <a:p>
            <a:pPr marL="231775" indent="-231775" eaLnBrk="0" hangingPunct="0">
              <a:lnSpc>
                <a:spcPct val="80000"/>
              </a:lnSpc>
              <a:spcBef>
                <a:spcPct val="20000"/>
              </a:spcBef>
            </a:pPr>
            <a:r>
              <a:rPr lang="en-US" sz="2000">
                <a:solidFill>
                  <a:schemeClr val="tx1"/>
                </a:solidFill>
                <a:latin typeface="Courier New" charset="0"/>
                <a:cs typeface="Courier New" charset="0"/>
              </a:rPr>
              <a:t> </a:t>
            </a:r>
            <a:r>
              <a:rPr lang="en-US" sz="2000">
                <a:solidFill>
                  <a:srgbClr val="FF0000"/>
                </a:solidFill>
                <a:latin typeface="Courier New" charset="0"/>
                <a:cs typeface="Courier New" charset="0"/>
              </a:rPr>
              <a:t>   </a:t>
            </a:r>
            <a:r>
              <a:rPr lang="en-US" sz="2000">
                <a:solidFill>
                  <a:schemeClr val="accent2"/>
                </a:solidFill>
                <a:latin typeface="Courier New" charset="0"/>
                <a:cs typeface="Courier New" charset="0"/>
              </a:rPr>
              <a:t>…</a:t>
            </a:r>
          </a:p>
          <a:p>
            <a:pPr marL="231775" indent="-231775" eaLnBrk="0" hangingPunct="0">
              <a:lnSpc>
                <a:spcPct val="80000"/>
              </a:lnSpc>
              <a:spcBef>
                <a:spcPct val="20000"/>
              </a:spcBef>
            </a:pPr>
            <a:endParaRPr lang="en-US" sz="2000">
              <a:solidFill>
                <a:schemeClr val="accent2"/>
              </a:solidFill>
              <a:latin typeface="Courier New" charset="0"/>
              <a:cs typeface="Courier New" charset="0"/>
            </a:endParaRPr>
          </a:p>
          <a:p>
            <a:pPr marL="231775" indent="-231775" eaLnBrk="0" hangingPunct="0">
              <a:lnSpc>
                <a:spcPct val="80000"/>
              </a:lnSpc>
              <a:spcBef>
                <a:spcPct val="20000"/>
              </a:spcBef>
            </a:pPr>
            <a:r>
              <a:rPr lang="en-US" sz="2000">
                <a:solidFill>
                  <a:schemeClr val="tx1"/>
                </a:solidFill>
                <a:latin typeface="Courier New" charset="0"/>
                <a:cs typeface="Courier New" charset="0"/>
              </a:rPr>
              <a:t> public void</a:t>
            </a:r>
            <a:r>
              <a:rPr lang="en-US" sz="2000">
                <a:solidFill>
                  <a:srgbClr val="000000"/>
                </a:solidFill>
                <a:latin typeface="Courier New" charset="0"/>
                <a:cs typeface="Courier New" charset="0"/>
              </a:rPr>
              <a:t> </a:t>
            </a:r>
            <a:r>
              <a:rPr lang="en-US" sz="2000">
                <a:solidFill>
                  <a:schemeClr val="accent2"/>
                </a:solidFill>
                <a:latin typeface="Courier New" charset="0"/>
                <a:cs typeface="Courier New" charset="0"/>
              </a:rPr>
              <a:t>unlock() {  </a:t>
            </a:r>
            <a:endParaRPr lang="en-US" sz="2000">
              <a:solidFill>
                <a:srgbClr val="FF0000"/>
              </a:solidFill>
              <a:latin typeface="Courier New" charset="0"/>
              <a:cs typeface="Courier New" charset="0"/>
            </a:endParaRPr>
          </a:p>
          <a:p>
            <a:pPr marL="231775" indent="-231775" eaLnBrk="0" hangingPunct="0">
              <a:lnSpc>
                <a:spcPct val="80000"/>
              </a:lnSpc>
              <a:spcBef>
                <a:spcPct val="20000"/>
              </a:spcBef>
            </a:pPr>
            <a:r>
              <a:rPr lang="en-US" sz="2000">
                <a:solidFill>
                  <a:srgbClr val="FF0000"/>
                </a:solidFill>
                <a:latin typeface="Courier New" charset="0"/>
                <a:cs typeface="Courier New" charset="0"/>
              </a:rPr>
              <a:t>   </a:t>
            </a:r>
            <a:r>
              <a:rPr lang="en-US" sz="2000">
                <a:solidFill>
                  <a:schemeClr val="accent2"/>
                </a:solidFill>
                <a:latin typeface="Courier New" charset="0"/>
                <a:cs typeface="Courier New" charset="0"/>
              </a:rPr>
              <a:t>flag[i] = </a:t>
            </a:r>
            <a:r>
              <a:rPr lang="en-US" sz="2000">
                <a:solidFill>
                  <a:schemeClr val="tx1"/>
                </a:solidFill>
                <a:latin typeface="Courier New" charset="0"/>
                <a:cs typeface="Courier New" charset="0"/>
              </a:rPr>
              <a:t>false</a:t>
            </a:r>
            <a:r>
              <a:rPr lang="en-US" sz="2000">
                <a:solidFill>
                  <a:schemeClr val="accent2"/>
                </a:solidFill>
                <a:latin typeface="Courier New" charset="0"/>
                <a:cs typeface="Courier New" charset="0"/>
              </a:rPr>
              <a:t>;</a:t>
            </a:r>
          </a:p>
          <a:p>
            <a:pPr marL="231775" indent="-231775" eaLnBrk="0" hangingPunct="0">
              <a:lnSpc>
                <a:spcPct val="80000"/>
              </a:lnSpc>
              <a:spcBef>
                <a:spcPct val="20000"/>
              </a:spcBef>
            </a:pPr>
            <a:r>
              <a:rPr lang="en-US" sz="2000">
                <a:solidFill>
                  <a:schemeClr val="accent2"/>
                </a:solidFill>
                <a:latin typeface="Courier New" charset="0"/>
                <a:cs typeface="Courier New" charset="0"/>
              </a:rPr>
              <a:t> }</a:t>
            </a:r>
          </a:p>
          <a:p>
            <a:pPr marL="231775" indent="-231775" eaLnBrk="0" hangingPunct="0">
              <a:lnSpc>
                <a:spcPct val="80000"/>
              </a:lnSpc>
              <a:spcBef>
                <a:spcPct val="20000"/>
              </a:spcBef>
            </a:pPr>
            <a:r>
              <a:rPr lang="en-US" sz="2000">
                <a:solidFill>
                  <a:schemeClr val="accent2"/>
                </a:solidFill>
                <a:latin typeface="Courier New" charset="0"/>
                <a:cs typeface="Courier New" charset="0"/>
              </a:rPr>
              <a:t>}</a:t>
            </a:r>
          </a:p>
          <a:p>
            <a:pPr marL="231775" indent="-231775" eaLnBrk="0" hangingPunct="0">
              <a:lnSpc>
                <a:spcPct val="80000"/>
              </a:lnSpc>
              <a:spcBef>
                <a:spcPct val="20000"/>
              </a:spcBef>
            </a:pPr>
            <a:endParaRPr lang="en-US" sz="2000">
              <a:solidFill>
                <a:schemeClr val="accent2"/>
              </a:solidFill>
              <a:latin typeface="Courier New" charset="0"/>
              <a:cs typeface="Courier New" charset="0"/>
            </a:endParaRPr>
          </a:p>
        </p:txBody>
      </p:sp>
    </p:spTree>
  </p:cSld>
  <p:clrMapOvr>
    <a:masterClrMapping/>
  </p:clrMapOvr>
  <p:transition spd="slow"/>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69"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237570"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B6365C84-5B7A-2C46-84F3-C8DFEE88B7F2}" type="slidenum">
              <a:rPr lang="ar-SA" sz="1400" b="0">
                <a:solidFill>
                  <a:schemeClr val="tx1"/>
                </a:solidFill>
                <a:latin typeface="Arial" charset="0"/>
                <a:cs typeface="Arial" charset="0"/>
              </a:rPr>
              <a:pPr/>
              <a:t>92</a:t>
            </a:fld>
            <a:endParaRPr lang="en-US" sz="1400" b="0">
              <a:solidFill>
                <a:schemeClr val="tx1"/>
              </a:solidFill>
              <a:latin typeface="Arial" charset="0"/>
              <a:cs typeface="Arial" charset="0"/>
            </a:endParaRPr>
          </a:p>
        </p:txBody>
      </p:sp>
      <p:pic>
        <p:nvPicPr>
          <p:cNvPr id="237571" name="Picture 2"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7572" name="Rectangle 3"/>
          <p:cNvSpPr>
            <a:spLocks noGrp="1" noChangeArrowheads="1"/>
          </p:cNvSpPr>
          <p:nvPr>
            <p:ph type="title"/>
          </p:nvPr>
        </p:nvSpPr>
        <p:spPr/>
        <p:txBody>
          <a:bodyPr/>
          <a:lstStyle/>
          <a:p>
            <a:r>
              <a:rPr lang="en-US">
                <a:latin typeface="Arial" charset="0"/>
              </a:rPr>
              <a:t>Bakery Algorithm</a:t>
            </a:r>
          </a:p>
        </p:txBody>
      </p:sp>
      <p:sp>
        <p:nvSpPr>
          <p:cNvPr id="237573" name="Rectangle 4"/>
          <p:cNvSpPr>
            <a:spLocks noChangeArrowheads="1"/>
          </p:cNvSpPr>
          <p:nvPr/>
        </p:nvSpPr>
        <p:spPr bwMode="auto">
          <a:xfrm>
            <a:off x="1104900" y="2262188"/>
            <a:ext cx="6781800" cy="3128962"/>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231775" indent="-231775" eaLnBrk="0" hangingPunct="0">
              <a:lnSpc>
                <a:spcPct val="80000"/>
              </a:lnSpc>
              <a:spcBef>
                <a:spcPct val="20000"/>
              </a:spcBef>
            </a:pPr>
            <a:r>
              <a:rPr lang="en-US" sz="2000">
                <a:solidFill>
                  <a:schemeClr val="folHlink"/>
                </a:solidFill>
                <a:latin typeface="Courier New" charset="0"/>
                <a:cs typeface="Courier New" charset="0"/>
              </a:rPr>
              <a:t>class Bakery implements Lock {</a:t>
            </a:r>
          </a:p>
          <a:p>
            <a:pPr marL="231775" indent="-231775" eaLnBrk="0" hangingPunct="0">
              <a:lnSpc>
                <a:spcPct val="80000"/>
              </a:lnSpc>
              <a:spcBef>
                <a:spcPct val="20000"/>
              </a:spcBef>
            </a:pPr>
            <a:r>
              <a:rPr lang="en-US" sz="2000">
                <a:solidFill>
                  <a:schemeClr val="folHlink"/>
                </a:solidFill>
                <a:latin typeface="Courier New" charset="0"/>
                <a:cs typeface="Courier New" charset="0"/>
              </a:rPr>
              <a:t>  </a:t>
            </a:r>
          </a:p>
          <a:p>
            <a:pPr marL="231775" indent="-231775" eaLnBrk="0" hangingPunct="0">
              <a:lnSpc>
                <a:spcPct val="80000"/>
              </a:lnSpc>
              <a:spcBef>
                <a:spcPct val="20000"/>
              </a:spcBef>
            </a:pPr>
            <a:r>
              <a:rPr lang="en-US" sz="2000">
                <a:solidFill>
                  <a:schemeClr val="folHlink"/>
                </a:solidFill>
                <a:latin typeface="Courier New" charset="0"/>
                <a:cs typeface="Courier New" charset="0"/>
              </a:rPr>
              <a:t>    …</a:t>
            </a:r>
          </a:p>
          <a:p>
            <a:pPr marL="231775" indent="-231775" eaLnBrk="0" hangingPunct="0">
              <a:lnSpc>
                <a:spcPct val="80000"/>
              </a:lnSpc>
              <a:spcBef>
                <a:spcPct val="20000"/>
              </a:spcBef>
            </a:pPr>
            <a:endParaRPr lang="en-US" sz="2000">
              <a:solidFill>
                <a:schemeClr val="folHlink"/>
              </a:solidFill>
              <a:latin typeface="Courier New" charset="0"/>
              <a:cs typeface="Courier New" charset="0"/>
            </a:endParaRPr>
          </a:p>
          <a:p>
            <a:pPr marL="231775" indent="-231775" eaLnBrk="0" hangingPunct="0">
              <a:lnSpc>
                <a:spcPct val="80000"/>
              </a:lnSpc>
              <a:spcBef>
                <a:spcPct val="20000"/>
              </a:spcBef>
            </a:pPr>
            <a:r>
              <a:rPr lang="en-US" sz="2000">
                <a:solidFill>
                  <a:schemeClr val="tx1"/>
                </a:solidFill>
                <a:latin typeface="Courier New" charset="0"/>
                <a:cs typeface="Courier New" charset="0"/>
              </a:rPr>
              <a:t> </a:t>
            </a:r>
            <a:r>
              <a:rPr lang="en-US" sz="2000">
                <a:solidFill>
                  <a:schemeClr val="folHlink"/>
                </a:solidFill>
                <a:latin typeface="Courier New" charset="0"/>
                <a:cs typeface="Courier New" charset="0"/>
              </a:rPr>
              <a:t>public void unlock() {  </a:t>
            </a:r>
          </a:p>
          <a:p>
            <a:pPr marL="231775" indent="-231775" eaLnBrk="0" hangingPunct="0">
              <a:lnSpc>
                <a:spcPct val="80000"/>
              </a:lnSpc>
              <a:spcBef>
                <a:spcPct val="20000"/>
              </a:spcBef>
            </a:pPr>
            <a:r>
              <a:rPr lang="en-US" sz="2000">
                <a:solidFill>
                  <a:srgbClr val="FF0000"/>
                </a:solidFill>
                <a:latin typeface="Courier New" charset="0"/>
                <a:cs typeface="Courier New" charset="0"/>
              </a:rPr>
              <a:t>   </a:t>
            </a:r>
            <a:r>
              <a:rPr lang="en-US" sz="2000">
                <a:solidFill>
                  <a:schemeClr val="accent2"/>
                </a:solidFill>
                <a:latin typeface="Courier New" charset="0"/>
                <a:cs typeface="Courier New" charset="0"/>
              </a:rPr>
              <a:t>flag[i] = </a:t>
            </a:r>
            <a:r>
              <a:rPr lang="en-US" sz="2000">
                <a:solidFill>
                  <a:schemeClr val="tx1"/>
                </a:solidFill>
                <a:latin typeface="Courier New" charset="0"/>
                <a:cs typeface="Courier New" charset="0"/>
              </a:rPr>
              <a:t>false</a:t>
            </a:r>
            <a:r>
              <a:rPr lang="en-US" sz="2000">
                <a:solidFill>
                  <a:schemeClr val="accent2"/>
                </a:solidFill>
                <a:latin typeface="Courier New" charset="0"/>
                <a:cs typeface="Courier New" charset="0"/>
              </a:rPr>
              <a:t>;</a:t>
            </a:r>
          </a:p>
          <a:p>
            <a:pPr marL="231775" indent="-231775" eaLnBrk="0" hangingPunct="0">
              <a:lnSpc>
                <a:spcPct val="80000"/>
              </a:lnSpc>
              <a:spcBef>
                <a:spcPct val="20000"/>
              </a:spcBef>
            </a:pPr>
            <a:r>
              <a:rPr lang="en-US" sz="2000">
                <a:solidFill>
                  <a:schemeClr val="accent2"/>
                </a:solidFill>
                <a:latin typeface="Courier New" charset="0"/>
                <a:cs typeface="Courier New" charset="0"/>
              </a:rPr>
              <a:t> </a:t>
            </a:r>
            <a:r>
              <a:rPr lang="en-US" sz="2000">
                <a:solidFill>
                  <a:schemeClr val="folHlink"/>
                </a:solidFill>
                <a:latin typeface="Courier New" charset="0"/>
                <a:cs typeface="Courier New" charset="0"/>
              </a:rPr>
              <a:t>}</a:t>
            </a:r>
          </a:p>
          <a:p>
            <a:pPr marL="231775" indent="-231775" eaLnBrk="0" hangingPunct="0">
              <a:lnSpc>
                <a:spcPct val="80000"/>
              </a:lnSpc>
              <a:spcBef>
                <a:spcPct val="20000"/>
              </a:spcBef>
            </a:pPr>
            <a:r>
              <a:rPr lang="en-US" sz="2000">
                <a:solidFill>
                  <a:schemeClr val="folHlink"/>
                </a:solidFill>
                <a:latin typeface="Courier New" charset="0"/>
                <a:cs typeface="Courier New" charset="0"/>
              </a:rPr>
              <a:t>}</a:t>
            </a:r>
          </a:p>
          <a:p>
            <a:pPr marL="231775" indent="-231775" eaLnBrk="0" hangingPunct="0">
              <a:lnSpc>
                <a:spcPct val="80000"/>
              </a:lnSpc>
              <a:spcBef>
                <a:spcPct val="20000"/>
              </a:spcBef>
            </a:pPr>
            <a:endParaRPr lang="en-US" sz="2000">
              <a:solidFill>
                <a:schemeClr val="folHlink"/>
              </a:solidFill>
              <a:latin typeface="Courier New" charset="0"/>
              <a:cs typeface="Courier New" charset="0"/>
            </a:endParaRPr>
          </a:p>
        </p:txBody>
      </p:sp>
      <p:sp>
        <p:nvSpPr>
          <p:cNvPr id="237574" name="AutoShape 6"/>
          <p:cNvSpPr>
            <a:spLocks noChangeArrowheads="1"/>
          </p:cNvSpPr>
          <p:nvPr/>
        </p:nvSpPr>
        <p:spPr bwMode="auto">
          <a:xfrm>
            <a:off x="1449388" y="3706813"/>
            <a:ext cx="2892425" cy="442912"/>
          </a:xfrm>
          <a:prstGeom prst="wedgeRoundRectCallout">
            <a:avLst>
              <a:gd name="adj1" fmla="val 99782"/>
              <a:gd name="adj2" fmla="val -226704"/>
              <a:gd name="adj3" fmla="val 16667"/>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eaLnBrk="0" hangingPunct="0"/>
            <a:endParaRPr lang="en-US" sz="2800" b="0">
              <a:solidFill>
                <a:srgbClr val="FF0000"/>
              </a:solidFill>
              <a:latin typeface="Arial" charset="0"/>
            </a:endParaRPr>
          </a:p>
        </p:txBody>
      </p:sp>
      <p:sp>
        <p:nvSpPr>
          <p:cNvPr id="237575" name="Text Box 7"/>
          <p:cNvSpPr txBox="1">
            <a:spLocks noChangeArrowheads="1"/>
          </p:cNvSpPr>
          <p:nvPr/>
        </p:nvSpPr>
        <p:spPr bwMode="auto">
          <a:xfrm>
            <a:off x="5202238" y="2366963"/>
            <a:ext cx="3259137"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ctr"/>
            <a:r>
              <a:rPr lang="en-US" sz="2800">
                <a:solidFill>
                  <a:srgbClr val="FF0000"/>
                </a:solidFill>
                <a:latin typeface="Arial" charset="0"/>
              </a:rPr>
              <a:t>No longer interested</a:t>
            </a:r>
          </a:p>
        </p:txBody>
      </p:sp>
      <p:sp>
        <p:nvSpPr>
          <p:cNvPr id="1110024" name="Text Box 8"/>
          <p:cNvSpPr txBox="1">
            <a:spLocks noChangeArrowheads="1"/>
          </p:cNvSpPr>
          <p:nvPr/>
        </p:nvSpPr>
        <p:spPr bwMode="auto">
          <a:xfrm>
            <a:off x="2041525" y="4799013"/>
            <a:ext cx="51260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2800">
                <a:solidFill>
                  <a:srgbClr val="FF0000"/>
                </a:solidFill>
                <a:latin typeface="Arial" charset="0"/>
              </a:rPr>
              <a:t>labels are always increasing </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0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0024"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7"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239618"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28991DAC-F3A4-4E4E-8DF7-FBEACC92A77C}" type="slidenum">
              <a:rPr lang="ar-SA" sz="1400" b="0">
                <a:solidFill>
                  <a:schemeClr val="tx1"/>
                </a:solidFill>
                <a:latin typeface="Arial" charset="0"/>
                <a:cs typeface="Arial" charset="0"/>
              </a:rPr>
              <a:pPr/>
              <a:t>93</a:t>
            </a:fld>
            <a:endParaRPr lang="en-US" sz="1400" b="0">
              <a:solidFill>
                <a:schemeClr val="tx1"/>
              </a:solidFill>
              <a:latin typeface="Arial" charset="0"/>
              <a:cs typeface="Arial" charset="0"/>
            </a:endParaRPr>
          </a:p>
        </p:txBody>
      </p:sp>
      <p:pic>
        <p:nvPicPr>
          <p:cNvPr id="239619" name="Picture 4"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9620" name="Rectangle 2"/>
          <p:cNvSpPr>
            <a:spLocks noGrp="1" noChangeArrowheads="1"/>
          </p:cNvSpPr>
          <p:nvPr>
            <p:ph type="title"/>
          </p:nvPr>
        </p:nvSpPr>
        <p:spPr/>
        <p:txBody>
          <a:bodyPr/>
          <a:lstStyle/>
          <a:p>
            <a:r>
              <a:rPr lang="en-US">
                <a:latin typeface="Arial" charset="0"/>
              </a:rPr>
              <a:t>No Deadlock</a:t>
            </a:r>
          </a:p>
        </p:txBody>
      </p:sp>
      <p:sp>
        <p:nvSpPr>
          <p:cNvPr id="239621" name="Rectangle 3"/>
          <p:cNvSpPr>
            <a:spLocks noGrp="1" noChangeArrowheads="1"/>
          </p:cNvSpPr>
          <p:nvPr>
            <p:ph type="body" idx="1"/>
          </p:nvPr>
        </p:nvSpPr>
        <p:spPr/>
        <p:txBody>
          <a:bodyPr/>
          <a:lstStyle/>
          <a:p>
            <a:r>
              <a:rPr lang="en-US">
                <a:latin typeface="Arial" charset="0"/>
              </a:rPr>
              <a:t>There is always one thread with earliest label</a:t>
            </a:r>
          </a:p>
          <a:p>
            <a:r>
              <a:rPr lang="en-US">
                <a:latin typeface="Arial" charset="0"/>
              </a:rPr>
              <a:t>Ties are impossible (why?)</a:t>
            </a:r>
          </a:p>
        </p:txBody>
      </p:sp>
    </p:spTree>
  </p:cSld>
  <p:clrMapOvr>
    <a:masterClrMapping/>
  </p:clrMapOvr>
  <p:transition spd="slow"/>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5"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rPr>
              <a:t>Art of Multiprocessor Programming</a:t>
            </a:r>
          </a:p>
        </p:txBody>
      </p:sp>
      <p:sp>
        <p:nvSpPr>
          <p:cNvPr id="241666" name="Slide Number Placeholder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27666277-08DF-2243-80E3-D3FD55418916}" type="slidenum">
              <a:rPr lang="ar-SA" sz="1400" b="0">
                <a:solidFill>
                  <a:schemeClr val="tx1"/>
                </a:solidFill>
                <a:latin typeface="Arial" charset="0"/>
                <a:cs typeface="Arial" charset="0"/>
              </a:rPr>
              <a:pPr/>
              <a:t>94</a:t>
            </a:fld>
            <a:endParaRPr lang="en-US" sz="1400" b="0">
              <a:solidFill>
                <a:schemeClr val="tx1"/>
              </a:solidFill>
              <a:latin typeface="Arial" charset="0"/>
              <a:cs typeface="Arial" charset="0"/>
            </a:endParaRPr>
          </a:p>
        </p:txBody>
      </p:sp>
      <p:pic>
        <p:nvPicPr>
          <p:cNvPr id="241667" name="Picture 7"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1668" name="Rectangle 2"/>
          <p:cNvSpPr>
            <a:spLocks noGrp="1" noChangeArrowheads="1"/>
          </p:cNvSpPr>
          <p:nvPr>
            <p:ph type="title"/>
          </p:nvPr>
        </p:nvSpPr>
        <p:spPr/>
        <p:txBody>
          <a:bodyPr/>
          <a:lstStyle/>
          <a:p>
            <a:r>
              <a:rPr lang="en-US">
                <a:latin typeface="Arial" charset="0"/>
              </a:rPr>
              <a:t>First-Come-First-Served</a:t>
            </a:r>
          </a:p>
        </p:txBody>
      </p:sp>
      <p:sp>
        <p:nvSpPr>
          <p:cNvPr id="241669" name="Rectangle 3"/>
          <p:cNvSpPr>
            <a:spLocks noGrp="1" noChangeArrowheads="1"/>
          </p:cNvSpPr>
          <p:nvPr>
            <p:ph type="body" sz="half" idx="1"/>
          </p:nvPr>
        </p:nvSpPr>
        <p:spPr>
          <a:xfrm>
            <a:off x="685800" y="1981200"/>
            <a:ext cx="5308600" cy="4114800"/>
          </a:xfrm>
        </p:spPr>
        <p:txBody>
          <a:bodyPr/>
          <a:lstStyle/>
          <a:p>
            <a:r>
              <a:rPr lang="en-US" dirty="0">
                <a:latin typeface="Arial" charset="0"/>
              </a:rPr>
              <a:t>If </a:t>
            </a:r>
            <a:r>
              <a:rPr lang="en-US" dirty="0">
                <a:solidFill>
                  <a:schemeClr val="tx1"/>
                </a:solidFill>
                <a:latin typeface="Arial" charset="0"/>
              </a:rPr>
              <a:t>D</a:t>
            </a:r>
            <a:r>
              <a:rPr lang="en-US" baseline="-25000" dirty="0">
                <a:solidFill>
                  <a:schemeClr val="tx1"/>
                </a:solidFill>
                <a:latin typeface="Arial" charset="0"/>
              </a:rPr>
              <a:t>A</a:t>
            </a:r>
            <a:r>
              <a:rPr lang="en-US" dirty="0">
                <a:solidFill>
                  <a:schemeClr val="tx1"/>
                </a:solidFill>
                <a:latin typeface="Arial" charset="0"/>
              </a:rPr>
              <a:t> </a:t>
            </a:r>
            <a:r>
              <a:rPr lang="en-US" sz="2000" dirty="0">
                <a:solidFill>
                  <a:schemeClr val="tx1"/>
                </a:solidFill>
                <a:latin typeface="Arial" charset="0"/>
                <a:sym typeface="Wingdings" charset="0"/>
              </a:rPr>
              <a:t></a:t>
            </a:r>
            <a:r>
              <a:rPr lang="en-US" dirty="0">
                <a:solidFill>
                  <a:schemeClr val="tx1"/>
                </a:solidFill>
                <a:latin typeface="Arial" charset="0"/>
              </a:rPr>
              <a:t> D</a:t>
            </a:r>
            <a:r>
              <a:rPr lang="en-US" baseline="-25000" dirty="0">
                <a:solidFill>
                  <a:schemeClr val="tx1"/>
                </a:solidFill>
                <a:latin typeface="Arial" charset="0"/>
              </a:rPr>
              <a:t>B </a:t>
            </a:r>
            <a:r>
              <a:rPr lang="en-US" dirty="0">
                <a:latin typeface="Arial" charset="0"/>
              </a:rPr>
              <a:t>then</a:t>
            </a:r>
          </a:p>
          <a:p>
            <a:pPr lvl="1"/>
            <a:r>
              <a:rPr lang="en-US" dirty="0">
                <a:solidFill>
                  <a:schemeClr val="tx1"/>
                </a:solidFill>
                <a:latin typeface="Arial" charset="0"/>
                <a:cs typeface="Arial" charset="0"/>
              </a:rPr>
              <a:t>A</a:t>
            </a:r>
            <a:r>
              <a:rPr lang="fr-FR" altLang="ja-JP" dirty="0">
                <a:latin typeface="Arial" charset="0"/>
                <a:cs typeface="Arial" charset="0"/>
              </a:rPr>
              <a:t>'</a:t>
            </a:r>
            <a:r>
              <a:rPr lang="en-US" altLang="ja-JP" dirty="0">
                <a:latin typeface="Arial" charset="0"/>
                <a:cs typeface="Arial" charset="0"/>
              </a:rPr>
              <a:t>s label is smaller</a:t>
            </a:r>
          </a:p>
          <a:p>
            <a:r>
              <a:rPr lang="en-US" dirty="0">
                <a:latin typeface="Arial" charset="0"/>
              </a:rPr>
              <a:t>And:</a:t>
            </a:r>
          </a:p>
          <a:p>
            <a:pPr lvl="1"/>
            <a:r>
              <a:rPr lang="en-US" dirty="0">
                <a:solidFill>
                  <a:schemeClr val="tx1"/>
                </a:solidFill>
                <a:latin typeface="Arial" charset="0"/>
                <a:cs typeface="Arial" charset="0"/>
              </a:rPr>
              <a:t> </a:t>
            </a:r>
            <a:r>
              <a:rPr lang="en-US" dirty="0" err="1">
                <a:solidFill>
                  <a:schemeClr val="tx1"/>
                </a:solidFill>
                <a:latin typeface="Arial" charset="0"/>
                <a:cs typeface="Arial" charset="0"/>
              </a:rPr>
              <a:t>write</a:t>
            </a:r>
            <a:r>
              <a:rPr lang="en-US" baseline="-25000" dirty="0" err="1">
                <a:solidFill>
                  <a:schemeClr val="tx1"/>
                </a:solidFill>
                <a:latin typeface="Arial" charset="0"/>
                <a:cs typeface="Arial" charset="0"/>
              </a:rPr>
              <a:t>A</a:t>
            </a:r>
            <a:r>
              <a:rPr lang="en-US" dirty="0">
                <a:solidFill>
                  <a:schemeClr val="tx1"/>
                </a:solidFill>
                <a:latin typeface="Arial" charset="0"/>
                <a:cs typeface="Arial" charset="0"/>
              </a:rPr>
              <a:t>(label[A]) </a:t>
            </a:r>
            <a:r>
              <a:rPr lang="en-US" sz="1400" dirty="0">
                <a:solidFill>
                  <a:schemeClr val="tx1"/>
                </a:solidFill>
                <a:latin typeface="Arial" charset="0"/>
                <a:cs typeface="Arial" charset="0"/>
                <a:sym typeface="Wingdings" charset="0"/>
              </a:rPr>
              <a:t></a:t>
            </a:r>
          </a:p>
          <a:p>
            <a:pPr lvl="1"/>
            <a:r>
              <a:rPr lang="en-US" dirty="0">
                <a:solidFill>
                  <a:schemeClr val="tx1"/>
                </a:solidFill>
                <a:latin typeface="Arial" charset="0"/>
                <a:cs typeface="Arial" charset="0"/>
              </a:rPr>
              <a:t> </a:t>
            </a:r>
            <a:r>
              <a:rPr lang="en-US" dirty="0" err="1">
                <a:solidFill>
                  <a:schemeClr val="tx1"/>
                </a:solidFill>
                <a:latin typeface="Arial" charset="0"/>
                <a:cs typeface="Arial" charset="0"/>
              </a:rPr>
              <a:t>read</a:t>
            </a:r>
            <a:r>
              <a:rPr lang="en-US" baseline="-25000" dirty="0" err="1">
                <a:solidFill>
                  <a:schemeClr val="tx1"/>
                </a:solidFill>
                <a:latin typeface="Arial" charset="0"/>
                <a:cs typeface="Arial" charset="0"/>
              </a:rPr>
              <a:t>B</a:t>
            </a:r>
            <a:r>
              <a:rPr lang="en-US" dirty="0">
                <a:solidFill>
                  <a:schemeClr val="tx1"/>
                </a:solidFill>
                <a:latin typeface="Arial" charset="0"/>
                <a:cs typeface="Arial" charset="0"/>
              </a:rPr>
              <a:t>(label[A]) </a:t>
            </a:r>
            <a:r>
              <a:rPr lang="en-US" sz="1400" dirty="0">
                <a:solidFill>
                  <a:schemeClr val="tx1"/>
                </a:solidFill>
                <a:latin typeface="Arial" charset="0"/>
                <a:cs typeface="Arial" charset="0"/>
                <a:sym typeface="Wingdings" charset="0"/>
              </a:rPr>
              <a:t></a:t>
            </a:r>
            <a:r>
              <a:rPr lang="en-US" dirty="0">
                <a:solidFill>
                  <a:schemeClr val="tx1"/>
                </a:solidFill>
                <a:latin typeface="Arial" charset="0"/>
                <a:cs typeface="Arial" charset="0"/>
              </a:rPr>
              <a:t> </a:t>
            </a:r>
          </a:p>
          <a:p>
            <a:pPr lvl="1"/>
            <a:r>
              <a:rPr lang="en-US" dirty="0" err="1">
                <a:solidFill>
                  <a:schemeClr val="tx1"/>
                </a:solidFill>
                <a:latin typeface="Arial" charset="0"/>
                <a:cs typeface="Arial" charset="0"/>
              </a:rPr>
              <a:t>write</a:t>
            </a:r>
            <a:r>
              <a:rPr lang="en-US" baseline="-25000" dirty="0" err="1">
                <a:solidFill>
                  <a:schemeClr val="tx1"/>
                </a:solidFill>
                <a:latin typeface="Arial" charset="0"/>
                <a:cs typeface="Arial" charset="0"/>
              </a:rPr>
              <a:t>B</a:t>
            </a:r>
            <a:r>
              <a:rPr lang="en-US" dirty="0">
                <a:solidFill>
                  <a:schemeClr val="tx1"/>
                </a:solidFill>
                <a:latin typeface="Arial" charset="0"/>
                <a:cs typeface="Arial" charset="0"/>
              </a:rPr>
              <a:t>(label[B]) </a:t>
            </a:r>
            <a:r>
              <a:rPr lang="en-US" sz="1400" dirty="0">
                <a:solidFill>
                  <a:schemeClr val="tx1"/>
                </a:solidFill>
                <a:latin typeface="Arial" charset="0"/>
                <a:cs typeface="Arial" charset="0"/>
                <a:sym typeface="Wingdings" charset="0"/>
              </a:rPr>
              <a:t></a:t>
            </a:r>
            <a:r>
              <a:rPr lang="en-US" dirty="0">
                <a:solidFill>
                  <a:schemeClr val="tx1"/>
                </a:solidFill>
                <a:latin typeface="Arial" charset="0"/>
                <a:cs typeface="Arial" charset="0"/>
              </a:rPr>
              <a:t> </a:t>
            </a:r>
            <a:r>
              <a:rPr lang="en-US" dirty="0" err="1">
                <a:solidFill>
                  <a:schemeClr val="tx1"/>
                </a:solidFill>
                <a:latin typeface="Arial" charset="0"/>
                <a:cs typeface="Arial" charset="0"/>
              </a:rPr>
              <a:t>read</a:t>
            </a:r>
            <a:r>
              <a:rPr lang="en-US" baseline="-25000" dirty="0" err="1">
                <a:solidFill>
                  <a:schemeClr val="tx1"/>
                </a:solidFill>
                <a:latin typeface="Arial" charset="0"/>
                <a:cs typeface="Arial" charset="0"/>
              </a:rPr>
              <a:t>B</a:t>
            </a:r>
            <a:r>
              <a:rPr lang="en-US" dirty="0">
                <a:solidFill>
                  <a:schemeClr val="tx1"/>
                </a:solidFill>
                <a:latin typeface="Arial" charset="0"/>
                <a:cs typeface="Arial" charset="0"/>
              </a:rPr>
              <a:t>(flag[A])</a:t>
            </a:r>
          </a:p>
          <a:p>
            <a:r>
              <a:rPr lang="en-US" dirty="0">
                <a:latin typeface="Arial" charset="0"/>
              </a:rPr>
              <a:t>So </a:t>
            </a:r>
            <a:r>
              <a:rPr lang="en-US" dirty="0">
                <a:solidFill>
                  <a:schemeClr val="tx1"/>
                </a:solidFill>
                <a:latin typeface="Arial" charset="0"/>
              </a:rPr>
              <a:t>B</a:t>
            </a:r>
            <a:r>
              <a:rPr lang="en-US" dirty="0">
                <a:latin typeface="Arial" charset="0"/>
              </a:rPr>
              <a:t> sees</a:t>
            </a:r>
          </a:p>
          <a:p>
            <a:pPr lvl="1"/>
            <a:r>
              <a:rPr lang="en-US" dirty="0">
                <a:latin typeface="Arial" charset="0"/>
                <a:cs typeface="Arial" charset="0"/>
              </a:rPr>
              <a:t>smaller label for </a:t>
            </a:r>
            <a:r>
              <a:rPr lang="en-US" dirty="0">
                <a:solidFill>
                  <a:schemeClr val="tx1"/>
                </a:solidFill>
                <a:latin typeface="Arial" charset="0"/>
                <a:cs typeface="Arial" charset="0"/>
              </a:rPr>
              <a:t>A</a:t>
            </a:r>
            <a:r>
              <a:rPr lang="en-US" dirty="0">
                <a:latin typeface="Arial" charset="0"/>
                <a:cs typeface="Arial" charset="0"/>
              </a:rPr>
              <a:t> </a:t>
            </a:r>
          </a:p>
          <a:p>
            <a:pPr lvl="1"/>
            <a:r>
              <a:rPr lang="en-US" dirty="0">
                <a:latin typeface="Arial" charset="0"/>
                <a:cs typeface="Arial" charset="0"/>
              </a:rPr>
              <a:t> locked out while </a:t>
            </a:r>
            <a:r>
              <a:rPr lang="en-US" dirty="0">
                <a:solidFill>
                  <a:schemeClr val="tx1"/>
                </a:solidFill>
                <a:latin typeface="Arial" charset="0"/>
                <a:cs typeface="Arial" charset="0"/>
              </a:rPr>
              <a:t>flag[A]</a:t>
            </a:r>
            <a:r>
              <a:rPr lang="en-US" dirty="0">
                <a:latin typeface="Arial" charset="0"/>
                <a:cs typeface="Arial" charset="0"/>
              </a:rPr>
              <a:t> is true</a:t>
            </a:r>
          </a:p>
        </p:txBody>
      </p:sp>
      <p:sp>
        <p:nvSpPr>
          <p:cNvPr id="241670" name="Rectangle 6"/>
          <p:cNvSpPr>
            <a:spLocks noChangeArrowheads="1"/>
          </p:cNvSpPr>
          <p:nvPr/>
        </p:nvSpPr>
        <p:spPr bwMode="auto">
          <a:xfrm>
            <a:off x="4557713" y="1597025"/>
            <a:ext cx="4406900" cy="2508250"/>
          </a:xfrm>
          <a:prstGeom prst="rect">
            <a:avLst/>
          </a:prstGeom>
          <a:solidFill>
            <a:srgbClr val="FFFFCC"/>
          </a:solidFill>
          <a:ln w="9525">
            <a:solidFill>
              <a:srgbClr val="FF0000"/>
            </a:solidFill>
            <a:miter lim="800000"/>
            <a:headEnd/>
            <a:tailEnd/>
          </a:ln>
        </p:spPr>
        <p:txBody>
          <a:bodyPr>
            <a:spAutoFit/>
          </a:bodyPr>
          <a:lstStyle/>
          <a:p>
            <a:pPr marL="231775" indent="-231775" eaLnBrk="0" hangingPunct="0">
              <a:lnSpc>
                <a:spcPct val="80000"/>
              </a:lnSpc>
              <a:spcBef>
                <a:spcPct val="20000"/>
              </a:spcBef>
            </a:pPr>
            <a:r>
              <a:rPr lang="en-US" sz="1600">
                <a:solidFill>
                  <a:schemeClr val="tx1"/>
                </a:solidFill>
                <a:latin typeface="Courier New" charset="0"/>
                <a:cs typeface="Courier New" charset="0"/>
              </a:rPr>
              <a:t>class Bakery implements Lock</a:t>
            </a:r>
            <a:r>
              <a:rPr lang="en-US" sz="1600">
                <a:solidFill>
                  <a:schemeClr val="accent2"/>
                </a:solidFill>
                <a:latin typeface="Courier New" charset="0"/>
                <a:cs typeface="Courier New" charset="0"/>
              </a:rPr>
              <a:t> {</a:t>
            </a:r>
          </a:p>
          <a:p>
            <a:pPr marL="231775" indent="-231775" eaLnBrk="0" hangingPunct="0">
              <a:lnSpc>
                <a:spcPct val="80000"/>
              </a:lnSpc>
              <a:spcBef>
                <a:spcPct val="20000"/>
              </a:spcBef>
            </a:pPr>
            <a:endParaRPr lang="en-US" sz="1600">
              <a:solidFill>
                <a:schemeClr val="tx1"/>
              </a:solidFill>
              <a:latin typeface="Courier New" charset="0"/>
              <a:cs typeface="Courier New" charset="0"/>
            </a:endParaRPr>
          </a:p>
          <a:p>
            <a:pPr marL="231775" indent="-231775" eaLnBrk="0" hangingPunct="0">
              <a:lnSpc>
                <a:spcPct val="80000"/>
              </a:lnSpc>
              <a:spcBef>
                <a:spcPct val="20000"/>
              </a:spcBef>
            </a:pPr>
            <a:r>
              <a:rPr lang="en-US" sz="1600">
                <a:solidFill>
                  <a:schemeClr val="tx1"/>
                </a:solidFill>
                <a:latin typeface="Courier New" charset="0"/>
                <a:cs typeface="Courier New" charset="0"/>
              </a:rPr>
              <a:t>public void</a:t>
            </a:r>
            <a:r>
              <a:rPr lang="en-US" sz="1600">
                <a:solidFill>
                  <a:srgbClr val="000000"/>
                </a:solidFill>
                <a:latin typeface="Courier New" charset="0"/>
                <a:cs typeface="Courier New" charset="0"/>
              </a:rPr>
              <a:t> </a:t>
            </a:r>
            <a:r>
              <a:rPr lang="en-US" sz="1600">
                <a:solidFill>
                  <a:schemeClr val="accent2"/>
                </a:solidFill>
                <a:latin typeface="Courier New" charset="0"/>
                <a:cs typeface="Courier New" charset="0"/>
              </a:rPr>
              <a:t>lock() {  </a:t>
            </a:r>
            <a:endParaRPr lang="en-US" sz="1600">
              <a:solidFill>
                <a:srgbClr val="FF0000"/>
              </a:solidFill>
              <a:latin typeface="Courier New" charset="0"/>
              <a:cs typeface="Courier New" charset="0"/>
            </a:endParaRPr>
          </a:p>
          <a:p>
            <a:pPr marL="231775" indent="-231775" eaLnBrk="0" hangingPunct="0">
              <a:lnSpc>
                <a:spcPct val="80000"/>
              </a:lnSpc>
              <a:spcBef>
                <a:spcPct val="20000"/>
              </a:spcBef>
            </a:pPr>
            <a:r>
              <a:rPr lang="en-US" sz="1600">
                <a:solidFill>
                  <a:srgbClr val="000000"/>
                </a:solidFill>
                <a:latin typeface="Courier New" charset="0"/>
                <a:cs typeface="Courier New" charset="0"/>
              </a:rPr>
              <a:t>  </a:t>
            </a:r>
            <a:r>
              <a:rPr lang="en-US" sz="1600">
                <a:solidFill>
                  <a:schemeClr val="accent2"/>
                </a:solidFill>
                <a:latin typeface="Courier New" charset="0"/>
                <a:cs typeface="Courier New" charset="0"/>
              </a:rPr>
              <a:t>flag[i]  =</a:t>
            </a:r>
            <a:r>
              <a:rPr lang="en-US" sz="1600">
                <a:solidFill>
                  <a:srgbClr val="000000"/>
                </a:solidFill>
                <a:latin typeface="Courier New" charset="0"/>
                <a:cs typeface="Courier New" charset="0"/>
              </a:rPr>
              <a:t> </a:t>
            </a:r>
            <a:r>
              <a:rPr lang="en-US" sz="1600">
                <a:solidFill>
                  <a:schemeClr val="tx1"/>
                </a:solidFill>
                <a:latin typeface="Courier New" charset="0"/>
                <a:cs typeface="Courier New" charset="0"/>
              </a:rPr>
              <a:t>true</a:t>
            </a:r>
            <a:r>
              <a:rPr lang="en-US" sz="1600">
                <a:solidFill>
                  <a:schemeClr val="accent2"/>
                </a:solidFill>
                <a:latin typeface="Courier New" charset="0"/>
                <a:cs typeface="Courier New" charset="0"/>
              </a:rPr>
              <a:t>;</a:t>
            </a:r>
            <a:r>
              <a:rPr lang="en-US" sz="1600">
                <a:solidFill>
                  <a:srgbClr val="000000"/>
                </a:solidFill>
                <a:latin typeface="Courier New" charset="0"/>
                <a:cs typeface="Courier New" charset="0"/>
              </a:rPr>
              <a:t>  </a:t>
            </a:r>
            <a:endParaRPr lang="en-US" sz="1600">
              <a:solidFill>
                <a:srgbClr val="FF0000"/>
              </a:solidFill>
              <a:latin typeface="Courier New" charset="0"/>
              <a:cs typeface="Courier New" charset="0"/>
            </a:endParaRPr>
          </a:p>
          <a:p>
            <a:pPr marL="231775" indent="-231775" eaLnBrk="0" hangingPunct="0">
              <a:lnSpc>
                <a:spcPct val="80000"/>
              </a:lnSpc>
              <a:spcBef>
                <a:spcPct val="20000"/>
              </a:spcBef>
            </a:pPr>
            <a:r>
              <a:rPr lang="en-US" sz="1600">
                <a:solidFill>
                  <a:srgbClr val="FF0000"/>
                </a:solidFill>
                <a:latin typeface="Courier New" charset="0"/>
                <a:cs typeface="Courier New" charset="0"/>
              </a:rPr>
              <a:t>  </a:t>
            </a:r>
            <a:r>
              <a:rPr lang="en-US" sz="1600">
                <a:solidFill>
                  <a:schemeClr val="accent2"/>
                </a:solidFill>
                <a:latin typeface="Courier New" charset="0"/>
                <a:cs typeface="Courier New" charset="0"/>
              </a:rPr>
              <a:t>label[i] = </a:t>
            </a:r>
            <a:r>
              <a:rPr lang="en-US" sz="1600">
                <a:solidFill>
                  <a:schemeClr val="tx1"/>
                </a:solidFill>
                <a:latin typeface="Courier New" charset="0"/>
                <a:cs typeface="Courier New" charset="0"/>
              </a:rPr>
              <a:t>max</a:t>
            </a:r>
            <a:r>
              <a:rPr lang="en-US" sz="1600">
                <a:solidFill>
                  <a:schemeClr val="accent2"/>
                </a:solidFill>
                <a:latin typeface="Courier New" charset="0"/>
                <a:cs typeface="Courier New" charset="0"/>
              </a:rPr>
              <a:t>(label[0],</a:t>
            </a:r>
          </a:p>
          <a:p>
            <a:pPr marL="231775" indent="-231775" eaLnBrk="0" hangingPunct="0">
              <a:lnSpc>
                <a:spcPct val="80000"/>
              </a:lnSpc>
              <a:spcBef>
                <a:spcPct val="20000"/>
              </a:spcBef>
            </a:pPr>
            <a:r>
              <a:rPr lang="en-US" sz="1600">
                <a:solidFill>
                  <a:schemeClr val="accent2"/>
                </a:solidFill>
                <a:latin typeface="Courier New" charset="0"/>
                <a:cs typeface="Courier New" charset="0"/>
              </a:rPr>
              <a:t>                 …,label[n-1])+1;</a:t>
            </a:r>
          </a:p>
          <a:p>
            <a:pPr marL="231775" indent="-231775" eaLnBrk="0" hangingPunct="0">
              <a:lnSpc>
                <a:spcPct val="80000"/>
              </a:lnSpc>
              <a:spcBef>
                <a:spcPct val="20000"/>
              </a:spcBef>
            </a:pPr>
            <a:r>
              <a:rPr lang="en-US" sz="1600">
                <a:solidFill>
                  <a:schemeClr val="accent2"/>
                </a:solidFill>
                <a:latin typeface="Courier New" charset="0"/>
                <a:cs typeface="Courier New" charset="0"/>
              </a:rPr>
              <a:t>  </a:t>
            </a:r>
            <a:r>
              <a:rPr lang="en-US" sz="1600">
                <a:solidFill>
                  <a:schemeClr val="tx1"/>
                </a:solidFill>
                <a:latin typeface="Courier New" charset="0"/>
                <a:cs typeface="Courier New" charset="0"/>
              </a:rPr>
              <a:t>while</a:t>
            </a:r>
            <a:r>
              <a:rPr lang="en-US" sz="1600">
                <a:solidFill>
                  <a:schemeClr val="accent2"/>
                </a:solidFill>
                <a:latin typeface="Courier New" charset="0"/>
                <a:cs typeface="Courier New" charset="0"/>
              </a:rPr>
              <a:t> (</a:t>
            </a:r>
            <a:r>
              <a:rPr lang="en-US" sz="2000">
                <a:solidFill>
                  <a:schemeClr val="accent2"/>
                </a:solidFill>
                <a:latin typeface="Symbol" charset="0"/>
              </a:rPr>
              <a:t>$</a:t>
            </a:r>
            <a:r>
              <a:rPr lang="en-US" sz="1600">
                <a:solidFill>
                  <a:schemeClr val="accent2"/>
                </a:solidFill>
                <a:latin typeface="Courier New" charset="0"/>
              </a:rPr>
              <a:t>k flag[k]</a:t>
            </a:r>
          </a:p>
          <a:p>
            <a:pPr marL="231775" indent="-231775" eaLnBrk="0" hangingPunct="0">
              <a:lnSpc>
                <a:spcPct val="80000"/>
              </a:lnSpc>
              <a:spcBef>
                <a:spcPct val="20000"/>
              </a:spcBef>
            </a:pPr>
            <a:r>
              <a:rPr lang="en-US" sz="1600">
                <a:solidFill>
                  <a:schemeClr val="accent2"/>
                </a:solidFill>
                <a:latin typeface="Courier New" charset="0"/>
              </a:rPr>
              <a:t>           &amp;&amp; (label[i],i) &gt; (label[k],k));</a:t>
            </a:r>
            <a:endParaRPr lang="en-US" sz="1600">
              <a:solidFill>
                <a:schemeClr val="accent2"/>
              </a:solidFill>
              <a:latin typeface="Courier New" charset="0"/>
              <a:cs typeface="Courier New" charset="0"/>
            </a:endParaRPr>
          </a:p>
          <a:p>
            <a:pPr marL="231775" indent="-231775" eaLnBrk="0" hangingPunct="0">
              <a:lnSpc>
                <a:spcPct val="80000"/>
              </a:lnSpc>
              <a:spcBef>
                <a:spcPct val="20000"/>
              </a:spcBef>
            </a:pPr>
            <a:r>
              <a:rPr lang="en-US" sz="1600">
                <a:solidFill>
                  <a:schemeClr val="accent2"/>
                </a:solidFill>
                <a:latin typeface="Courier New" charset="0"/>
                <a:cs typeface="Courier New" charset="0"/>
              </a:rPr>
              <a:t> }</a:t>
            </a:r>
          </a:p>
        </p:txBody>
      </p:sp>
    </p:spTree>
  </p:cSld>
  <p:clrMapOvr>
    <a:masterClrMapping/>
  </p:clrMapOvr>
  <p:transition spd="slow"/>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3"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rPr>
              <a:t>Art of Multiprocessor Programming</a:t>
            </a:r>
          </a:p>
        </p:txBody>
      </p:sp>
      <p:sp>
        <p:nvSpPr>
          <p:cNvPr id="243714" name="Slide Number Placeholder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A4950E89-C32B-FF43-90FC-F8249D3E9A8B}" type="slidenum">
              <a:rPr lang="ar-SA" sz="1400" b="0">
                <a:solidFill>
                  <a:schemeClr val="tx1"/>
                </a:solidFill>
                <a:latin typeface="Arial" charset="0"/>
                <a:cs typeface="Arial" charset="0"/>
              </a:rPr>
              <a:pPr/>
              <a:t>95</a:t>
            </a:fld>
            <a:endParaRPr lang="en-US" sz="1400" b="0">
              <a:solidFill>
                <a:schemeClr val="tx1"/>
              </a:solidFill>
              <a:latin typeface="Arial" charset="0"/>
              <a:cs typeface="Arial" charset="0"/>
            </a:endParaRPr>
          </a:p>
        </p:txBody>
      </p:sp>
      <p:pic>
        <p:nvPicPr>
          <p:cNvPr id="243715" name="Picture 7"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3716" name="Rectangle 2"/>
          <p:cNvSpPr>
            <a:spLocks noGrp="1" noChangeArrowheads="1"/>
          </p:cNvSpPr>
          <p:nvPr>
            <p:ph type="title"/>
          </p:nvPr>
        </p:nvSpPr>
        <p:spPr/>
        <p:txBody>
          <a:bodyPr/>
          <a:lstStyle/>
          <a:p>
            <a:r>
              <a:rPr lang="en-US">
                <a:latin typeface="Arial" charset="0"/>
              </a:rPr>
              <a:t>Mutual Exclusion</a:t>
            </a:r>
          </a:p>
        </p:txBody>
      </p:sp>
      <p:sp>
        <p:nvSpPr>
          <p:cNvPr id="243717" name="Rectangle 3"/>
          <p:cNvSpPr>
            <a:spLocks noGrp="1" noChangeArrowheads="1"/>
          </p:cNvSpPr>
          <p:nvPr>
            <p:ph type="body" sz="half" idx="1"/>
          </p:nvPr>
        </p:nvSpPr>
        <p:spPr/>
        <p:txBody>
          <a:bodyPr/>
          <a:lstStyle/>
          <a:p>
            <a:r>
              <a:rPr lang="en-US">
                <a:latin typeface="Arial" charset="0"/>
              </a:rPr>
              <a:t>Suppose </a:t>
            </a:r>
            <a:r>
              <a:rPr lang="en-US">
                <a:solidFill>
                  <a:schemeClr val="tx1"/>
                </a:solidFill>
                <a:latin typeface="Arial" charset="0"/>
              </a:rPr>
              <a:t>A</a:t>
            </a:r>
            <a:r>
              <a:rPr lang="en-US">
                <a:latin typeface="Arial" charset="0"/>
              </a:rPr>
              <a:t> and </a:t>
            </a:r>
            <a:r>
              <a:rPr lang="en-US">
                <a:solidFill>
                  <a:schemeClr val="tx1"/>
                </a:solidFill>
                <a:latin typeface="Arial" charset="0"/>
              </a:rPr>
              <a:t>B</a:t>
            </a:r>
            <a:r>
              <a:rPr lang="en-US">
                <a:latin typeface="Arial" charset="0"/>
              </a:rPr>
              <a:t> in CS together</a:t>
            </a:r>
          </a:p>
          <a:p>
            <a:r>
              <a:rPr lang="en-US">
                <a:latin typeface="Arial" charset="0"/>
              </a:rPr>
              <a:t>Suppose </a:t>
            </a:r>
            <a:r>
              <a:rPr lang="en-US">
                <a:solidFill>
                  <a:schemeClr val="tx1"/>
                </a:solidFill>
                <a:latin typeface="Arial" charset="0"/>
              </a:rPr>
              <a:t>A</a:t>
            </a:r>
            <a:r>
              <a:rPr lang="en-US">
                <a:latin typeface="Arial" charset="0"/>
              </a:rPr>
              <a:t> has earlier label</a:t>
            </a:r>
          </a:p>
          <a:p>
            <a:r>
              <a:rPr lang="en-US">
                <a:latin typeface="Arial" charset="0"/>
              </a:rPr>
              <a:t>When </a:t>
            </a:r>
            <a:r>
              <a:rPr lang="en-US">
                <a:solidFill>
                  <a:schemeClr val="tx1"/>
                </a:solidFill>
                <a:latin typeface="Arial" charset="0"/>
              </a:rPr>
              <a:t>B</a:t>
            </a:r>
            <a:r>
              <a:rPr lang="en-US">
                <a:latin typeface="Arial" charset="0"/>
              </a:rPr>
              <a:t> entered, it must have seen</a:t>
            </a:r>
          </a:p>
          <a:p>
            <a:pPr lvl="1"/>
            <a:r>
              <a:rPr lang="en-US">
                <a:solidFill>
                  <a:schemeClr val="tx1"/>
                </a:solidFill>
                <a:latin typeface="Arial" charset="0"/>
                <a:cs typeface="Arial" charset="0"/>
              </a:rPr>
              <a:t>flag[A]</a:t>
            </a:r>
            <a:r>
              <a:rPr lang="en-US">
                <a:latin typeface="Arial" charset="0"/>
                <a:cs typeface="Arial" charset="0"/>
              </a:rPr>
              <a:t> is </a:t>
            </a:r>
            <a:r>
              <a:rPr lang="en-US" i="1">
                <a:solidFill>
                  <a:schemeClr val="tx1"/>
                </a:solidFill>
                <a:latin typeface="Arial" charset="0"/>
                <a:cs typeface="Arial" charset="0"/>
              </a:rPr>
              <a:t>false</a:t>
            </a:r>
            <a:r>
              <a:rPr lang="en-US">
                <a:latin typeface="Arial" charset="0"/>
                <a:cs typeface="Arial" charset="0"/>
              </a:rPr>
              <a:t>, or</a:t>
            </a:r>
          </a:p>
          <a:p>
            <a:pPr lvl="1"/>
            <a:r>
              <a:rPr lang="en-US">
                <a:solidFill>
                  <a:schemeClr val="tx1"/>
                </a:solidFill>
                <a:latin typeface="Arial" charset="0"/>
                <a:cs typeface="Arial" charset="0"/>
              </a:rPr>
              <a:t>label[A]</a:t>
            </a:r>
            <a:r>
              <a:rPr lang="en-US">
                <a:latin typeface="Arial" charset="0"/>
                <a:cs typeface="Arial" charset="0"/>
              </a:rPr>
              <a:t> &gt; </a:t>
            </a:r>
            <a:r>
              <a:rPr lang="en-US">
                <a:solidFill>
                  <a:schemeClr val="tx1"/>
                </a:solidFill>
                <a:latin typeface="Arial" charset="0"/>
                <a:cs typeface="Arial" charset="0"/>
              </a:rPr>
              <a:t>label[B]</a:t>
            </a:r>
          </a:p>
        </p:txBody>
      </p:sp>
      <p:sp>
        <p:nvSpPr>
          <p:cNvPr id="243718" name="Rectangle 9"/>
          <p:cNvSpPr>
            <a:spLocks noChangeArrowheads="1"/>
          </p:cNvSpPr>
          <p:nvPr/>
        </p:nvSpPr>
        <p:spPr bwMode="auto">
          <a:xfrm>
            <a:off x="4557713" y="2133600"/>
            <a:ext cx="4406900" cy="2508250"/>
          </a:xfrm>
          <a:prstGeom prst="rect">
            <a:avLst/>
          </a:prstGeom>
          <a:solidFill>
            <a:srgbClr val="FFFFCC"/>
          </a:solidFill>
          <a:ln w="9525">
            <a:solidFill>
              <a:srgbClr val="FF0000"/>
            </a:solidFill>
            <a:miter lim="800000"/>
            <a:headEnd/>
            <a:tailEnd/>
          </a:ln>
        </p:spPr>
        <p:txBody>
          <a:bodyPr>
            <a:spAutoFit/>
          </a:bodyPr>
          <a:lstStyle/>
          <a:p>
            <a:pPr marL="231775" indent="-231775" eaLnBrk="0" hangingPunct="0">
              <a:lnSpc>
                <a:spcPct val="80000"/>
              </a:lnSpc>
              <a:spcBef>
                <a:spcPct val="20000"/>
              </a:spcBef>
            </a:pPr>
            <a:r>
              <a:rPr lang="en-US" sz="1600">
                <a:solidFill>
                  <a:schemeClr val="tx1"/>
                </a:solidFill>
                <a:latin typeface="Courier New" charset="0"/>
                <a:cs typeface="Courier New" charset="0"/>
              </a:rPr>
              <a:t>class Bakery implements Lock</a:t>
            </a:r>
            <a:r>
              <a:rPr lang="en-US" sz="1600">
                <a:solidFill>
                  <a:schemeClr val="accent2"/>
                </a:solidFill>
                <a:latin typeface="Courier New" charset="0"/>
                <a:cs typeface="Courier New" charset="0"/>
              </a:rPr>
              <a:t> {</a:t>
            </a:r>
          </a:p>
          <a:p>
            <a:pPr marL="231775" indent="-231775" eaLnBrk="0" hangingPunct="0">
              <a:lnSpc>
                <a:spcPct val="80000"/>
              </a:lnSpc>
              <a:spcBef>
                <a:spcPct val="20000"/>
              </a:spcBef>
            </a:pPr>
            <a:r>
              <a:rPr lang="en-US" sz="1600">
                <a:solidFill>
                  <a:srgbClr val="000000"/>
                </a:solidFill>
                <a:latin typeface="Courier New" charset="0"/>
                <a:cs typeface="Courier New" charset="0"/>
              </a:rPr>
              <a:t>  </a:t>
            </a:r>
          </a:p>
          <a:p>
            <a:pPr marL="231775" indent="-231775" eaLnBrk="0" hangingPunct="0">
              <a:lnSpc>
                <a:spcPct val="80000"/>
              </a:lnSpc>
              <a:spcBef>
                <a:spcPct val="20000"/>
              </a:spcBef>
            </a:pPr>
            <a:r>
              <a:rPr lang="en-US" sz="1600">
                <a:solidFill>
                  <a:schemeClr val="tx1"/>
                </a:solidFill>
                <a:latin typeface="Courier New" charset="0"/>
                <a:cs typeface="Courier New" charset="0"/>
              </a:rPr>
              <a:t>public void</a:t>
            </a:r>
            <a:r>
              <a:rPr lang="en-US" sz="1600">
                <a:solidFill>
                  <a:srgbClr val="000000"/>
                </a:solidFill>
                <a:latin typeface="Courier New" charset="0"/>
                <a:cs typeface="Courier New" charset="0"/>
              </a:rPr>
              <a:t> </a:t>
            </a:r>
            <a:r>
              <a:rPr lang="en-US" sz="1600">
                <a:solidFill>
                  <a:schemeClr val="accent2"/>
                </a:solidFill>
                <a:latin typeface="Courier New" charset="0"/>
                <a:cs typeface="Courier New" charset="0"/>
              </a:rPr>
              <a:t>lock() {  </a:t>
            </a:r>
            <a:endParaRPr lang="en-US" sz="1600">
              <a:solidFill>
                <a:srgbClr val="FF0000"/>
              </a:solidFill>
              <a:latin typeface="Courier New" charset="0"/>
              <a:cs typeface="Courier New" charset="0"/>
            </a:endParaRPr>
          </a:p>
          <a:p>
            <a:pPr marL="231775" indent="-231775" eaLnBrk="0" hangingPunct="0">
              <a:lnSpc>
                <a:spcPct val="80000"/>
              </a:lnSpc>
              <a:spcBef>
                <a:spcPct val="20000"/>
              </a:spcBef>
            </a:pPr>
            <a:r>
              <a:rPr lang="en-US" sz="1600">
                <a:solidFill>
                  <a:srgbClr val="000000"/>
                </a:solidFill>
                <a:latin typeface="Courier New" charset="0"/>
                <a:cs typeface="Courier New" charset="0"/>
              </a:rPr>
              <a:t>  </a:t>
            </a:r>
            <a:r>
              <a:rPr lang="en-US" sz="1600">
                <a:solidFill>
                  <a:schemeClr val="accent2"/>
                </a:solidFill>
                <a:latin typeface="Courier New" charset="0"/>
                <a:cs typeface="Courier New" charset="0"/>
              </a:rPr>
              <a:t>flag[i]  =</a:t>
            </a:r>
            <a:r>
              <a:rPr lang="en-US" sz="1600">
                <a:solidFill>
                  <a:srgbClr val="000000"/>
                </a:solidFill>
                <a:latin typeface="Courier New" charset="0"/>
                <a:cs typeface="Courier New" charset="0"/>
              </a:rPr>
              <a:t> </a:t>
            </a:r>
            <a:r>
              <a:rPr lang="en-US" sz="1600">
                <a:solidFill>
                  <a:schemeClr val="tx1"/>
                </a:solidFill>
                <a:latin typeface="Courier New" charset="0"/>
                <a:cs typeface="Courier New" charset="0"/>
              </a:rPr>
              <a:t>true</a:t>
            </a:r>
            <a:r>
              <a:rPr lang="en-US" sz="1600">
                <a:solidFill>
                  <a:schemeClr val="accent2"/>
                </a:solidFill>
                <a:latin typeface="Courier New" charset="0"/>
                <a:cs typeface="Courier New" charset="0"/>
              </a:rPr>
              <a:t>;</a:t>
            </a:r>
            <a:r>
              <a:rPr lang="en-US" sz="1600">
                <a:solidFill>
                  <a:srgbClr val="000000"/>
                </a:solidFill>
                <a:latin typeface="Courier New" charset="0"/>
                <a:cs typeface="Courier New" charset="0"/>
              </a:rPr>
              <a:t>  </a:t>
            </a:r>
            <a:endParaRPr lang="en-US" sz="1600">
              <a:solidFill>
                <a:srgbClr val="FF0000"/>
              </a:solidFill>
              <a:latin typeface="Courier New" charset="0"/>
              <a:cs typeface="Courier New" charset="0"/>
            </a:endParaRPr>
          </a:p>
          <a:p>
            <a:pPr marL="231775" indent="-231775" eaLnBrk="0" hangingPunct="0">
              <a:lnSpc>
                <a:spcPct val="80000"/>
              </a:lnSpc>
              <a:spcBef>
                <a:spcPct val="20000"/>
              </a:spcBef>
            </a:pPr>
            <a:r>
              <a:rPr lang="en-US" sz="1600">
                <a:solidFill>
                  <a:srgbClr val="FF0000"/>
                </a:solidFill>
                <a:latin typeface="Courier New" charset="0"/>
                <a:cs typeface="Courier New" charset="0"/>
              </a:rPr>
              <a:t>  </a:t>
            </a:r>
            <a:r>
              <a:rPr lang="en-US" sz="1600">
                <a:solidFill>
                  <a:schemeClr val="accent2"/>
                </a:solidFill>
                <a:latin typeface="Courier New" charset="0"/>
                <a:cs typeface="Courier New" charset="0"/>
              </a:rPr>
              <a:t>label[i] = </a:t>
            </a:r>
            <a:r>
              <a:rPr lang="en-US" sz="1600">
                <a:solidFill>
                  <a:schemeClr val="tx1"/>
                </a:solidFill>
                <a:latin typeface="Courier New" charset="0"/>
                <a:cs typeface="Courier New" charset="0"/>
              </a:rPr>
              <a:t>max</a:t>
            </a:r>
            <a:r>
              <a:rPr lang="en-US" sz="1600">
                <a:solidFill>
                  <a:schemeClr val="accent2"/>
                </a:solidFill>
                <a:latin typeface="Courier New" charset="0"/>
                <a:cs typeface="Courier New" charset="0"/>
              </a:rPr>
              <a:t>(label[0],</a:t>
            </a:r>
          </a:p>
          <a:p>
            <a:pPr marL="231775" indent="-231775" eaLnBrk="0" hangingPunct="0">
              <a:lnSpc>
                <a:spcPct val="80000"/>
              </a:lnSpc>
              <a:spcBef>
                <a:spcPct val="20000"/>
              </a:spcBef>
            </a:pPr>
            <a:r>
              <a:rPr lang="en-US" sz="1600">
                <a:solidFill>
                  <a:schemeClr val="accent2"/>
                </a:solidFill>
                <a:latin typeface="Courier New" charset="0"/>
                <a:cs typeface="Courier New" charset="0"/>
              </a:rPr>
              <a:t>                 …,label[n-1])+1;</a:t>
            </a:r>
          </a:p>
          <a:p>
            <a:pPr marL="231775" indent="-231775" eaLnBrk="0" hangingPunct="0">
              <a:lnSpc>
                <a:spcPct val="80000"/>
              </a:lnSpc>
              <a:spcBef>
                <a:spcPct val="20000"/>
              </a:spcBef>
            </a:pPr>
            <a:r>
              <a:rPr lang="en-US" sz="1600">
                <a:solidFill>
                  <a:schemeClr val="accent2"/>
                </a:solidFill>
                <a:latin typeface="Courier New" charset="0"/>
                <a:cs typeface="Courier New" charset="0"/>
              </a:rPr>
              <a:t>  </a:t>
            </a:r>
            <a:r>
              <a:rPr lang="en-US" sz="1600">
                <a:solidFill>
                  <a:schemeClr val="tx1"/>
                </a:solidFill>
                <a:latin typeface="Courier New" charset="0"/>
                <a:cs typeface="Courier New" charset="0"/>
              </a:rPr>
              <a:t>while</a:t>
            </a:r>
            <a:r>
              <a:rPr lang="en-US" sz="1600">
                <a:solidFill>
                  <a:schemeClr val="accent2"/>
                </a:solidFill>
                <a:latin typeface="Courier New" charset="0"/>
                <a:cs typeface="Courier New" charset="0"/>
              </a:rPr>
              <a:t> (</a:t>
            </a:r>
            <a:r>
              <a:rPr lang="en-US" sz="2000">
                <a:solidFill>
                  <a:schemeClr val="accent2"/>
                </a:solidFill>
                <a:latin typeface="Symbol" charset="0"/>
              </a:rPr>
              <a:t>$</a:t>
            </a:r>
            <a:r>
              <a:rPr lang="en-US" sz="1600">
                <a:solidFill>
                  <a:schemeClr val="accent2"/>
                </a:solidFill>
                <a:latin typeface="Courier New" charset="0"/>
              </a:rPr>
              <a:t>k flag[k]</a:t>
            </a:r>
          </a:p>
          <a:p>
            <a:pPr marL="231775" indent="-231775" eaLnBrk="0" hangingPunct="0">
              <a:lnSpc>
                <a:spcPct val="80000"/>
              </a:lnSpc>
              <a:spcBef>
                <a:spcPct val="20000"/>
              </a:spcBef>
            </a:pPr>
            <a:r>
              <a:rPr lang="en-US" sz="1600">
                <a:solidFill>
                  <a:schemeClr val="accent2"/>
                </a:solidFill>
                <a:latin typeface="Courier New" charset="0"/>
              </a:rPr>
              <a:t>           &amp;&amp; (label[i],i) &gt; (label[k],k));</a:t>
            </a:r>
            <a:endParaRPr lang="en-US" sz="1600">
              <a:solidFill>
                <a:schemeClr val="accent2"/>
              </a:solidFill>
              <a:latin typeface="Courier New" charset="0"/>
              <a:cs typeface="Courier New" charset="0"/>
            </a:endParaRPr>
          </a:p>
          <a:p>
            <a:pPr marL="231775" indent="-231775" eaLnBrk="0" hangingPunct="0">
              <a:lnSpc>
                <a:spcPct val="80000"/>
              </a:lnSpc>
              <a:spcBef>
                <a:spcPct val="20000"/>
              </a:spcBef>
            </a:pPr>
            <a:r>
              <a:rPr lang="en-US" sz="1600">
                <a:solidFill>
                  <a:schemeClr val="accent2"/>
                </a:solidFill>
                <a:latin typeface="Courier New" charset="0"/>
                <a:cs typeface="Courier New" charset="0"/>
              </a:rPr>
              <a:t> }</a:t>
            </a:r>
          </a:p>
        </p:txBody>
      </p:sp>
    </p:spTree>
  </p:cSld>
  <p:clrMapOvr>
    <a:masterClrMapping/>
  </p:clrMapOvr>
  <p:transition spd="slow"/>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1"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245762"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B9F7B94A-952F-1F4D-938B-C916693A6F64}" type="slidenum">
              <a:rPr lang="ar-SA" sz="1400" b="0">
                <a:solidFill>
                  <a:schemeClr val="tx1"/>
                </a:solidFill>
                <a:latin typeface="Arial" charset="0"/>
                <a:cs typeface="Arial" charset="0"/>
              </a:rPr>
              <a:pPr/>
              <a:t>96</a:t>
            </a:fld>
            <a:endParaRPr lang="en-US" sz="1400" b="0">
              <a:solidFill>
                <a:schemeClr val="tx1"/>
              </a:solidFill>
              <a:latin typeface="Arial" charset="0"/>
              <a:cs typeface="Arial" charset="0"/>
            </a:endParaRPr>
          </a:p>
        </p:txBody>
      </p:sp>
      <p:pic>
        <p:nvPicPr>
          <p:cNvPr id="245763" name="Picture 5"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764" name="Rectangle 2"/>
          <p:cNvSpPr>
            <a:spLocks noGrp="1" noChangeArrowheads="1"/>
          </p:cNvSpPr>
          <p:nvPr>
            <p:ph type="title"/>
          </p:nvPr>
        </p:nvSpPr>
        <p:spPr/>
        <p:txBody>
          <a:bodyPr/>
          <a:lstStyle/>
          <a:p>
            <a:r>
              <a:rPr lang="en-US">
                <a:latin typeface="Arial" charset="0"/>
              </a:rPr>
              <a:t>Mutual Exclusion</a:t>
            </a:r>
          </a:p>
        </p:txBody>
      </p:sp>
      <p:sp>
        <p:nvSpPr>
          <p:cNvPr id="245765" name="Rectangle 3"/>
          <p:cNvSpPr>
            <a:spLocks noGrp="1" noChangeArrowheads="1"/>
          </p:cNvSpPr>
          <p:nvPr>
            <p:ph type="body" idx="1"/>
          </p:nvPr>
        </p:nvSpPr>
        <p:spPr/>
        <p:txBody>
          <a:bodyPr/>
          <a:lstStyle/>
          <a:p>
            <a:r>
              <a:rPr lang="en-US">
                <a:latin typeface="Arial" charset="0"/>
              </a:rPr>
              <a:t>Labels are strictly increasing so</a:t>
            </a:r>
            <a:r>
              <a:rPr lang="en-US" baseline="-25000">
                <a:latin typeface="Arial" charset="0"/>
              </a:rPr>
              <a:t> </a:t>
            </a:r>
          </a:p>
          <a:p>
            <a:r>
              <a:rPr lang="en-US">
                <a:solidFill>
                  <a:schemeClr val="tx1"/>
                </a:solidFill>
                <a:latin typeface="Arial" charset="0"/>
              </a:rPr>
              <a:t>B </a:t>
            </a:r>
            <a:r>
              <a:rPr lang="en-US">
                <a:latin typeface="Arial" charset="0"/>
              </a:rPr>
              <a:t>must have seen</a:t>
            </a:r>
            <a:r>
              <a:rPr lang="en-US">
                <a:solidFill>
                  <a:schemeClr val="tx1"/>
                </a:solidFill>
                <a:latin typeface="Arial" charset="0"/>
              </a:rPr>
              <a:t> flag[A] == false</a:t>
            </a:r>
          </a:p>
        </p:txBody>
      </p:sp>
    </p:spTree>
  </p:cSld>
  <p:clrMapOvr>
    <a:masterClrMapping/>
  </p:clrMapOvr>
  <p:transition spd="slow"/>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09"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247810"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9BC1106D-8E3D-0545-9A0A-5855BC3D2028}" type="slidenum">
              <a:rPr lang="ar-SA" sz="1400" b="0">
                <a:solidFill>
                  <a:schemeClr val="tx1"/>
                </a:solidFill>
                <a:latin typeface="Arial" charset="0"/>
                <a:cs typeface="Arial" charset="0"/>
              </a:rPr>
              <a:pPr/>
              <a:t>97</a:t>
            </a:fld>
            <a:endParaRPr lang="en-US" sz="1400" b="0">
              <a:solidFill>
                <a:schemeClr val="tx1"/>
              </a:solidFill>
              <a:latin typeface="Arial" charset="0"/>
              <a:cs typeface="Arial" charset="0"/>
            </a:endParaRPr>
          </a:p>
        </p:txBody>
      </p:sp>
      <p:pic>
        <p:nvPicPr>
          <p:cNvPr id="247811" name="Picture 2"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7812" name="Rectangle 3"/>
          <p:cNvSpPr>
            <a:spLocks noGrp="1" noChangeArrowheads="1"/>
          </p:cNvSpPr>
          <p:nvPr>
            <p:ph type="title"/>
          </p:nvPr>
        </p:nvSpPr>
        <p:spPr/>
        <p:txBody>
          <a:bodyPr/>
          <a:lstStyle/>
          <a:p>
            <a:r>
              <a:rPr lang="en-US">
                <a:latin typeface="Arial" charset="0"/>
              </a:rPr>
              <a:t>Mutual Exclusion</a:t>
            </a:r>
          </a:p>
        </p:txBody>
      </p:sp>
      <p:sp>
        <p:nvSpPr>
          <p:cNvPr id="247813" name="Rectangle 4"/>
          <p:cNvSpPr>
            <a:spLocks noGrp="1" noChangeArrowheads="1"/>
          </p:cNvSpPr>
          <p:nvPr>
            <p:ph type="body" idx="1"/>
          </p:nvPr>
        </p:nvSpPr>
        <p:spPr/>
        <p:txBody>
          <a:bodyPr/>
          <a:lstStyle/>
          <a:p>
            <a:r>
              <a:rPr lang="en-US">
                <a:latin typeface="Arial" charset="0"/>
              </a:rPr>
              <a:t>Labels are strictly increasing so</a:t>
            </a:r>
            <a:r>
              <a:rPr lang="en-US" baseline="-25000">
                <a:latin typeface="Arial" charset="0"/>
              </a:rPr>
              <a:t> </a:t>
            </a:r>
          </a:p>
          <a:p>
            <a:r>
              <a:rPr lang="en-US">
                <a:solidFill>
                  <a:schemeClr val="tx1"/>
                </a:solidFill>
                <a:latin typeface="Arial" charset="0"/>
              </a:rPr>
              <a:t>B </a:t>
            </a:r>
            <a:r>
              <a:rPr lang="en-US">
                <a:latin typeface="Arial" charset="0"/>
              </a:rPr>
              <a:t>must have seen</a:t>
            </a:r>
            <a:r>
              <a:rPr lang="en-US">
                <a:solidFill>
                  <a:schemeClr val="tx1"/>
                </a:solidFill>
                <a:latin typeface="Arial" charset="0"/>
              </a:rPr>
              <a:t> flag[A] == false</a:t>
            </a:r>
          </a:p>
          <a:p>
            <a:r>
              <a:rPr lang="en-US">
                <a:solidFill>
                  <a:schemeClr val="tx1"/>
                </a:solidFill>
                <a:latin typeface="Arial" charset="0"/>
              </a:rPr>
              <a:t>Labeling</a:t>
            </a:r>
            <a:r>
              <a:rPr lang="en-US" baseline="-25000">
                <a:solidFill>
                  <a:schemeClr val="tx1"/>
                </a:solidFill>
                <a:latin typeface="Arial" charset="0"/>
              </a:rPr>
              <a:t>B</a:t>
            </a:r>
            <a:r>
              <a:rPr lang="en-US">
                <a:solidFill>
                  <a:schemeClr val="tx1"/>
                </a:solidFill>
                <a:latin typeface="Arial" charset="0"/>
              </a:rPr>
              <a:t> </a:t>
            </a:r>
            <a:r>
              <a:rPr lang="en-US" sz="2400">
                <a:solidFill>
                  <a:schemeClr val="tx1"/>
                </a:solidFill>
                <a:latin typeface="Arial" charset="0"/>
                <a:sym typeface="Wingdings" charset="0"/>
              </a:rPr>
              <a:t></a:t>
            </a:r>
            <a:r>
              <a:rPr lang="en-US">
                <a:solidFill>
                  <a:schemeClr val="tx1"/>
                </a:solidFill>
                <a:latin typeface="Arial" charset="0"/>
              </a:rPr>
              <a:t> read</a:t>
            </a:r>
            <a:r>
              <a:rPr lang="en-US" baseline="-25000">
                <a:solidFill>
                  <a:schemeClr val="tx1"/>
                </a:solidFill>
                <a:latin typeface="Arial" charset="0"/>
              </a:rPr>
              <a:t>B</a:t>
            </a:r>
            <a:r>
              <a:rPr lang="en-US">
                <a:solidFill>
                  <a:schemeClr val="tx1"/>
                </a:solidFill>
                <a:latin typeface="Arial" charset="0"/>
              </a:rPr>
              <a:t>(flag[A]) </a:t>
            </a:r>
            <a:r>
              <a:rPr lang="en-US" sz="2400">
                <a:solidFill>
                  <a:schemeClr val="tx1"/>
                </a:solidFill>
                <a:latin typeface="Arial" charset="0"/>
                <a:sym typeface="Wingdings" charset="0"/>
              </a:rPr>
              <a:t></a:t>
            </a:r>
            <a:r>
              <a:rPr lang="en-US">
                <a:solidFill>
                  <a:schemeClr val="tx1"/>
                </a:solidFill>
                <a:latin typeface="Arial" charset="0"/>
              </a:rPr>
              <a:t> write</a:t>
            </a:r>
            <a:r>
              <a:rPr lang="en-US" baseline="-25000">
                <a:solidFill>
                  <a:schemeClr val="tx1"/>
                </a:solidFill>
                <a:latin typeface="Arial" charset="0"/>
              </a:rPr>
              <a:t>A</a:t>
            </a:r>
            <a:r>
              <a:rPr lang="en-US">
                <a:solidFill>
                  <a:schemeClr val="tx1"/>
                </a:solidFill>
                <a:latin typeface="Arial" charset="0"/>
              </a:rPr>
              <a:t>(flag[A]) </a:t>
            </a:r>
            <a:r>
              <a:rPr lang="en-US" sz="2400">
                <a:solidFill>
                  <a:schemeClr val="tx1"/>
                </a:solidFill>
                <a:latin typeface="Arial" charset="0"/>
                <a:sym typeface="Wingdings" charset="0"/>
              </a:rPr>
              <a:t></a:t>
            </a:r>
            <a:r>
              <a:rPr lang="en-US">
                <a:solidFill>
                  <a:schemeClr val="tx1"/>
                </a:solidFill>
                <a:latin typeface="Arial" charset="0"/>
              </a:rPr>
              <a:t> Labeling</a:t>
            </a:r>
            <a:r>
              <a:rPr lang="en-US" baseline="-25000">
                <a:solidFill>
                  <a:schemeClr val="tx1"/>
                </a:solidFill>
                <a:latin typeface="Arial" charset="0"/>
              </a:rPr>
              <a:t>A</a:t>
            </a:r>
          </a:p>
        </p:txBody>
      </p:sp>
    </p:spTree>
  </p:cSld>
  <p:clrMapOvr>
    <a:masterClrMapping/>
  </p:clrMapOvr>
  <p:transition spd="slow"/>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7"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249858"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69EA809A-C685-2A4F-90C8-8CAEDE185FE0}" type="slidenum">
              <a:rPr lang="ar-SA" sz="1400" b="0">
                <a:solidFill>
                  <a:schemeClr val="tx1"/>
                </a:solidFill>
                <a:latin typeface="Arial" charset="0"/>
                <a:cs typeface="Arial" charset="0"/>
              </a:rPr>
              <a:pPr/>
              <a:t>98</a:t>
            </a:fld>
            <a:endParaRPr lang="en-US" sz="1400" b="0">
              <a:solidFill>
                <a:schemeClr val="tx1"/>
              </a:solidFill>
              <a:latin typeface="Arial" charset="0"/>
              <a:cs typeface="Arial" charset="0"/>
            </a:endParaRPr>
          </a:p>
        </p:txBody>
      </p:sp>
      <p:pic>
        <p:nvPicPr>
          <p:cNvPr id="249859" name="Picture 2"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9860" name="Rectangle 3"/>
          <p:cNvSpPr>
            <a:spLocks noGrp="1" noChangeArrowheads="1"/>
          </p:cNvSpPr>
          <p:nvPr>
            <p:ph type="title"/>
          </p:nvPr>
        </p:nvSpPr>
        <p:spPr/>
        <p:txBody>
          <a:bodyPr/>
          <a:lstStyle/>
          <a:p>
            <a:r>
              <a:rPr lang="en-US">
                <a:latin typeface="Arial" charset="0"/>
              </a:rPr>
              <a:t>Mutual Exclusion</a:t>
            </a:r>
          </a:p>
        </p:txBody>
      </p:sp>
      <p:sp>
        <p:nvSpPr>
          <p:cNvPr id="249861" name="Rectangle 4"/>
          <p:cNvSpPr>
            <a:spLocks noGrp="1" noChangeArrowheads="1"/>
          </p:cNvSpPr>
          <p:nvPr>
            <p:ph type="body" idx="1"/>
          </p:nvPr>
        </p:nvSpPr>
        <p:spPr/>
        <p:txBody>
          <a:bodyPr/>
          <a:lstStyle/>
          <a:p>
            <a:r>
              <a:rPr lang="en-US">
                <a:latin typeface="Arial" charset="0"/>
              </a:rPr>
              <a:t>Labels are strictly increasing so</a:t>
            </a:r>
            <a:r>
              <a:rPr lang="en-US" baseline="-25000">
                <a:latin typeface="Arial" charset="0"/>
              </a:rPr>
              <a:t> </a:t>
            </a:r>
          </a:p>
          <a:p>
            <a:r>
              <a:rPr lang="en-US">
                <a:solidFill>
                  <a:schemeClr val="tx1"/>
                </a:solidFill>
                <a:latin typeface="Arial" charset="0"/>
              </a:rPr>
              <a:t>B </a:t>
            </a:r>
            <a:r>
              <a:rPr lang="en-US">
                <a:latin typeface="Arial" charset="0"/>
              </a:rPr>
              <a:t>must have seen</a:t>
            </a:r>
            <a:r>
              <a:rPr lang="en-US">
                <a:solidFill>
                  <a:schemeClr val="tx1"/>
                </a:solidFill>
                <a:latin typeface="Arial" charset="0"/>
              </a:rPr>
              <a:t> flag[A] == false</a:t>
            </a:r>
          </a:p>
          <a:p>
            <a:r>
              <a:rPr lang="en-US">
                <a:solidFill>
                  <a:schemeClr val="tx1"/>
                </a:solidFill>
                <a:latin typeface="Arial" charset="0"/>
              </a:rPr>
              <a:t>Labeling</a:t>
            </a:r>
            <a:r>
              <a:rPr lang="en-US" baseline="-25000">
                <a:solidFill>
                  <a:schemeClr val="tx1"/>
                </a:solidFill>
                <a:latin typeface="Arial" charset="0"/>
              </a:rPr>
              <a:t>B</a:t>
            </a:r>
            <a:r>
              <a:rPr lang="en-US">
                <a:solidFill>
                  <a:schemeClr val="tx1"/>
                </a:solidFill>
                <a:latin typeface="Arial" charset="0"/>
              </a:rPr>
              <a:t> </a:t>
            </a:r>
            <a:r>
              <a:rPr lang="en-US" sz="2400">
                <a:solidFill>
                  <a:schemeClr val="tx1"/>
                </a:solidFill>
                <a:latin typeface="Arial" charset="0"/>
                <a:sym typeface="Wingdings" charset="0"/>
              </a:rPr>
              <a:t></a:t>
            </a:r>
            <a:r>
              <a:rPr lang="en-US">
                <a:solidFill>
                  <a:schemeClr val="tx1"/>
                </a:solidFill>
                <a:latin typeface="Arial" charset="0"/>
              </a:rPr>
              <a:t> read</a:t>
            </a:r>
            <a:r>
              <a:rPr lang="en-US" baseline="-25000">
                <a:solidFill>
                  <a:schemeClr val="tx1"/>
                </a:solidFill>
                <a:latin typeface="Arial" charset="0"/>
              </a:rPr>
              <a:t>B</a:t>
            </a:r>
            <a:r>
              <a:rPr lang="en-US">
                <a:solidFill>
                  <a:schemeClr val="tx1"/>
                </a:solidFill>
                <a:latin typeface="Arial" charset="0"/>
              </a:rPr>
              <a:t>(flag[A]) </a:t>
            </a:r>
            <a:r>
              <a:rPr lang="en-US" sz="2400">
                <a:solidFill>
                  <a:schemeClr val="tx1"/>
                </a:solidFill>
                <a:latin typeface="Arial" charset="0"/>
                <a:sym typeface="Wingdings" charset="0"/>
              </a:rPr>
              <a:t></a:t>
            </a:r>
            <a:r>
              <a:rPr lang="en-US">
                <a:solidFill>
                  <a:schemeClr val="tx1"/>
                </a:solidFill>
                <a:latin typeface="Arial" charset="0"/>
              </a:rPr>
              <a:t> write</a:t>
            </a:r>
            <a:r>
              <a:rPr lang="en-US" baseline="-25000">
                <a:solidFill>
                  <a:schemeClr val="tx1"/>
                </a:solidFill>
                <a:latin typeface="Arial" charset="0"/>
              </a:rPr>
              <a:t>A</a:t>
            </a:r>
            <a:r>
              <a:rPr lang="en-US">
                <a:solidFill>
                  <a:schemeClr val="tx1"/>
                </a:solidFill>
                <a:latin typeface="Arial" charset="0"/>
              </a:rPr>
              <a:t>(flag[A]) </a:t>
            </a:r>
            <a:r>
              <a:rPr lang="en-US" sz="2400">
                <a:solidFill>
                  <a:schemeClr val="tx1"/>
                </a:solidFill>
                <a:latin typeface="Arial" charset="0"/>
                <a:sym typeface="Wingdings" charset="0"/>
              </a:rPr>
              <a:t></a:t>
            </a:r>
            <a:r>
              <a:rPr lang="en-US">
                <a:solidFill>
                  <a:schemeClr val="tx1"/>
                </a:solidFill>
                <a:latin typeface="Arial" charset="0"/>
              </a:rPr>
              <a:t> Labeling</a:t>
            </a:r>
            <a:r>
              <a:rPr lang="en-US" baseline="-25000">
                <a:solidFill>
                  <a:schemeClr val="tx1"/>
                </a:solidFill>
                <a:latin typeface="Arial" charset="0"/>
              </a:rPr>
              <a:t>A</a:t>
            </a:r>
          </a:p>
          <a:p>
            <a:r>
              <a:rPr lang="en-US">
                <a:latin typeface="Arial" charset="0"/>
              </a:rPr>
              <a:t>Which contradicts the assumption that </a:t>
            </a:r>
            <a:r>
              <a:rPr lang="en-US">
                <a:solidFill>
                  <a:schemeClr val="tx1"/>
                </a:solidFill>
                <a:latin typeface="Arial" charset="0"/>
              </a:rPr>
              <a:t>A</a:t>
            </a:r>
            <a:r>
              <a:rPr lang="en-US">
                <a:latin typeface="Arial" charset="0"/>
              </a:rPr>
              <a:t> has an earlier label</a:t>
            </a:r>
          </a:p>
        </p:txBody>
      </p:sp>
    </p:spTree>
  </p:cSld>
  <p:clrMapOvr>
    <a:masterClrMapping/>
  </p:clrMapOvr>
  <p:transition spd="slow"/>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5"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251906"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799DD510-A898-5F40-A9A1-569766C8FE4C}" type="slidenum">
              <a:rPr lang="ar-SA" sz="1400" b="0">
                <a:solidFill>
                  <a:schemeClr val="tx1"/>
                </a:solidFill>
                <a:latin typeface="Arial" charset="0"/>
                <a:cs typeface="Arial" charset="0"/>
              </a:rPr>
              <a:pPr/>
              <a:t>99</a:t>
            </a:fld>
            <a:endParaRPr lang="en-US" sz="1400" b="0">
              <a:solidFill>
                <a:schemeClr val="tx1"/>
              </a:solidFill>
              <a:latin typeface="Arial" charset="0"/>
              <a:cs typeface="Arial" charset="0"/>
            </a:endParaRPr>
          </a:p>
        </p:txBody>
      </p:sp>
      <p:pic>
        <p:nvPicPr>
          <p:cNvPr id="251907" name="Picture 6"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1908" name="Rectangle 2"/>
          <p:cNvSpPr>
            <a:spLocks noGrp="1" noChangeArrowheads="1"/>
          </p:cNvSpPr>
          <p:nvPr>
            <p:ph type="title"/>
          </p:nvPr>
        </p:nvSpPr>
        <p:spPr>
          <a:xfrm>
            <a:off x="685800" y="538163"/>
            <a:ext cx="7772400" cy="1143000"/>
          </a:xfrm>
        </p:spPr>
        <p:txBody>
          <a:bodyPr/>
          <a:lstStyle/>
          <a:p>
            <a:r>
              <a:rPr lang="en-US">
                <a:latin typeface="Arial" charset="0"/>
              </a:rPr>
              <a:t>Bakery Y2</a:t>
            </a:r>
            <a:r>
              <a:rPr lang="en-US" baseline="30000">
                <a:latin typeface="Arial" charset="0"/>
              </a:rPr>
              <a:t>32</a:t>
            </a:r>
            <a:r>
              <a:rPr lang="en-US">
                <a:latin typeface="Arial" charset="0"/>
              </a:rPr>
              <a:t>K Bug</a:t>
            </a:r>
          </a:p>
        </p:txBody>
      </p:sp>
      <p:sp>
        <p:nvSpPr>
          <p:cNvPr id="251909" name="Rectangle 3"/>
          <p:cNvSpPr>
            <a:spLocks noChangeArrowheads="1"/>
          </p:cNvSpPr>
          <p:nvPr/>
        </p:nvSpPr>
        <p:spPr bwMode="auto">
          <a:xfrm>
            <a:off x="1047750" y="1676400"/>
            <a:ext cx="6838950" cy="2865438"/>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231775" indent="-231775" eaLnBrk="0" hangingPunct="0">
              <a:lnSpc>
                <a:spcPct val="80000"/>
              </a:lnSpc>
              <a:spcBef>
                <a:spcPct val="20000"/>
              </a:spcBef>
            </a:pPr>
            <a:r>
              <a:rPr lang="en-US" sz="2000">
                <a:solidFill>
                  <a:schemeClr val="tx1"/>
                </a:solidFill>
                <a:latin typeface="Courier New" charset="0"/>
                <a:cs typeface="Courier New" charset="0"/>
              </a:rPr>
              <a:t>class Bakery implements Lock</a:t>
            </a:r>
            <a:r>
              <a:rPr lang="en-US" sz="2000">
                <a:solidFill>
                  <a:schemeClr val="accent2"/>
                </a:solidFill>
                <a:latin typeface="Courier New" charset="0"/>
                <a:cs typeface="Courier New" charset="0"/>
              </a:rPr>
              <a:t> {</a:t>
            </a:r>
          </a:p>
          <a:p>
            <a:pPr marL="231775" indent="-231775" eaLnBrk="0" hangingPunct="0">
              <a:lnSpc>
                <a:spcPct val="80000"/>
              </a:lnSpc>
              <a:spcBef>
                <a:spcPct val="20000"/>
              </a:spcBef>
            </a:pPr>
            <a:r>
              <a:rPr lang="en-US" sz="2000">
                <a:solidFill>
                  <a:srgbClr val="000000"/>
                </a:solidFill>
                <a:latin typeface="Courier New" charset="0"/>
                <a:cs typeface="Courier New" charset="0"/>
              </a:rPr>
              <a:t>  …</a:t>
            </a:r>
          </a:p>
          <a:p>
            <a:pPr marL="231775" indent="-231775" eaLnBrk="0" hangingPunct="0">
              <a:lnSpc>
                <a:spcPct val="80000"/>
              </a:lnSpc>
              <a:spcBef>
                <a:spcPct val="20000"/>
              </a:spcBef>
            </a:pPr>
            <a:r>
              <a:rPr lang="en-US" sz="2000">
                <a:solidFill>
                  <a:schemeClr val="tx1"/>
                </a:solidFill>
                <a:latin typeface="Courier New" charset="0"/>
                <a:cs typeface="Courier New" charset="0"/>
              </a:rPr>
              <a:t> public void</a:t>
            </a:r>
            <a:r>
              <a:rPr lang="en-US" sz="2000">
                <a:solidFill>
                  <a:srgbClr val="000000"/>
                </a:solidFill>
                <a:latin typeface="Courier New" charset="0"/>
                <a:cs typeface="Courier New" charset="0"/>
              </a:rPr>
              <a:t> </a:t>
            </a:r>
            <a:r>
              <a:rPr lang="en-US" sz="2000">
                <a:solidFill>
                  <a:schemeClr val="accent2"/>
                </a:solidFill>
                <a:latin typeface="Courier New" charset="0"/>
                <a:cs typeface="Courier New" charset="0"/>
              </a:rPr>
              <a:t>lock() {  </a:t>
            </a:r>
          </a:p>
          <a:p>
            <a:pPr marL="231775" indent="-231775" eaLnBrk="0" hangingPunct="0">
              <a:lnSpc>
                <a:spcPct val="80000"/>
              </a:lnSpc>
              <a:spcBef>
                <a:spcPct val="20000"/>
              </a:spcBef>
            </a:pPr>
            <a:r>
              <a:rPr lang="en-US" sz="2000">
                <a:solidFill>
                  <a:schemeClr val="accent2"/>
                </a:solidFill>
                <a:latin typeface="Courier New" charset="0"/>
                <a:cs typeface="Courier New" charset="0"/>
              </a:rPr>
              <a:t>  flag[i]  =</a:t>
            </a:r>
            <a:r>
              <a:rPr lang="en-US" sz="2000">
                <a:solidFill>
                  <a:srgbClr val="000000"/>
                </a:solidFill>
                <a:latin typeface="Courier New" charset="0"/>
                <a:cs typeface="Courier New" charset="0"/>
              </a:rPr>
              <a:t> </a:t>
            </a:r>
            <a:r>
              <a:rPr lang="en-US" sz="2000">
                <a:solidFill>
                  <a:schemeClr val="tx1"/>
                </a:solidFill>
                <a:latin typeface="Courier New" charset="0"/>
                <a:cs typeface="Courier New" charset="0"/>
              </a:rPr>
              <a:t>true</a:t>
            </a:r>
            <a:r>
              <a:rPr lang="en-US" sz="2000">
                <a:solidFill>
                  <a:schemeClr val="accent2"/>
                </a:solidFill>
                <a:latin typeface="Courier New" charset="0"/>
                <a:cs typeface="Courier New" charset="0"/>
              </a:rPr>
              <a:t>;</a:t>
            </a:r>
            <a:r>
              <a:rPr lang="en-US" sz="2000">
                <a:solidFill>
                  <a:srgbClr val="000000"/>
                </a:solidFill>
                <a:latin typeface="Courier New" charset="0"/>
                <a:cs typeface="Courier New" charset="0"/>
              </a:rPr>
              <a:t>  </a:t>
            </a:r>
            <a:endParaRPr lang="en-US" sz="2000">
              <a:solidFill>
                <a:srgbClr val="FF0000"/>
              </a:solidFill>
              <a:latin typeface="Courier New" charset="0"/>
              <a:cs typeface="Courier New" charset="0"/>
            </a:endParaRPr>
          </a:p>
          <a:p>
            <a:pPr marL="231775" indent="-231775" eaLnBrk="0" hangingPunct="0">
              <a:lnSpc>
                <a:spcPct val="80000"/>
              </a:lnSpc>
              <a:spcBef>
                <a:spcPct val="20000"/>
              </a:spcBef>
            </a:pPr>
            <a:r>
              <a:rPr lang="en-US" sz="2000">
                <a:solidFill>
                  <a:srgbClr val="FF0000"/>
                </a:solidFill>
                <a:latin typeface="Courier New" charset="0"/>
                <a:cs typeface="Courier New" charset="0"/>
              </a:rPr>
              <a:t>  </a:t>
            </a:r>
            <a:r>
              <a:rPr lang="en-US" sz="2000">
                <a:solidFill>
                  <a:schemeClr val="accent2"/>
                </a:solidFill>
                <a:latin typeface="Courier New" charset="0"/>
                <a:cs typeface="Courier New" charset="0"/>
              </a:rPr>
              <a:t>label[i] = </a:t>
            </a:r>
            <a:r>
              <a:rPr lang="en-US" sz="2000">
                <a:solidFill>
                  <a:schemeClr val="tx1"/>
                </a:solidFill>
                <a:latin typeface="Courier New" charset="0"/>
                <a:cs typeface="Courier New" charset="0"/>
              </a:rPr>
              <a:t>max</a:t>
            </a:r>
            <a:r>
              <a:rPr lang="en-US" sz="2000">
                <a:solidFill>
                  <a:schemeClr val="accent2"/>
                </a:solidFill>
                <a:latin typeface="Courier New" charset="0"/>
                <a:cs typeface="Courier New" charset="0"/>
              </a:rPr>
              <a:t>(label[0], …,label[n-1])+1;</a:t>
            </a:r>
          </a:p>
          <a:p>
            <a:pPr marL="231775" indent="-231775" eaLnBrk="0" hangingPunct="0">
              <a:lnSpc>
                <a:spcPct val="80000"/>
              </a:lnSpc>
              <a:spcBef>
                <a:spcPct val="20000"/>
              </a:spcBef>
            </a:pPr>
            <a:r>
              <a:rPr lang="en-US" sz="2000">
                <a:solidFill>
                  <a:schemeClr val="accent2"/>
                </a:solidFill>
                <a:latin typeface="Courier New" charset="0"/>
                <a:cs typeface="Courier New" charset="0"/>
              </a:rPr>
              <a:t>  </a:t>
            </a:r>
            <a:r>
              <a:rPr lang="en-US" sz="2000">
                <a:solidFill>
                  <a:schemeClr val="tx1"/>
                </a:solidFill>
                <a:latin typeface="Courier New" charset="0"/>
                <a:cs typeface="Courier New" charset="0"/>
              </a:rPr>
              <a:t>while</a:t>
            </a:r>
            <a:r>
              <a:rPr lang="en-US" sz="2000">
                <a:solidFill>
                  <a:schemeClr val="accent2"/>
                </a:solidFill>
                <a:latin typeface="Courier New" charset="0"/>
                <a:cs typeface="Courier New" charset="0"/>
              </a:rPr>
              <a:t> (</a:t>
            </a:r>
            <a:r>
              <a:rPr lang="en-US" sz="2800">
                <a:solidFill>
                  <a:schemeClr val="accent2"/>
                </a:solidFill>
                <a:latin typeface="Symbol" charset="0"/>
              </a:rPr>
              <a:t>$</a:t>
            </a:r>
            <a:r>
              <a:rPr lang="en-US" sz="2000">
                <a:solidFill>
                  <a:schemeClr val="accent2"/>
                </a:solidFill>
                <a:latin typeface="Courier New" charset="0"/>
              </a:rPr>
              <a:t>k flag[k]</a:t>
            </a:r>
          </a:p>
          <a:p>
            <a:pPr marL="231775" indent="-231775" eaLnBrk="0" hangingPunct="0">
              <a:lnSpc>
                <a:spcPct val="80000"/>
              </a:lnSpc>
              <a:spcBef>
                <a:spcPct val="20000"/>
              </a:spcBef>
            </a:pPr>
            <a:r>
              <a:rPr lang="en-US" sz="2000">
                <a:solidFill>
                  <a:schemeClr val="accent2"/>
                </a:solidFill>
                <a:latin typeface="Courier New" charset="0"/>
              </a:rPr>
              <a:t>           &amp;&amp; (label[i],i) &gt; (label[k],k));</a:t>
            </a:r>
            <a:endParaRPr lang="en-US" sz="2000">
              <a:solidFill>
                <a:schemeClr val="accent2"/>
              </a:solidFill>
              <a:latin typeface="Courier New" charset="0"/>
              <a:cs typeface="Courier New" charset="0"/>
            </a:endParaRPr>
          </a:p>
          <a:p>
            <a:pPr marL="231775" indent="-231775" eaLnBrk="0" hangingPunct="0">
              <a:lnSpc>
                <a:spcPct val="80000"/>
              </a:lnSpc>
              <a:spcBef>
                <a:spcPct val="20000"/>
              </a:spcBef>
            </a:pPr>
            <a:r>
              <a:rPr lang="en-US" sz="2000">
                <a:solidFill>
                  <a:schemeClr val="accent2"/>
                </a:solidFill>
                <a:latin typeface="Courier New" charset="0"/>
                <a:cs typeface="Courier New" charset="0"/>
              </a:rPr>
              <a:t> }</a:t>
            </a:r>
          </a:p>
        </p:txBody>
      </p:sp>
    </p:spTree>
  </p:cSld>
  <p:clrMapOvr>
    <a:masterClrMapping/>
  </p:clrMapOvr>
  <p:transition spd="slow"/>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3"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253954"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276E484B-D90B-3A4F-8289-734E44E1407A}" type="slidenum">
              <a:rPr lang="ar-SA" sz="1400" b="0">
                <a:solidFill>
                  <a:schemeClr val="tx1"/>
                </a:solidFill>
                <a:latin typeface="Arial" charset="0"/>
                <a:cs typeface="Arial" charset="0"/>
              </a:rPr>
              <a:pPr/>
              <a:t>100</a:t>
            </a:fld>
            <a:endParaRPr lang="en-US" sz="1400" b="0">
              <a:solidFill>
                <a:schemeClr val="tx1"/>
              </a:solidFill>
              <a:latin typeface="Arial" charset="0"/>
              <a:cs typeface="Arial" charset="0"/>
            </a:endParaRPr>
          </a:p>
        </p:txBody>
      </p:sp>
      <p:pic>
        <p:nvPicPr>
          <p:cNvPr id="253955" name="Picture 2"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3956" name="Rectangle 3"/>
          <p:cNvSpPr>
            <a:spLocks noGrp="1" noChangeArrowheads="1"/>
          </p:cNvSpPr>
          <p:nvPr>
            <p:ph type="title"/>
          </p:nvPr>
        </p:nvSpPr>
        <p:spPr>
          <a:xfrm>
            <a:off x="685800" y="538163"/>
            <a:ext cx="7772400" cy="1143000"/>
          </a:xfrm>
        </p:spPr>
        <p:txBody>
          <a:bodyPr/>
          <a:lstStyle/>
          <a:p>
            <a:r>
              <a:rPr lang="en-US">
                <a:latin typeface="Arial" charset="0"/>
              </a:rPr>
              <a:t>Bakery Y2</a:t>
            </a:r>
            <a:r>
              <a:rPr lang="en-US" baseline="30000">
                <a:latin typeface="Arial" charset="0"/>
              </a:rPr>
              <a:t>32</a:t>
            </a:r>
            <a:r>
              <a:rPr lang="en-US">
                <a:latin typeface="Arial" charset="0"/>
              </a:rPr>
              <a:t>K Bug</a:t>
            </a:r>
          </a:p>
        </p:txBody>
      </p:sp>
      <p:sp>
        <p:nvSpPr>
          <p:cNvPr id="253957" name="Rectangle 4"/>
          <p:cNvSpPr>
            <a:spLocks noChangeArrowheads="1"/>
          </p:cNvSpPr>
          <p:nvPr/>
        </p:nvSpPr>
        <p:spPr bwMode="auto">
          <a:xfrm>
            <a:off x="1047750" y="1676400"/>
            <a:ext cx="6838950" cy="2865438"/>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231775" indent="-231775" eaLnBrk="0" hangingPunct="0">
              <a:lnSpc>
                <a:spcPct val="80000"/>
              </a:lnSpc>
              <a:spcBef>
                <a:spcPct val="20000"/>
              </a:spcBef>
            </a:pPr>
            <a:r>
              <a:rPr lang="en-US" sz="2000">
                <a:solidFill>
                  <a:schemeClr val="folHlink"/>
                </a:solidFill>
                <a:latin typeface="Courier New" charset="0"/>
                <a:cs typeface="Courier New" charset="0"/>
              </a:rPr>
              <a:t>class Bakery implements Lock {</a:t>
            </a:r>
          </a:p>
          <a:p>
            <a:pPr marL="231775" indent="-231775" eaLnBrk="0" hangingPunct="0">
              <a:lnSpc>
                <a:spcPct val="80000"/>
              </a:lnSpc>
              <a:spcBef>
                <a:spcPct val="20000"/>
              </a:spcBef>
            </a:pPr>
            <a:r>
              <a:rPr lang="en-US" sz="2000">
                <a:solidFill>
                  <a:schemeClr val="folHlink"/>
                </a:solidFill>
                <a:latin typeface="Courier New" charset="0"/>
                <a:cs typeface="Courier New" charset="0"/>
              </a:rPr>
              <a:t>  …</a:t>
            </a:r>
          </a:p>
          <a:p>
            <a:pPr marL="231775" indent="-231775" eaLnBrk="0" hangingPunct="0">
              <a:lnSpc>
                <a:spcPct val="80000"/>
              </a:lnSpc>
              <a:spcBef>
                <a:spcPct val="20000"/>
              </a:spcBef>
            </a:pPr>
            <a:r>
              <a:rPr lang="en-US" sz="2000">
                <a:solidFill>
                  <a:schemeClr val="folHlink"/>
                </a:solidFill>
                <a:latin typeface="Courier New" charset="0"/>
                <a:cs typeface="Courier New" charset="0"/>
              </a:rPr>
              <a:t> public void lock() {  </a:t>
            </a:r>
          </a:p>
          <a:p>
            <a:pPr marL="231775" indent="-231775" eaLnBrk="0" hangingPunct="0">
              <a:lnSpc>
                <a:spcPct val="80000"/>
              </a:lnSpc>
              <a:spcBef>
                <a:spcPct val="20000"/>
              </a:spcBef>
            </a:pPr>
            <a:r>
              <a:rPr lang="en-US" sz="2000">
                <a:solidFill>
                  <a:schemeClr val="folHlink"/>
                </a:solidFill>
                <a:latin typeface="Courier New" charset="0"/>
                <a:cs typeface="Courier New" charset="0"/>
              </a:rPr>
              <a:t>  flag[i]  = true;</a:t>
            </a:r>
            <a:r>
              <a:rPr lang="en-US" sz="2000">
                <a:solidFill>
                  <a:srgbClr val="000000"/>
                </a:solidFill>
                <a:latin typeface="Courier New" charset="0"/>
                <a:cs typeface="Courier New" charset="0"/>
              </a:rPr>
              <a:t>  </a:t>
            </a:r>
            <a:endParaRPr lang="en-US" sz="2000">
              <a:solidFill>
                <a:srgbClr val="FF0000"/>
              </a:solidFill>
              <a:latin typeface="Courier New" charset="0"/>
              <a:cs typeface="Courier New" charset="0"/>
            </a:endParaRPr>
          </a:p>
          <a:p>
            <a:pPr marL="231775" indent="-231775" eaLnBrk="0" hangingPunct="0">
              <a:lnSpc>
                <a:spcPct val="80000"/>
              </a:lnSpc>
              <a:spcBef>
                <a:spcPct val="20000"/>
              </a:spcBef>
            </a:pPr>
            <a:r>
              <a:rPr lang="en-US" sz="2000">
                <a:solidFill>
                  <a:srgbClr val="FF0000"/>
                </a:solidFill>
                <a:latin typeface="Courier New" charset="0"/>
                <a:cs typeface="Courier New" charset="0"/>
              </a:rPr>
              <a:t>  </a:t>
            </a:r>
            <a:r>
              <a:rPr lang="en-US" sz="2000">
                <a:solidFill>
                  <a:schemeClr val="accent2"/>
                </a:solidFill>
                <a:latin typeface="Courier New" charset="0"/>
                <a:cs typeface="Courier New" charset="0"/>
              </a:rPr>
              <a:t>label[i] = </a:t>
            </a:r>
            <a:r>
              <a:rPr lang="en-US" sz="2000">
                <a:solidFill>
                  <a:schemeClr val="tx1"/>
                </a:solidFill>
                <a:latin typeface="Courier New" charset="0"/>
                <a:cs typeface="Courier New" charset="0"/>
              </a:rPr>
              <a:t>max</a:t>
            </a:r>
            <a:r>
              <a:rPr lang="en-US" sz="2000">
                <a:solidFill>
                  <a:schemeClr val="accent2"/>
                </a:solidFill>
                <a:latin typeface="Courier New" charset="0"/>
                <a:cs typeface="Courier New" charset="0"/>
              </a:rPr>
              <a:t>(label[0], …,label[n-1])+1;</a:t>
            </a:r>
          </a:p>
          <a:p>
            <a:pPr marL="231775" indent="-231775" eaLnBrk="0" hangingPunct="0">
              <a:lnSpc>
                <a:spcPct val="80000"/>
              </a:lnSpc>
              <a:spcBef>
                <a:spcPct val="20000"/>
              </a:spcBef>
            </a:pPr>
            <a:r>
              <a:rPr lang="en-US" sz="2000">
                <a:solidFill>
                  <a:schemeClr val="accent2"/>
                </a:solidFill>
                <a:latin typeface="Courier New" charset="0"/>
                <a:cs typeface="Courier New" charset="0"/>
              </a:rPr>
              <a:t>  </a:t>
            </a:r>
            <a:r>
              <a:rPr lang="en-US" sz="2000">
                <a:solidFill>
                  <a:schemeClr val="folHlink"/>
                </a:solidFill>
                <a:latin typeface="Courier New" charset="0"/>
                <a:cs typeface="Courier New" charset="0"/>
              </a:rPr>
              <a:t>while (</a:t>
            </a:r>
            <a:r>
              <a:rPr lang="en-US" sz="2800">
                <a:solidFill>
                  <a:schemeClr val="folHlink"/>
                </a:solidFill>
                <a:latin typeface="Symbol" charset="0"/>
              </a:rPr>
              <a:t>$</a:t>
            </a:r>
            <a:r>
              <a:rPr lang="en-US" sz="2000">
                <a:solidFill>
                  <a:schemeClr val="folHlink"/>
                </a:solidFill>
                <a:latin typeface="Courier New" charset="0"/>
              </a:rPr>
              <a:t>k flag[k]</a:t>
            </a:r>
          </a:p>
          <a:p>
            <a:pPr marL="231775" indent="-231775" eaLnBrk="0" hangingPunct="0">
              <a:lnSpc>
                <a:spcPct val="80000"/>
              </a:lnSpc>
              <a:spcBef>
                <a:spcPct val="20000"/>
              </a:spcBef>
            </a:pPr>
            <a:r>
              <a:rPr lang="en-US" sz="2000">
                <a:solidFill>
                  <a:schemeClr val="folHlink"/>
                </a:solidFill>
                <a:latin typeface="Courier New" charset="0"/>
              </a:rPr>
              <a:t>           &amp;&amp; (label[i],i) &gt; (label[k],k));</a:t>
            </a:r>
            <a:endParaRPr lang="en-US" sz="2000">
              <a:solidFill>
                <a:schemeClr val="folHlink"/>
              </a:solidFill>
              <a:latin typeface="Courier New" charset="0"/>
              <a:cs typeface="Courier New" charset="0"/>
            </a:endParaRPr>
          </a:p>
          <a:p>
            <a:pPr marL="231775" indent="-231775" eaLnBrk="0" hangingPunct="0">
              <a:lnSpc>
                <a:spcPct val="80000"/>
              </a:lnSpc>
              <a:spcBef>
                <a:spcPct val="20000"/>
              </a:spcBef>
            </a:pPr>
            <a:r>
              <a:rPr lang="en-US" sz="2000">
                <a:solidFill>
                  <a:schemeClr val="folHlink"/>
                </a:solidFill>
                <a:latin typeface="Courier New" charset="0"/>
                <a:cs typeface="Courier New" charset="0"/>
              </a:rPr>
              <a:t> }</a:t>
            </a:r>
          </a:p>
        </p:txBody>
      </p:sp>
      <p:pic>
        <p:nvPicPr>
          <p:cNvPr id="253958" name="Picture 5"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11425" y="1925638"/>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3959" name="AutoShape 6"/>
          <p:cNvSpPr>
            <a:spLocks noChangeArrowheads="1"/>
          </p:cNvSpPr>
          <p:nvPr/>
        </p:nvSpPr>
        <p:spPr bwMode="auto">
          <a:xfrm>
            <a:off x="1417638" y="2841625"/>
            <a:ext cx="6442075" cy="465138"/>
          </a:xfrm>
          <a:prstGeom prst="wedgeRoundRectCallout">
            <a:avLst>
              <a:gd name="adj1" fmla="val 31690"/>
              <a:gd name="adj2" fmla="val -125083"/>
              <a:gd name="adj3" fmla="val 16667"/>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eaLnBrk="0" hangingPunct="0"/>
            <a:endParaRPr lang="en-US" sz="2800" b="0">
              <a:solidFill>
                <a:srgbClr val="FF0000"/>
              </a:solidFill>
              <a:latin typeface="Arial" charset="0"/>
            </a:endParaRPr>
          </a:p>
        </p:txBody>
      </p:sp>
      <p:sp>
        <p:nvSpPr>
          <p:cNvPr id="253960" name="Text Box 7"/>
          <p:cNvSpPr txBox="1">
            <a:spLocks noChangeArrowheads="1"/>
          </p:cNvSpPr>
          <p:nvPr/>
        </p:nvSpPr>
        <p:spPr bwMode="auto">
          <a:xfrm>
            <a:off x="5334000" y="1571625"/>
            <a:ext cx="38100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ctr"/>
            <a:r>
              <a:rPr lang="en-US" sz="2800">
                <a:solidFill>
                  <a:srgbClr val="FF0000"/>
                </a:solidFill>
                <a:latin typeface="Arial" charset="0"/>
              </a:rPr>
              <a:t>Mutex breaks if </a:t>
            </a:r>
            <a:r>
              <a:rPr lang="en-US" sz="2800">
                <a:solidFill>
                  <a:srgbClr val="FF0000"/>
                </a:solidFill>
                <a:latin typeface="Courier New" charset="0"/>
              </a:rPr>
              <a:t>label[i]</a:t>
            </a:r>
            <a:r>
              <a:rPr lang="en-US" sz="2800">
                <a:solidFill>
                  <a:srgbClr val="FF0000"/>
                </a:solidFill>
                <a:latin typeface="Arial" charset="0"/>
              </a:rPr>
              <a:t> overflows</a:t>
            </a:r>
          </a:p>
        </p:txBody>
      </p:sp>
    </p:spTree>
  </p:cSld>
  <p:clrMapOvr>
    <a:masterClrMapping/>
  </p:clrMapOvr>
  <p:transition spd="slow"/>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1"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256002"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3EF67D3A-42A0-7A4B-B6B6-2CFA80436683}" type="slidenum">
              <a:rPr lang="ar-SA" sz="1400" b="0">
                <a:solidFill>
                  <a:schemeClr val="tx1"/>
                </a:solidFill>
                <a:latin typeface="Arial" charset="0"/>
                <a:cs typeface="Arial" charset="0"/>
              </a:rPr>
              <a:pPr/>
              <a:t>101</a:t>
            </a:fld>
            <a:endParaRPr lang="en-US" sz="1400" b="0">
              <a:solidFill>
                <a:schemeClr val="tx1"/>
              </a:solidFill>
              <a:latin typeface="Arial" charset="0"/>
              <a:cs typeface="Arial" charset="0"/>
            </a:endParaRPr>
          </a:p>
        </p:txBody>
      </p:sp>
      <p:pic>
        <p:nvPicPr>
          <p:cNvPr id="256003" name="Picture 4"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04" name="Rectangle 2"/>
          <p:cNvSpPr>
            <a:spLocks noGrp="1" noChangeArrowheads="1"/>
          </p:cNvSpPr>
          <p:nvPr>
            <p:ph type="title"/>
          </p:nvPr>
        </p:nvSpPr>
        <p:spPr/>
        <p:txBody>
          <a:bodyPr/>
          <a:lstStyle/>
          <a:p>
            <a:r>
              <a:rPr lang="en-US" sz="4000">
                <a:latin typeface="Arial" charset="0"/>
              </a:rPr>
              <a:t>Does Overflow Actually Matter?</a:t>
            </a:r>
          </a:p>
        </p:txBody>
      </p:sp>
      <p:sp>
        <p:nvSpPr>
          <p:cNvPr id="256005" name="Rectangle 3"/>
          <p:cNvSpPr>
            <a:spLocks noGrp="1" noChangeArrowheads="1"/>
          </p:cNvSpPr>
          <p:nvPr>
            <p:ph type="body" idx="1"/>
          </p:nvPr>
        </p:nvSpPr>
        <p:spPr/>
        <p:txBody>
          <a:bodyPr/>
          <a:lstStyle/>
          <a:p>
            <a:pPr>
              <a:lnSpc>
                <a:spcPct val="90000"/>
              </a:lnSpc>
            </a:pPr>
            <a:r>
              <a:rPr lang="en-US">
                <a:latin typeface="Arial" charset="0"/>
              </a:rPr>
              <a:t>Yes</a:t>
            </a:r>
          </a:p>
          <a:p>
            <a:pPr lvl="1">
              <a:lnSpc>
                <a:spcPct val="90000"/>
              </a:lnSpc>
            </a:pPr>
            <a:r>
              <a:rPr lang="en-US">
                <a:latin typeface="Arial" charset="0"/>
                <a:cs typeface="Arial" charset="0"/>
              </a:rPr>
              <a:t>Y2K</a:t>
            </a:r>
          </a:p>
          <a:p>
            <a:pPr lvl="1">
              <a:lnSpc>
                <a:spcPct val="90000"/>
              </a:lnSpc>
            </a:pPr>
            <a:r>
              <a:rPr lang="en-US">
                <a:latin typeface="Arial" charset="0"/>
                <a:cs typeface="Arial" charset="0"/>
              </a:rPr>
              <a:t>18 January 2038 (Unix </a:t>
            </a:r>
            <a:r>
              <a:rPr lang="en-US" b="1">
                <a:solidFill>
                  <a:schemeClr val="tx1"/>
                </a:solidFill>
                <a:latin typeface="Courier New" charset="0"/>
                <a:cs typeface="Arial" charset="0"/>
              </a:rPr>
              <a:t>time_t</a:t>
            </a:r>
            <a:r>
              <a:rPr lang="en-US">
                <a:latin typeface="Arial" charset="0"/>
                <a:cs typeface="Arial" charset="0"/>
              </a:rPr>
              <a:t> rollover)</a:t>
            </a:r>
          </a:p>
          <a:p>
            <a:pPr lvl="1">
              <a:lnSpc>
                <a:spcPct val="90000"/>
              </a:lnSpc>
            </a:pPr>
            <a:r>
              <a:rPr lang="en-US">
                <a:latin typeface="Arial" charset="0"/>
                <a:cs typeface="Arial" charset="0"/>
              </a:rPr>
              <a:t>16-bit counters</a:t>
            </a:r>
          </a:p>
          <a:p>
            <a:pPr>
              <a:lnSpc>
                <a:spcPct val="90000"/>
              </a:lnSpc>
            </a:pPr>
            <a:r>
              <a:rPr lang="en-US">
                <a:latin typeface="Arial" charset="0"/>
              </a:rPr>
              <a:t>No</a:t>
            </a:r>
          </a:p>
          <a:p>
            <a:pPr lvl="1">
              <a:lnSpc>
                <a:spcPct val="90000"/>
              </a:lnSpc>
            </a:pPr>
            <a:r>
              <a:rPr lang="en-US">
                <a:latin typeface="Arial" charset="0"/>
                <a:cs typeface="Arial" charset="0"/>
              </a:rPr>
              <a:t>64-bit counters</a:t>
            </a:r>
          </a:p>
          <a:p>
            <a:pPr>
              <a:lnSpc>
                <a:spcPct val="90000"/>
              </a:lnSpc>
            </a:pPr>
            <a:r>
              <a:rPr lang="en-US">
                <a:latin typeface="Arial" charset="0"/>
              </a:rPr>
              <a:t>Maybe</a:t>
            </a:r>
          </a:p>
          <a:p>
            <a:pPr lvl="1">
              <a:lnSpc>
                <a:spcPct val="90000"/>
              </a:lnSpc>
            </a:pPr>
            <a:r>
              <a:rPr lang="en-US">
                <a:latin typeface="Arial" charset="0"/>
                <a:cs typeface="Arial" charset="0"/>
              </a:rPr>
              <a:t>32-bit counters</a:t>
            </a:r>
          </a:p>
        </p:txBody>
      </p:sp>
    </p:spTree>
  </p:cSld>
  <p:clrMapOvr>
    <a:masterClrMapping/>
  </p:clrMapOvr>
  <p:transition spd="slow"/>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09"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299010"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C7D4BC0D-8DAC-314E-BDC5-369475E67DFC}" type="slidenum">
              <a:rPr lang="ar-SA" sz="1400" b="0">
                <a:solidFill>
                  <a:schemeClr val="tx1"/>
                </a:solidFill>
                <a:latin typeface="Arial" charset="0"/>
                <a:cs typeface="Arial" charset="0"/>
              </a:rPr>
              <a:pPr/>
              <a:t>102</a:t>
            </a:fld>
            <a:endParaRPr lang="en-US" sz="1400" b="0">
              <a:solidFill>
                <a:schemeClr val="tx1"/>
              </a:solidFill>
              <a:latin typeface="Arial" charset="0"/>
              <a:cs typeface="Arial" charset="0"/>
            </a:endParaRPr>
          </a:p>
        </p:txBody>
      </p:sp>
      <p:pic>
        <p:nvPicPr>
          <p:cNvPr id="299011" name="Picture 4" descr="magic"/>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9012" name="Rectangle 2"/>
          <p:cNvSpPr>
            <a:spLocks noGrp="1" noChangeArrowheads="1"/>
          </p:cNvSpPr>
          <p:nvPr>
            <p:ph type="title"/>
          </p:nvPr>
        </p:nvSpPr>
        <p:spPr/>
        <p:txBody>
          <a:bodyPr/>
          <a:lstStyle/>
          <a:p>
            <a:r>
              <a:rPr lang="en-US">
                <a:latin typeface="Arial" charset="0"/>
              </a:rPr>
              <a:t>Deep Philosophical Question</a:t>
            </a:r>
          </a:p>
        </p:txBody>
      </p:sp>
      <p:sp>
        <p:nvSpPr>
          <p:cNvPr id="299013" name="Rectangle 3"/>
          <p:cNvSpPr>
            <a:spLocks noGrp="1" noChangeArrowheads="1"/>
          </p:cNvSpPr>
          <p:nvPr>
            <p:ph type="body" idx="1"/>
          </p:nvPr>
        </p:nvSpPr>
        <p:spPr/>
        <p:txBody>
          <a:bodyPr/>
          <a:lstStyle/>
          <a:p>
            <a:r>
              <a:rPr lang="en-US" dirty="0">
                <a:latin typeface="Arial" charset="0"/>
              </a:rPr>
              <a:t>The Bakery Algorithm is</a:t>
            </a:r>
          </a:p>
          <a:p>
            <a:pPr lvl="1"/>
            <a:r>
              <a:rPr lang="en-US" dirty="0">
                <a:latin typeface="Arial" charset="0"/>
                <a:cs typeface="Arial" charset="0"/>
              </a:rPr>
              <a:t>Succinct,</a:t>
            </a:r>
          </a:p>
          <a:p>
            <a:pPr lvl="1"/>
            <a:r>
              <a:rPr lang="en-US" dirty="0">
                <a:latin typeface="Arial" charset="0"/>
                <a:cs typeface="Arial" charset="0"/>
              </a:rPr>
              <a:t>Elegant, and</a:t>
            </a:r>
          </a:p>
          <a:p>
            <a:pPr lvl="1"/>
            <a:r>
              <a:rPr lang="en-US" dirty="0">
                <a:latin typeface="Arial" charset="0"/>
                <a:cs typeface="Arial" charset="0"/>
              </a:rPr>
              <a:t>Fair.</a:t>
            </a:r>
          </a:p>
          <a:p>
            <a:r>
              <a:rPr lang="en-US" dirty="0">
                <a:latin typeface="Arial" charset="0"/>
              </a:rPr>
              <a:t>Q: So why </a:t>
            </a:r>
            <a:r>
              <a:rPr lang="en-US" dirty="0" err="1">
                <a:latin typeface="Arial" charset="0"/>
              </a:rPr>
              <a:t>isn</a:t>
            </a:r>
            <a:r>
              <a:rPr lang="fr-FR" altLang="ja-JP" dirty="0">
                <a:latin typeface="Arial" charset="0"/>
              </a:rPr>
              <a:t>'</a:t>
            </a:r>
            <a:r>
              <a:rPr lang="en-US" altLang="ja-JP" dirty="0">
                <a:latin typeface="Arial" charset="0"/>
              </a:rPr>
              <a:t>t it practical?</a:t>
            </a:r>
          </a:p>
          <a:p>
            <a:r>
              <a:rPr lang="en-US" dirty="0">
                <a:latin typeface="Arial" charset="0"/>
              </a:rPr>
              <a:t>A: Well, you have to read </a:t>
            </a:r>
            <a:r>
              <a:rPr lang="en-US" dirty="0">
                <a:solidFill>
                  <a:schemeClr val="tx1"/>
                </a:solidFill>
                <a:latin typeface="Arial" charset="0"/>
              </a:rPr>
              <a:t>N</a:t>
            </a:r>
            <a:r>
              <a:rPr lang="en-US" dirty="0">
                <a:latin typeface="Arial" charset="0"/>
              </a:rPr>
              <a:t> distinct variables</a:t>
            </a:r>
          </a:p>
        </p:txBody>
      </p:sp>
    </p:spTree>
  </p:cSld>
  <p:clrMapOvr>
    <a:masterClrMapping/>
  </p:clrMapOvr>
  <p:transition spd="slow"/>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7"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301058"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C1A0FC9B-0626-3540-8D5B-93D4143BBA98}" type="slidenum">
              <a:rPr lang="ar-SA" sz="1400" b="0">
                <a:solidFill>
                  <a:schemeClr val="tx1"/>
                </a:solidFill>
                <a:latin typeface="Arial" charset="0"/>
                <a:cs typeface="Arial" charset="0"/>
              </a:rPr>
              <a:pPr/>
              <a:t>103</a:t>
            </a:fld>
            <a:endParaRPr lang="en-US" sz="1400" b="0">
              <a:solidFill>
                <a:schemeClr val="tx1"/>
              </a:solidFill>
              <a:latin typeface="Arial" charset="0"/>
              <a:cs typeface="Arial" charset="0"/>
            </a:endParaRPr>
          </a:p>
        </p:txBody>
      </p:sp>
      <p:sp>
        <p:nvSpPr>
          <p:cNvPr id="301059" name="Rectangle 2"/>
          <p:cNvSpPr>
            <a:spLocks noGrp="1" noChangeArrowheads="1"/>
          </p:cNvSpPr>
          <p:nvPr>
            <p:ph type="title"/>
          </p:nvPr>
        </p:nvSpPr>
        <p:spPr/>
        <p:txBody>
          <a:bodyPr/>
          <a:lstStyle/>
          <a:p>
            <a:r>
              <a:rPr lang="en-US">
                <a:latin typeface="Arial" charset="0"/>
              </a:rPr>
              <a:t>Shared Memory</a:t>
            </a:r>
          </a:p>
        </p:txBody>
      </p:sp>
      <p:sp>
        <p:nvSpPr>
          <p:cNvPr id="301060" name="Rectangle 3"/>
          <p:cNvSpPr>
            <a:spLocks noGrp="1" noChangeArrowheads="1"/>
          </p:cNvSpPr>
          <p:nvPr>
            <p:ph type="body" idx="1"/>
          </p:nvPr>
        </p:nvSpPr>
        <p:spPr/>
        <p:txBody>
          <a:bodyPr/>
          <a:lstStyle/>
          <a:p>
            <a:r>
              <a:rPr lang="en-US" dirty="0">
                <a:latin typeface="Arial" charset="0"/>
              </a:rPr>
              <a:t>Shared read/write memory locations  called </a:t>
            </a:r>
            <a:r>
              <a:rPr lang="en-US" i="1" dirty="0">
                <a:solidFill>
                  <a:schemeClr val="tx1"/>
                </a:solidFill>
                <a:latin typeface="Arial" charset="0"/>
              </a:rPr>
              <a:t>Registers</a:t>
            </a:r>
            <a:r>
              <a:rPr lang="en-US" dirty="0">
                <a:solidFill>
                  <a:schemeClr val="tx1"/>
                </a:solidFill>
                <a:latin typeface="Arial" charset="0"/>
              </a:rPr>
              <a:t> </a:t>
            </a:r>
            <a:r>
              <a:rPr lang="en-US" dirty="0">
                <a:latin typeface="Arial" charset="0"/>
              </a:rPr>
              <a:t>(historical reasons)</a:t>
            </a:r>
            <a:r>
              <a:rPr lang="en-US" dirty="0">
                <a:solidFill>
                  <a:srgbClr val="3366FF"/>
                </a:solidFill>
                <a:latin typeface="Arial" charset="0"/>
              </a:rPr>
              <a:t> </a:t>
            </a:r>
          </a:p>
          <a:p>
            <a:r>
              <a:rPr lang="en-US" dirty="0">
                <a:latin typeface="Arial" charset="0"/>
              </a:rPr>
              <a:t>Come in different flavors</a:t>
            </a:r>
          </a:p>
          <a:p>
            <a:pPr lvl="1"/>
            <a:r>
              <a:rPr lang="en-US" dirty="0">
                <a:latin typeface="Arial" charset="0"/>
                <a:cs typeface="Arial" charset="0"/>
              </a:rPr>
              <a:t>Multi-Reader-Single-Writer (</a:t>
            </a:r>
            <a:r>
              <a:rPr lang="en-US" b="1" dirty="0">
                <a:solidFill>
                  <a:schemeClr val="tx1"/>
                </a:solidFill>
                <a:latin typeface="Courier New" charset="0"/>
                <a:cs typeface="Arial" charset="0"/>
              </a:rPr>
              <a:t>flag[]</a:t>
            </a:r>
            <a:r>
              <a:rPr lang="en-US" dirty="0">
                <a:solidFill>
                  <a:schemeClr val="accent2"/>
                </a:solidFill>
                <a:latin typeface="Arial" charset="0"/>
                <a:cs typeface="Arial" charset="0"/>
              </a:rPr>
              <a:t>)</a:t>
            </a:r>
          </a:p>
          <a:p>
            <a:pPr lvl="1"/>
            <a:r>
              <a:rPr lang="en-US" dirty="0">
                <a:latin typeface="Arial" charset="0"/>
                <a:cs typeface="Arial" charset="0"/>
              </a:rPr>
              <a:t>Multi-Reader-Multi-Writer (</a:t>
            </a:r>
            <a:r>
              <a:rPr lang="en-US" b="1" dirty="0">
                <a:solidFill>
                  <a:schemeClr val="tx2"/>
                </a:solidFill>
                <a:latin typeface="Courier New" pitchFamily="49" charset="0"/>
                <a:cs typeface="Courier New" pitchFamily="49" charset="0"/>
              </a:rPr>
              <a:t>victim</a:t>
            </a:r>
            <a:r>
              <a:rPr lang="en-US" b="1" dirty="0">
                <a:solidFill>
                  <a:schemeClr val="tx2"/>
                </a:solidFill>
                <a:latin typeface="Courier New" charset="0"/>
                <a:cs typeface="Arial" charset="0"/>
              </a:rPr>
              <a:t>[]</a:t>
            </a:r>
            <a:r>
              <a:rPr lang="en-US" dirty="0">
                <a:latin typeface="Arial" charset="0"/>
                <a:cs typeface="Arial" charset="0"/>
              </a:rPr>
              <a:t>)</a:t>
            </a:r>
          </a:p>
          <a:p>
            <a:pPr lvl="1"/>
            <a:r>
              <a:rPr lang="en-US" dirty="0">
                <a:latin typeface="Arial" charset="0"/>
                <a:cs typeface="Arial" charset="0"/>
              </a:rPr>
              <a:t>Not that interesting: SRMW and SRSW</a:t>
            </a:r>
          </a:p>
          <a:p>
            <a:pPr lvl="1"/>
            <a:endParaRPr lang="en-US" dirty="0">
              <a:latin typeface="Arial" charset="0"/>
              <a:cs typeface="Arial" charset="0"/>
            </a:endParaRPr>
          </a:p>
        </p:txBody>
      </p:sp>
    </p:spTree>
  </p:cSld>
  <p:clrMapOvr>
    <a:masterClrMapping/>
  </p:clrMapOvr>
  <p:transition spd="slow"/>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5"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303106"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BD27A25F-FA3A-0D46-B72E-F04E161A3511}" type="slidenum">
              <a:rPr lang="ar-SA" sz="1400" b="0">
                <a:solidFill>
                  <a:schemeClr val="tx1"/>
                </a:solidFill>
                <a:latin typeface="Arial" charset="0"/>
                <a:cs typeface="Arial" charset="0"/>
              </a:rPr>
              <a:pPr/>
              <a:t>104</a:t>
            </a:fld>
            <a:endParaRPr lang="en-US" sz="1400" b="0">
              <a:solidFill>
                <a:schemeClr val="tx1"/>
              </a:solidFill>
              <a:latin typeface="Arial" charset="0"/>
              <a:cs typeface="Arial" charset="0"/>
            </a:endParaRPr>
          </a:p>
        </p:txBody>
      </p:sp>
      <p:sp>
        <p:nvSpPr>
          <p:cNvPr id="303107" name="Rectangle 2"/>
          <p:cNvSpPr>
            <a:spLocks noGrp="1" noChangeArrowheads="1"/>
          </p:cNvSpPr>
          <p:nvPr>
            <p:ph type="title"/>
          </p:nvPr>
        </p:nvSpPr>
        <p:spPr>
          <a:xfrm>
            <a:off x="685800" y="304800"/>
            <a:ext cx="7772400" cy="1143000"/>
          </a:xfrm>
        </p:spPr>
        <p:txBody>
          <a:bodyPr/>
          <a:lstStyle/>
          <a:p>
            <a:r>
              <a:rPr lang="en-US" sz="4000">
                <a:latin typeface="Arial" charset="0"/>
              </a:rPr>
              <a:t>Theorem</a:t>
            </a:r>
          </a:p>
        </p:txBody>
      </p:sp>
      <p:sp>
        <p:nvSpPr>
          <p:cNvPr id="303108" name="Text Box 3"/>
          <p:cNvSpPr txBox="1">
            <a:spLocks noChangeArrowheads="1"/>
          </p:cNvSpPr>
          <p:nvPr/>
        </p:nvSpPr>
        <p:spPr bwMode="auto">
          <a:xfrm>
            <a:off x="1004888" y="1538288"/>
            <a:ext cx="7265987" cy="2554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eaLnBrk="1" hangingPunct="1"/>
            <a:r>
              <a:rPr lang="en-US" sz="3200" b="0" dirty="0">
                <a:solidFill>
                  <a:schemeClr val="accent2"/>
                </a:solidFill>
                <a:latin typeface="Arial" charset="0"/>
              </a:rPr>
              <a:t>At least </a:t>
            </a:r>
            <a:r>
              <a:rPr lang="en-US" sz="3200" b="0" dirty="0">
                <a:solidFill>
                  <a:schemeClr val="tx1"/>
                </a:solidFill>
                <a:latin typeface="Arial" charset="0"/>
              </a:rPr>
              <a:t>N</a:t>
            </a:r>
            <a:r>
              <a:rPr lang="en-US" sz="3200" b="0" dirty="0">
                <a:solidFill>
                  <a:schemeClr val="accent2"/>
                </a:solidFill>
                <a:latin typeface="Arial" charset="0"/>
              </a:rPr>
              <a:t> MRSW (multi-reader/single-writer) registers are needed to solve deadlock-free mutual exclusion.</a:t>
            </a:r>
            <a:r>
              <a:rPr lang="en-US" sz="3200" b="0" dirty="0">
                <a:solidFill>
                  <a:schemeClr val="tx1"/>
                </a:solidFill>
                <a:latin typeface="Arial" charset="0"/>
              </a:rPr>
              <a:t> </a:t>
            </a:r>
          </a:p>
          <a:p>
            <a:pPr eaLnBrk="1" hangingPunct="1"/>
            <a:endParaRPr lang="en-US" sz="3200" b="0" dirty="0">
              <a:solidFill>
                <a:schemeClr val="tx1"/>
              </a:solidFill>
              <a:latin typeface="Arial" charset="0"/>
            </a:endParaRPr>
          </a:p>
          <a:p>
            <a:pPr eaLnBrk="1" hangingPunct="1"/>
            <a:r>
              <a:rPr lang="en-US" sz="3200" b="0" dirty="0">
                <a:solidFill>
                  <a:schemeClr val="tx1"/>
                </a:solidFill>
                <a:latin typeface="Arial" charset="0"/>
              </a:rPr>
              <a:t>N</a:t>
            </a:r>
            <a:r>
              <a:rPr lang="en-US" sz="3200" b="0" dirty="0">
                <a:solidFill>
                  <a:schemeClr val="accent2"/>
                </a:solidFill>
                <a:latin typeface="Arial" charset="0"/>
              </a:rPr>
              <a:t> registers such as </a:t>
            </a:r>
            <a:r>
              <a:rPr lang="en-US" sz="3200" dirty="0">
                <a:solidFill>
                  <a:schemeClr val="tx2"/>
                </a:solidFill>
                <a:latin typeface="Courier New" pitchFamily="49" charset="0"/>
                <a:cs typeface="Courier New" pitchFamily="49" charset="0"/>
              </a:rPr>
              <a:t>flag[]</a:t>
            </a:r>
            <a:r>
              <a:rPr lang="en-US" sz="3200" b="0" dirty="0">
                <a:solidFill>
                  <a:schemeClr val="accent2"/>
                </a:solidFill>
                <a:latin typeface="Arial" charset="0"/>
              </a:rPr>
              <a:t>…</a:t>
            </a:r>
          </a:p>
        </p:txBody>
      </p:sp>
    </p:spTree>
  </p:cSld>
  <p:clrMapOvr>
    <a:masterClrMapping/>
  </p:clrMapOvr>
  <p:transition spd="slow"/>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3"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346114"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5608D785-4BC4-5444-BA91-EAEEFC2912FF}" type="slidenum">
              <a:rPr lang="ar-SA" sz="1400" b="0">
                <a:solidFill>
                  <a:schemeClr val="tx1"/>
                </a:solidFill>
                <a:latin typeface="Arial" charset="0"/>
                <a:cs typeface="Arial" charset="0"/>
              </a:rPr>
              <a:pPr/>
              <a:t>105</a:t>
            </a:fld>
            <a:endParaRPr lang="en-US" sz="1400" b="0">
              <a:solidFill>
                <a:schemeClr val="tx1"/>
              </a:solidFill>
              <a:latin typeface="Arial" charset="0"/>
              <a:cs typeface="Arial" charset="0"/>
            </a:endParaRPr>
          </a:p>
        </p:txBody>
      </p:sp>
      <p:sp>
        <p:nvSpPr>
          <p:cNvPr id="346115" name="Rectangle 2"/>
          <p:cNvSpPr>
            <a:spLocks noGrp="1" noChangeArrowheads="1"/>
          </p:cNvSpPr>
          <p:nvPr>
            <p:ph type="title"/>
          </p:nvPr>
        </p:nvSpPr>
        <p:spPr/>
        <p:txBody>
          <a:bodyPr/>
          <a:lstStyle/>
          <a:p>
            <a:r>
              <a:rPr lang="en-US">
                <a:latin typeface="Arial" charset="0"/>
              </a:rPr>
              <a:t>Summary of Lecture</a:t>
            </a:r>
          </a:p>
        </p:txBody>
      </p:sp>
      <p:sp>
        <p:nvSpPr>
          <p:cNvPr id="346116" name="Rectangle 3"/>
          <p:cNvSpPr>
            <a:spLocks noGrp="1" noChangeArrowheads="1"/>
          </p:cNvSpPr>
          <p:nvPr>
            <p:ph type="body" idx="1"/>
          </p:nvPr>
        </p:nvSpPr>
        <p:spPr/>
        <p:txBody>
          <a:bodyPr/>
          <a:lstStyle/>
          <a:p>
            <a:r>
              <a:rPr lang="en-US" dirty="0">
                <a:solidFill>
                  <a:schemeClr val="accent2"/>
                </a:solidFill>
                <a:latin typeface="Arial" charset="0"/>
              </a:rPr>
              <a:t>In the 1960</a:t>
            </a:r>
            <a:r>
              <a:rPr lang="fr-FR" altLang="ja-JP" dirty="0">
                <a:solidFill>
                  <a:schemeClr val="accent2"/>
                </a:solidFill>
                <a:latin typeface="Arial" charset="0"/>
              </a:rPr>
              <a:t>'</a:t>
            </a:r>
            <a:r>
              <a:rPr lang="en-US" altLang="ja-JP" dirty="0">
                <a:solidFill>
                  <a:schemeClr val="accent2"/>
                </a:solidFill>
                <a:latin typeface="Arial" charset="0"/>
              </a:rPr>
              <a:t>s several</a:t>
            </a:r>
            <a:r>
              <a:rPr lang="en-US" altLang="ja-JP" dirty="0">
                <a:solidFill>
                  <a:srgbClr val="FF3300"/>
                </a:solidFill>
                <a:latin typeface="Arial" charset="0"/>
              </a:rPr>
              <a:t> incorrect</a:t>
            </a:r>
            <a:r>
              <a:rPr lang="en-US" altLang="ja-JP" dirty="0">
                <a:solidFill>
                  <a:schemeClr val="accent2"/>
                </a:solidFill>
                <a:latin typeface="Arial" charset="0"/>
              </a:rPr>
              <a:t> solutions to starvation-free mutual exclusion using RW-registers were published…</a:t>
            </a:r>
          </a:p>
          <a:p>
            <a:r>
              <a:rPr lang="en-US" dirty="0">
                <a:solidFill>
                  <a:schemeClr val="accent2"/>
                </a:solidFill>
                <a:latin typeface="Arial" charset="0"/>
              </a:rPr>
              <a:t>Today we know how to solve FIFO </a:t>
            </a:r>
            <a:r>
              <a:rPr lang="en-US" dirty="0">
                <a:solidFill>
                  <a:schemeClr val="tx1"/>
                </a:solidFill>
                <a:latin typeface="Arial" charset="0"/>
              </a:rPr>
              <a:t>N</a:t>
            </a:r>
            <a:r>
              <a:rPr lang="en-US" dirty="0">
                <a:solidFill>
                  <a:schemeClr val="accent2"/>
                </a:solidFill>
                <a:latin typeface="Arial" charset="0"/>
              </a:rPr>
              <a:t> thread mutual exclusion using </a:t>
            </a:r>
            <a:r>
              <a:rPr lang="en-US" dirty="0">
                <a:solidFill>
                  <a:schemeClr val="tx1"/>
                </a:solidFill>
                <a:latin typeface="Arial" charset="0"/>
              </a:rPr>
              <a:t>2N</a:t>
            </a:r>
            <a:r>
              <a:rPr lang="en-US" dirty="0">
                <a:solidFill>
                  <a:schemeClr val="accent2"/>
                </a:solidFill>
                <a:latin typeface="Arial" charset="0"/>
              </a:rPr>
              <a:t> RW-Registers </a:t>
            </a:r>
          </a:p>
          <a:p>
            <a:endParaRPr lang="en-US" dirty="0">
              <a:solidFill>
                <a:schemeClr val="accent2"/>
              </a:solidFill>
              <a:latin typeface="Arial" charset="0"/>
            </a:endParaRPr>
          </a:p>
        </p:txBody>
      </p:sp>
    </p:spTree>
  </p:cSld>
  <p:clrMapOvr>
    <a:masterClrMapping/>
  </p:clrMapOvr>
  <p:transition spd="slow"/>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61"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348162"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14992B2C-CBA4-CB4A-8E59-A28F02A9EC36}" type="slidenum">
              <a:rPr lang="ar-SA" sz="1400" b="0">
                <a:solidFill>
                  <a:schemeClr val="tx1"/>
                </a:solidFill>
                <a:latin typeface="Arial" charset="0"/>
                <a:cs typeface="Arial" charset="0"/>
              </a:rPr>
              <a:pPr/>
              <a:t>106</a:t>
            </a:fld>
            <a:endParaRPr lang="en-US" sz="1400" b="0">
              <a:solidFill>
                <a:schemeClr val="tx1"/>
              </a:solidFill>
              <a:latin typeface="Arial" charset="0"/>
              <a:cs typeface="Arial" charset="0"/>
            </a:endParaRPr>
          </a:p>
        </p:txBody>
      </p:sp>
      <p:sp>
        <p:nvSpPr>
          <p:cNvPr id="348163" name="Rectangle 2"/>
          <p:cNvSpPr>
            <a:spLocks noGrp="1" noChangeArrowheads="1"/>
          </p:cNvSpPr>
          <p:nvPr>
            <p:ph type="title"/>
          </p:nvPr>
        </p:nvSpPr>
        <p:spPr/>
        <p:txBody>
          <a:bodyPr/>
          <a:lstStyle/>
          <a:p>
            <a:r>
              <a:rPr lang="en-US">
                <a:latin typeface="Arial" charset="0"/>
              </a:rPr>
              <a:t>Summary of Lecture</a:t>
            </a:r>
          </a:p>
        </p:txBody>
      </p:sp>
      <p:sp>
        <p:nvSpPr>
          <p:cNvPr id="348164" name="Rectangle 3"/>
          <p:cNvSpPr>
            <a:spLocks noGrp="1" noChangeArrowheads="1"/>
          </p:cNvSpPr>
          <p:nvPr>
            <p:ph type="body" idx="1"/>
          </p:nvPr>
        </p:nvSpPr>
        <p:spPr/>
        <p:txBody>
          <a:bodyPr/>
          <a:lstStyle/>
          <a:p>
            <a:r>
              <a:rPr lang="en-US" dirty="0">
                <a:solidFill>
                  <a:schemeClr val="tx1"/>
                </a:solidFill>
                <a:latin typeface="Arial" charset="0"/>
              </a:rPr>
              <a:t>N</a:t>
            </a:r>
            <a:r>
              <a:rPr lang="en-US" dirty="0">
                <a:solidFill>
                  <a:schemeClr val="accent2"/>
                </a:solidFill>
                <a:latin typeface="Arial" charset="0"/>
              </a:rPr>
              <a:t> </a:t>
            </a:r>
            <a:r>
              <a:rPr lang="en-US" dirty="0">
                <a:latin typeface="Arial" charset="0"/>
              </a:rPr>
              <a:t>RW-Registers inefficient</a:t>
            </a:r>
          </a:p>
          <a:p>
            <a:pPr lvl="1"/>
            <a:r>
              <a:rPr lang="en-US" dirty="0">
                <a:latin typeface="Arial" charset="0"/>
                <a:cs typeface="Arial" charset="0"/>
              </a:rPr>
              <a:t> But mathematically required …</a:t>
            </a:r>
            <a:endParaRPr lang="en-US" altLang="ja-JP" dirty="0">
              <a:latin typeface="Arial" charset="0"/>
              <a:cs typeface="Arial" charset="0"/>
            </a:endParaRPr>
          </a:p>
          <a:p>
            <a:r>
              <a:rPr lang="en-US" dirty="0">
                <a:latin typeface="Arial" charset="0"/>
              </a:rPr>
              <a:t> Need stronger hardware operations </a:t>
            </a:r>
          </a:p>
          <a:p>
            <a:pPr lvl="1"/>
            <a:r>
              <a:rPr lang="en-US" dirty="0">
                <a:latin typeface="Arial" charset="0"/>
                <a:cs typeface="Arial" charset="0"/>
              </a:rPr>
              <a:t>that do not have the</a:t>
            </a:r>
            <a:r>
              <a:rPr lang="en-US" dirty="0">
                <a:solidFill>
                  <a:schemeClr val="accent2"/>
                </a:solidFill>
                <a:latin typeface="Arial" charset="0"/>
                <a:cs typeface="Arial" charset="0"/>
              </a:rPr>
              <a:t> </a:t>
            </a:r>
            <a:r>
              <a:rPr lang="ja-JP" altLang="en-US" b="1" dirty="0">
                <a:solidFill>
                  <a:schemeClr val="tx2"/>
                </a:solidFill>
                <a:latin typeface="Arial" charset="0"/>
                <a:cs typeface="Arial" charset="0"/>
              </a:rPr>
              <a:t>“</a:t>
            </a:r>
            <a:r>
              <a:rPr lang="en-US" altLang="ja-JP" b="1" dirty="0">
                <a:solidFill>
                  <a:schemeClr val="tx2"/>
                </a:solidFill>
                <a:latin typeface="Arial" charset="0"/>
                <a:cs typeface="Arial" charset="0"/>
              </a:rPr>
              <a:t>covering problem</a:t>
            </a:r>
            <a:r>
              <a:rPr lang="ja-JP" altLang="en-US" b="1" dirty="0">
                <a:solidFill>
                  <a:schemeClr val="tx2"/>
                </a:solidFill>
                <a:latin typeface="Arial" charset="0"/>
                <a:cs typeface="Arial" charset="0"/>
              </a:rPr>
              <a:t>”</a:t>
            </a:r>
            <a:r>
              <a:rPr lang="en-US" altLang="ja-JP" dirty="0">
                <a:solidFill>
                  <a:schemeClr val="accent2"/>
                </a:solidFill>
                <a:latin typeface="Arial" charset="0"/>
                <a:cs typeface="Arial" charset="0"/>
              </a:rPr>
              <a:t> </a:t>
            </a:r>
          </a:p>
          <a:p>
            <a:r>
              <a:rPr lang="en-US" dirty="0">
                <a:latin typeface="Arial" charset="0"/>
              </a:rPr>
              <a:t>In later lectures - understand what these operations are…</a:t>
            </a:r>
          </a:p>
          <a:p>
            <a:endParaRPr lang="en-US" dirty="0">
              <a:latin typeface="Arial" charset="0"/>
            </a:endParaRPr>
          </a:p>
        </p:txBody>
      </p:sp>
    </p:spTree>
  </p:cSld>
  <p:clrMapOvr>
    <a:masterClrMapping/>
  </p:clrMapOvr>
  <p:transition spd="slow"/>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209"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350210"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68E47C4E-1963-074B-B1CF-A50875457FBA}" type="slidenum">
              <a:rPr lang="ar-SA" sz="1400" b="0">
                <a:solidFill>
                  <a:schemeClr val="tx1"/>
                </a:solidFill>
                <a:latin typeface="Arial" charset="0"/>
                <a:cs typeface="Arial" charset="0"/>
              </a:rPr>
              <a:pPr/>
              <a:t>107</a:t>
            </a:fld>
            <a:endParaRPr lang="en-US" sz="1400" b="0">
              <a:solidFill>
                <a:schemeClr val="tx1"/>
              </a:solidFill>
              <a:latin typeface="Arial" charset="0"/>
              <a:cs typeface="Arial" charset="0"/>
            </a:endParaRPr>
          </a:p>
        </p:txBody>
      </p:sp>
      <p:sp>
        <p:nvSpPr>
          <p:cNvPr id="350211" name="Rectangle 2"/>
          <p:cNvSpPr>
            <a:spLocks noChangeArrowheads="1"/>
          </p:cNvSpPr>
          <p:nvPr/>
        </p:nvSpPr>
        <p:spPr bwMode="auto">
          <a:xfrm>
            <a:off x="0" y="-6350"/>
            <a:ext cx="9144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r>
              <a:rPr lang="en-US" sz="2400" b="0">
                <a:solidFill>
                  <a:schemeClr val="tx1"/>
                </a:solidFill>
                <a:latin typeface="Arial" charset="0"/>
                <a:hlinkClick r:id="rId3"/>
              </a:rPr>
              <a:t>  </a:t>
            </a:r>
            <a:r>
              <a:rPr lang="en-US" sz="1800" b="0">
                <a:solidFill>
                  <a:schemeClr val="tx1"/>
                </a:solidFill>
                <a:latin typeface="Arial" charset="0"/>
              </a:rPr>
              <a:t> </a:t>
            </a:r>
            <a:r>
              <a:rPr lang="en-US" sz="2400" b="0">
                <a:solidFill>
                  <a:schemeClr val="tx1"/>
                </a:solidFill>
                <a:latin typeface="Arial" charset="0"/>
              </a:rPr>
              <a:t>        </a:t>
            </a:r>
            <a:br>
              <a:rPr lang="en-US" sz="2400" b="0">
                <a:solidFill>
                  <a:schemeClr val="tx1"/>
                </a:solidFill>
                <a:latin typeface="Arial" charset="0"/>
              </a:rPr>
            </a:br>
            <a:r>
              <a:rPr lang="en-US" sz="2400" b="0">
                <a:solidFill>
                  <a:schemeClr val="tx1"/>
                </a:solidFill>
                <a:latin typeface="Arial" charset="0"/>
              </a:rPr>
              <a:t>This work is licensed under a </a:t>
            </a:r>
            <a:r>
              <a:rPr lang="en-US" sz="2400" b="0">
                <a:solidFill>
                  <a:schemeClr val="tx1"/>
                </a:solidFill>
                <a:latin typeface="Arial" charset="0"/>
                <a:hlinkClick r:id="rId3"/>
              </a:rPr>
              <a:t>Creative Commons Attribution-ShareAlike 2.5 License</a:t>
            </a:r>
            <a:r>
              <a:rPr lang="en-US" sz="2400" b="0">
                <a:solidFill>
                  <a:schemeClr val="tx1"/>
                </a:solidFill>
                <a:latin typeface="Arial" charset="0"/>
              </a:rPr>
              <a:t>. </a:t>
            </a:r>
          </a:p>
        </p:txBody>
      </p:sp>
      <p:pic>
        <p:nvPicPr>
          <p:cNvPr id="350212" name="Picture 3" descr="Creative Commons License">
            <a:hlinkClick r:id="rId3"/>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2563" y="46038"/>
            <a:ext cx="838200" cy="29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0213" name="Rectangle 9"/>
          <p:cNvSpPr>
            <a:spLocks noChangeArrowheads="1"/>
          </p:cNvSpPr>
          <p:nvPr/>
        </p:nvSpPr>
        <p:spPr bwMode="auto">
          <a:xfrm>
            <a:off x="684213" y="1341438"/>
            <a:ext cx="7772400" cy="475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eaLnBrk="0" hangingPunct="0">
              <a:lnSpc>
                <a:spcPct val="80000"/>
              </a:lnSpc>
              <a:spcBef>
                <a:spcPct val="20000"/>
              </a:spcBef>
              <a:buFontTx/>
              <a:buChar char="•"/>
            </a:pPr>
            <a:r>
              <a:rPr lang="en-US" sz="1800" dirty="0">
                <a:solidFill>
                  <a:schemeClr val="tx1"/>
                </a:solidFill>
                <a:latin typeface="Lucida Sans" charset="0"/>
              </a:rPr>
              <a:t>You are free</a:t>
            </a:r>
            <a:r>
              <a:rPr lang="en-US" sz="1800" b="0" dirty="0">
                <a:solidFill>
                  <a:schemeClr val="tx1"/>
                </a:solidFill>
                <a:latin typeface="Lucida Sans" charset="0"/>
              </a:rPr>
              <a:t>:</a:t>
            </a:r>
          </a:p>
          <a:p>
            <a:pPr marL="742950" lvl="1" indent="-285750" eaLnBrk="0" hangingPunct="0">
              <a:lnSpc>
                <a:spcPct val="80000"/>
              </a:lnSpc>
              <a:spcBef>
                <a:spcPct val="20000"/>
              </a:spcBef>
              <a:buFontTx/>
              <a:buChar char="–"/>
            </a:pPr>
            <a:r>
              <a:rPr lang="en-US" sz="1800" dirty="0">
                <a:solidFill>
                  <a:schemeClr val="tx1"/>
                </a:solidFill>
                <a:latin typeface="Lucida Sans" charset="0"/>
              </a:rPr>
              <a:t>to Share</a:t>
            </a:r>
            <a:r>
              <a:rPr lang="en-US" sz="1800" b="0" dirty="0">
                <a:solidFill>
                  <a:schemeClr val="tx1"/>
                </a:solidFill>
                <a:latin typeface="Lucida Sans" charset="0"/>
              </a:rPr>
              <a:t> — to copy, distribute and transmit the work </a:t>
            </a:r>
          </a:p>
          <a:p>
            <a:pPr marL="742950" lvl="1" indent="-285750" eaLnBrk="0" hangingPunct="0">
              <a:lnSpc>
                <a:spcPct val="80000"/>
              </a:lnSpc>
              <a:spcBef>
                <a:spcPct val="20000"/>
              </a:spcBef>
              <a:buFontTx/>
              <a:buChar char="–"/>
            </a:pPr>
            <a:r>
              <a:rPr lang="en-US" sz="1800" dirty="0">
                <a:solidFill>
                  <a:schemeClr val="tx1"/>
                </a:solidFill>
                <a:latin typeface="Lucida Sans" charset="0"/>
              </a:rPr>
              <a:t>to Remix</a:t>
            </a:r>
            <a:r>
              <a:rPr lang="en-US" sz="1800" b="0" dirty="0">
                <a:solidFill>
                  <a:schemeClr val="tx1"/>
                </a:solidFill>
                <a:latin typeface="Lucida Sans" charset="0"/>
              </a:rPr>
              <a:t> — to adapt the work </a:t>
            </a:r>
          </a:p>
          <a:p>
            <a:pPr marL="342900" indent="-342900" eaLnBrk="0" hangingPunct="0">
              <a:lnSpc>
                <a:spcPct val="80000"/>
              </a:lnSpc>
              <a:spcBef>
                <a:spcPct val="20000"/>
              </a:spcBef>
              <a:buFontTx/>
              <a:buChar char="•"/>
            </a:pPr>
            <a:r>
              <a:rPr lang="en-US" sz="1800" dirty="0">
                <a:solidFill>
                  <a:schemeClr val="tx1"/>
                </a:solidFill>
                <a:latin typeface="Lucida Sans" charset="0"/>
              </a:rPr>
              <a:t>Under the following conditions</a:t>
            </a:r>
            <a:r>
              <a:rPr lang="en-US" sz="1800" b="0" dirty="0">
                <a:solidFill>
                  <a:schemeClr val="tx1"/>
                </a:solidFill>
                <a:latin typeface="Lucida Sans" charset="0"/>
              </a:rPr>
              <a:t>:</a:t>
            </a:r>
          </a:p>
          <a:p>
            <a:pPr marL="742950" lvl="1" indent="-285750" eaLnBrk="0" hangingPunct="0">
              <a:lnSpc>
                <a:spcPct val="80000"/>
              </a:lnSpc>
              <a:spcBef>
                <a:spcPct val="20000"/>
              </a:spcBef>
              <a:buFontTx/>
              <a:buChar char="–"/>
            </a:pPr>
            <a:r>
              <a:rPr lang="en-US" sz="1800" dirty="0">
                <a:solidFill>
                  <a:schemeClr val="tx1"/>
                </a:solidFill>
                <a:latin typeface="Lucida Sans" charset="0"/>
              </a:rPr>
              <a:t>Attribution</a:t>
            </a:r>
            <a:r>
              <a:rPr lang="en-US" sz="1800" b="0" dirty="0">
                <a:solidFill>
                  <a:schemeClr val="tx1"/>
                </a:solidFill>
                <a:latin typeface="Lucida Sans" charset="0"/>
              </a:rPr>
              <a:t>. You must attribute the work to </a:t>
            </a:r>
            <a:r>
              <a:rPr lang="ja-JP" altLang="en-US" sz="1800" b="0" dirty="0">
                <a:solidFill>
                  <a:schemeClr val="tx1"/>
                </a:solidFill>
                <a:latin typeface="Lucida Sans" charset="0"/>
              </a:rPr>
              <a:t>“</a:t>
            </a:r>
            <a:r>
              <a:rPr lang="en-US" altLang="ja-JP" sz="1800" b="0" dirty="0">
                <a:solidFill>
                  <a:schemeClr val="tx1"/>
                </a:solidFill>
                <a:latin typeface="Lucida Sans" charset="0"/>
              </a:rPr>
              <a:t>The Art of Multiprocessor Programming</a:t>
            </a:r>
            <a:r>
              <a:rPr lang="ja-JP" altLang="en-US" sz="1800" b="0" dirty="0">
                <a:solidFill>
                  <a:schemeClr val="tx1"/>
                </a:solidFill>
                <a:latin typeface="Lucida Sans" charset="0"/>
              </a:rPr>
              <a:t>”</a:t>
            </a:r>
            <a:r>
              <a:rPr lang="en-US" altLang="ja-JP" sz="1800" b="0" dirty="0">
                <a:solidFill>
                  <a:schemeClr val="tx1"/>
                </a:solidFill>
                <a:latin typeface="Lucida Sans" charset="0"/>
              </a:rPr>
              <a:t> (but not in any way that suggests that the authors endorse you or your use of the work). </a:t>
            </a:r>
          </a:p>
          <a:p>
            <a:pPr marL="742950" lvl="1" indent="-285750" eaLnBrk="0" hangingPunct="0">
              <a:lnSpc>
                <a:spcPct val="80000"/>
              </a:lnSpc>
              <a:spcBef>
                <a:spcPct val="20000"/>
              </a:spcBef>
              <a:buFontTx/>
              <a:buChar char="–"/>
            </a:pPr>
            <a:r>
              <a:rPr lang="en-US" sz="1800" dirty="0">
                <a:solidFill>
                  <a:schemeClr val="tx1"/>
                </a:solidFill>
                <a:latin typeface="Lucida Sans" charset="0"/>
              </a:rPr>
              <a:t>Share Alike</a:t>
            </a:r>
            <a:r>
              <a:rPr lang="en-US" sz="1800" b="0" dirty="0">
                <a:solidFill>
                  <a:schemeClr val="tx1"/>
                </a:solidFill>
                <a:latin typeface="Lucida Sans" charset="0"/>
              </a:rPr>
              <a:t>. If you alter, transform, or build upon this work, you may distribute the resulting work only under the same, similar or a compatible license. </a:t>
            </a:r>
          </a:p>
          <a:p>
            <a:pPr marL="342900" indent="-342900" eaLnBrk="0" hangingPunct="0">
              <a:lnSpc>
                <a:spcPct val="80000"/>
              </a:lnSpc>
              <a:spcBef>
                <a:spcPct val="20000"/>
              </a:spcBef>
              <a:buFontTx/>
              <a:buChar char="•"/>
            </a:pPr>
            <a:r>
              <a:rPr lang="en-US" sz="1800" b="0" dirty="0">
                <a:solidFill>
                  <a:schemeClr val="tx1"/>
                </a:solidFill>
                <a:latin typeface="Lucida Sans" charset="0"/>
              </a:rPr>
              <a:t>For any reuse or distribution, you must make clear to others the license terms of this work. The best way to do this is with a link to</a:t>
            </a:r>
          </a:p>
          <a:p>
            <a:pPr marL="742950" lvl="1" indent="-285750" eaLnBrk="0" hangingPunct="0">
              <a:lnSpc>
                <a:spcPct val="80000"/>
              </a:lnSpc>
              <a:spcBef>
                <a:spcPct val="20000"/>
              </a:spcBef>
              <a:buFontTx/>
              <a:buChar char="–"/>
            </a:pPr>
            <a:r>
              <a:rPr lang="en-US" sz="1800" b="0" dirty="0">
                <a:solidFill>
                  <a:schemeClr val="tx1"/>
                </a:solidFill>
                <a:latin typeface="Lucida Sans" charset="0"/>
              </a:rPr>
              <a:t>http://</a:t>
            </a:r>
            <a:r>
              <a:rPr lang="en-US" sz="1800" b="0" dirty="0" err="1">
                <a:solidFill>
                  <a:schemeClr val="tx1"/>
                </a:solidFill>
                <a:latin typeface="Lucida Sans" charset="0"/>
              </a:rPr>
              <a:t>creativecommons.org</a:t>
            </a:r>
            <a:r>
              <a:rPr lang="en-US" sz="1800" b="0" dirty="0">
                <a:solidFill>
                  <a:schemeClr val="tx1"/>
                </a:solidFill>
                <a:latin typeface="Lucida Sans" charset="0"/>
              </a:rPr>
              <a:t>/licenses/by-</a:t>
            </a:r>
            <a:r>
              <a:rPr lang="en-US" sz="1800" b="0" dirty="0" err="1">
                <a:solidFill>
                  <a:schemeClr val="tx1"/>
                </a:solidFill>
                <a:latin typeface="Lucida Sans" charset="0"/>
              </a:rPr>
              <a:t>sa</a:t>
            </a:r>
            <a:r>
              <a:rPr lang="en-US" sz="1800" b="0" dirty="0">
                <a:solidFill>
                  <a:schemeClr val="tx1"/>
                </a:solidFill>
                <a:latin typeface="Lucida Sans" charset="0"/>
              </a:rPr>
              <a:t>/3.0/. </a:t>
            </a:r>
          </a:p>
          <a:p>
            <a:pPr marL="342900" indent="-342900" eaLnBrk="0" hangingPunct="0">
              <a:lnSpc>
                <a:spcPct val="80000"/>
              </a:lnSpc>
              <a:spcBef>
                <a:spcPct val="20000"/>
              </a:spcBef>
              <a:buFontTx/>
              <a:buChar char="•"/>
            </a:pPr>
            <a:r>
              <a:rPr lang="en-US" sz="1800" b="0" dirty="0">
                <a:solidFill>
                  <a:schemeClr val="tx1"/>
                </a:solidFill>
                <a:latin typeface="Lucida Sans" charset="0"/>
              </a:rPr>
              <a:t>Any of the above conditions can be waived if you get permission from the copyright holder. </a:t>
            </a:r>
          </a:p>
          <a:p>
            <a:pPr marL="342900" indent="-342900" eaLnBrk="0" hangingPunct="0">
              <a:lnSpc>
                <a:spcPct val="80000"/>
              </a:lnSpc>
              <a:spcBef>
                <a:spcPct val="20000"/>
              </a:spcBef>
              <a:buFontTx/>
              <a:buChar char="•"/>
            </a:pPr>
            <a:r>
              <a:rPr lang="en-US" sz="1800" b="0" dirty="0">
                <a:solidFill>
                  <a:schemeClr val="tx1"/>
                </a:solidFill>
                <a:latin typeface="Lucida Sans" charset="0"/>
              </a:rPr>
              <a:t>Nothing in this license impairs or restricts the author</a:t>
            </a:r>
            <a:r>
              <a:rPr lang="fr-FR" sz="1800" b="0" dirty="0">
                <a:solidFill>
                  <a:schemeClr val="tx1"/>
                </a:solidFill>
                <a:latin typeface="Lucida Sans" charset="0"/>
              </a:rPr>
              <a:t>'</a:t>
            </a:r>
            <a:r>
              <a:rPr lang="en-US" sz="1800" b="0" dirty="0">
                <a:solidFill>
                  <a:schemeClr val="tx1"/>
                </a:solidFill>
                <a:latin typeface="Lucida Sans" charset="0"/>
              </a:rPr>
              <a:t>s moral rights. </a:t>
            </a:r>
          </a:p>
          <a:p>
            <a:pPr marL="342900" indent="-342900" eaLnBrk="0" hangingPunct="0">
              <a:lnSpc>
                <a:spcPct val="80000"/>
              </a:lnSpc>
              <a:spcBef>
                <a:spcPct val="20000"/>
              </a:spcBef>
              <a:buFontTx/>
              <a:buChar char="•"/>
            </a:pPr>
            <a:endParaRPr lang="en-US" sz="1800" b="0" dirty="0">
              <a:solidFill>
                <a:schemeClr val="tx1"/>
              </a:solidFill>
              <a:latin typeface="Lucida Sans" charset="0"/>
            </a:endParaRPr>
          </a:p>
        </p:txBody>
      </p:sp>
    </p:spTree>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HIDDENFONTSHAPE" val="true"/>
</p:tagLst>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Blank Presentation">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triangle" w="med" len="med"/>
        </a:ln>
        <a:effectLst/>
      </a:spPr>
      <a:bodyPr vert="horz" wrap="non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4400" b="1" i="0" u="none" strike="noStrike" cap="none" normalizeH="0" baseline="0" smtClean="0">
            <a:ln>
              <a:noFill/>
            </a:ln>
            <a:solidFill>
              <a:srgbClr val="0000FF"/>
            </a:solidFill>
            <a:effectLst/>
            <a:latin typeface="Comic Sans MS" pitchFamily="66"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triangle" w="med" len="med"/>
        </a:ln>
        <a:effectLst/>
      </a:spPr>
      <a:bodyPr vert="horz" wrap="non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4400" b="1" i="0" u="none" strike="noStrike" cap="none" normalizeH="0" baseline="0" smtClean="0">
            <a:ln>
              <a:noFill/>
            </a:ln>
            <a:solidFill>
              <a:srgbClr val="0000FF"/>
            </a:solidFill>
            <a:effectLst/>
            <a:latin typeface="Comic Sans MS" pitchFamily="66"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Office\Templates\Blank Presentation.pot</Template>
  <TotalTime>19588</TotalTime>
  <Words>7295</Words>
  <Application>Microsoft Office PowerPoint</Application>
  <PresentationFormat>Overhead</PresentationFormat>
  <Paragraphs>1341</Paragraphs>
  <Slides>107</Slides>
  <Notes>107</Notes>
  <HiddenSlides>1</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107</vt:i4>
      </vt:variant>
    </vt:vector>
  </HeadingPairs>
  <TitlesOfParts>
    <vt:vector size="118" baseType="lpstr">
      <vt:lpstr>Arial</vt:lpstr>
      <vt:lpstr>CMMI10</vt:lpstr>
      <vt:lpstr>CMMI7</vt:lpstr>
      <vt:lpstr>CMR10</vt:lpstr>
      <vt:lpstr>CMSY10ORIG</vt:lpstr>
      <vt:lpstr>Comic Sans MS</vt:lpstr>
      <vt:lpstr>Courier New</vt:lpstr>
      <vt:lpstr>Lucida Sans</vt:lpstr>
      <vt:lpstr>Marlett</vt:lpstr>
      <vt:lpstr>Symbol</vt:lpstr>
      <vt:lpstr>Blank Presentation</vt:lpstr>
      <vt:lpstr>Mutual Exclusion</vt:lpstr>
      <vt:lpstr>Concurrent Objects</vt:lpstr>
      <vt:lpstr>Mutual Exclusion</vt:lpstr>
      <vt:lpstr>Mutual Exclusion</vt:lpstr>
      <vt:lpstr>Warning</vt:lpstr>
      <vt:lpstr>Why is Concurrent Programming so Hard?</vt:lpstr>
      <vt:lpstr>Time</vt:lpstr>
      <vt:lpstr>Events</vt:lpstr>
      <vt:lpstr>Threads</vt:lpstr>
      <vt:lpstr>Example Thread Events</vt:lpstr>
      <vt:lpstr>Threads are State Machines</vt:lpstr>
      <vt:lpstr>States</vt:lpstr>
      <vt:lpstr>Concurrency</vt:lpstr>
      <vt:lpstr>Concurrency</vt:lpstr>
      <vt:lpstr>Interleavings</vt:lpstr>
      <vt:lpstr>Intervals</vt:lpstr>
      <vt:lpstr>Intervals may Overlap</vt:lpstr>
      <vt:lpstr>Intervals may be Disjoint</vt:lpstr>
      <vt:lpstr>Precedence</vt:lpstr>
      <vt:lpstr>Precedence</vt:lpstr>
      <vt:lpstr>Precedence Ordering</vt:lpstr>
      <vt:lpstr>Precedence Ordering</vt:lpstr>
      <vt:lpstr>Partial Orders (review)</vt:lpstr>
      <vt:lpstr>Total Orders (review)</vt:lpstr>
      <vt:lpstr>Repeated Events</vt:lpstr>
      <vt:lpstr>Implementing a Counter</vt:lpstr>
      <vt:lpstr>Locks (Mutual Exclusion)</vt:lpstr>
      <vt:lpstr>Locks (Mutual Exclusion)</vt:lpstr>
      <vt:lpstr>Locks (Mutual Exclusion)</vt:lpstr>
      <vt:lpstr>Using Locks</vt:lpstr>
      <vt:lpstr>Using Locks</vt:lpstr>
      <vt:lpstr>Using Locks</vt:lpstr>
      <vt:lpstr>Using Locks</vt:lpstr>
      <vt:lpstr>Mutual Exclusion</vt:lpstr>
      <vt:lpstr>Mutual Exclusion</vt:lpstr>
      <vt:lpstr>Mutual Exclusion</vt:lpstr>
      <vt:lpstr>Mutual Exclusion</vt:lpstr>
      <vt:lpstr>Mutual Exclusion</vt:lpstr>
      <vt:lpstr>Deadlock-Free</vt:lpstr>
      <vt:lpstr>Starvation-Free</vt:lpstr>
      <vt:lpstr>Two-Thread vs n-Thread Solutions</vt:lpstr>
      <vt:lpstr>Two-Thread Conventions</vt:lpstr>
      <vt:lpstr>Two-Thread Conventions</vt:lpstr>
      <vt:lpstr>LockOne</vt:lpstr>
      <vt:lpstr>LockOne</vt:lpstr>
      <vt:lpstr>LockOne</vt:lpstr>
      <vt:lpstr>LockOne</vt:lpstr>
      <vt:lpstr>LockOne Satisfies Mutual Exclusion</vt:lpstr>
      <vt:lpstr>From the Code</vt:lpstr>
      <vt:lpstr>From the Assumption</vt:lpstr>
      <vt:lpstr>Combining</vt:lpstr>
      <vt:lpstr>Combining</vt:lpstr>
      <vt:lpstr>Combining</vt:lpstr>
      <vt:lpstr>Combining</vt:lpstr>
      <vt:lpstr>Combining</vt:lpstr>
      <vt:lpstr>Combining</vt:lpstr>
      <vt:lpstr>Cycle!</vt:lpstr>
      <vt:lpstr>Deadlock Freedom</vt:lpstr>
      <vt:lpstr>LockTwo</vt:lpstr>
      <vt:lpstr>LockTwo</vt:lpstr>
      <vt:lpstr>LockTwo</vt:lpstr>
      <vt:lpstr>LockTwo</vt:lpstr>
      <vt:lpstr>LockTwo Claims</vt:lpstr>
      <vt:lpstr>Peterson's Algorithm</vt:lpstr>
      <vt:lpstr>Peterson's Algorithm</vt:lpstr>
      <vt:lpstr>Peterson's Algorithm</vt:lpstr>
      <vt:lpstr>Peterson's Algorithm</vt:lpstr>
      <vt:lpstr>Peterson's Algorithm</vt:lpstr>
      <vt:lpstr>Mutual Exclusion</vt:lpstr>
      <vt:lpstr>Also from the Code</vt:lpstr>
      <vt:lpstr>Assumption</vt:lpstr>
      <vt:lpstr>Combining Observations</vt:lpstr>
      <vt:lpstr>Combining Observations</vt:lpstr>
      <vt:lpstr>Combining Observations</vt:lpstr>
      <vt:lpstr>Deadlock Free</vt:lpstr>
      <vt:lpstr>Starvation Free</vt:lpstr>
      <vt:lpstr>Bounded Waiting</vt:lpstr>
      <vt:lpstr>Bounded Waiting</vt:lpstr>
      <vt:lpstr>r-Bounded Waiting</vt:lpstr>
      <vt:lpstr>What is “r” for Peterson's Algorithm?</vt:lpstr>
      <vt:lpstr>First-Come-First-Served</vt:lpstr>
      <vt:lpstr>Bakery Algorithm</vt:lpstr>
      <vt:lpstr>Bakery Algorithm</vt:lpstr>
      <vt:lpstr>Bakery Algorithm</vt:lpstr>
      <vt:lpstr>Bakery Algorithm</vt:lpstr>
      <vt:lpstr>Bakery Algorithm</vt:lpstr>
      <vt:lpstr>Bakery Algorithm</vt:lpstr>
      <vt:lpstr>Bakery Algorithm</vt:lpstr>
      <vt:lpstr>Bakery Algorithm</vt:lpstr>
      <vt:lpstr>Bakery Algorithm</vt:lpstr>
      <vt:lpstr>Bakery Algorithm</vt:lpstr>
      <vt:lpstr>Bakery Algorithm</vt:lpstr>
      <vt:lpstr>No Deadlock</vt:lpstr>
      <vt:lpstr>First-Come-First-Served</vt:lpstr>
      <vt:lpstr>Mutual Exclusion</vt:lpstr>
      <vt:lpstr>Mutual Exclusion</vt:lpstr>
      <vt:lpstr>Mutual Exclusion</vt:lpstr>
      <vt:lpstr>Mutual Exclusion</vt:lpstr>
      <vt:lpstr>Bakery Y232K Bug</vt:lpstr>
      <vt:lpstr>Bakery Y232K Bug</vt:lpstr>
      <vt:lpstr>Does Overflow Actually Matter?</vt:lpstr>
      <vt:lpstr>Deep Philosophical Question</vt:lpstr>
      <vt:lpstr>Shared Memory</vt:lpstr>
      <vt:lpstr>Theorem</vt:lpstr>
      <vt:lpstr>Summary of Lecture</vt:lpstr>
      <vt:lpstr>Summary of Lecture</vt:lpstr>
      <vt:lpstr>PowerPoint Presentation</vt:lpstr>
    </vt:vector>
  </TitlesOfParts>
  <Company>Brown University and Tel-Aviv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 of Multiprocessor Programming</dc:title>
  <dc:creator>Maurice Herlihy and Nir Shavit</dc:creator>
  <cp:lastModifiedBy>Beth LoGiudice</cp:lastModifiedBy>
  <cp:revision>1197</cp:revision>
  <cp:lastPrinted>2003-09-09T00:35:48Z</cp:lastPrinted>
  <dcterms:created xsi:type="dcterms:W3CDTF">1999-05-12T13:47:53Z</dcterms:created>
  <dcterms:modified xsi:type="dcterms:W3CDTF">2020-09-26T23:20:26Z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iveCommons_Licensed">
    <vt:bool>true</vt:bool>
  </property>
  <property fmtid="{D5CDD505-2E9C-101B-9397-08002B2CF9AE}" pid="3" name="CreativeCommons_LicenseURL">
    <vt:lpwstr>http://creativecommons.org/licenses/by-sa/2.5/</vt:lpwstr>
  </property>
  <property fmtid="{D5CDD505-2E9C-101B-9397-08002B2CF9AE}" pid="4" name="CreativeCommons_Derivatives">
    <vt:lpwstr>Share Alike</vt:lpwstr>
  </property>
  <property fmtid="{D5CDD505-2E9C-101B-9397-08002B2CF9AE}" pid="5" name="CreativeCommons_CommercialUse">
    <vt:lpwstr>Yes</vt:lpwstr>
  </property>
  <property fmtid="{D5CDD505-2E9C-101B-9397-08002B2CF9AE}" pid="6" name="CreativeCommons_Jurisdiction">
    <vt:lpwstr/>
  </property>
</Properties>
</file>